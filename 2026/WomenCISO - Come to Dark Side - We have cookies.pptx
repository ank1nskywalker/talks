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71.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165.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166.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179.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167.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Layout+xml" PartName="/ppt/slideLayouts/slideLayout173.xml"/>
  <Override ContentType="application/vnd.openxmlformats-officedocument.presentationml.slideLayout+xml" PartName="/ppt/slideLayouts/slideLayout160.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9.xml"/>
  <Override ContentType="application/vnd.openxmlformats-officedocument.presentationml.viewProps+xml" PartName="/ppt/viewProps.xml"/>
  <Default Extension="jpeg" ContentType="image/jpeg"/>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85" r:id="rId6"/>
    <p:sldMasterId id="2147483755" r:id="rId7"/>
    <p:sldMasterId id="2147483769" r:id="rId8"/>
    <p:sldMasterId id="2147483783" r:id="rId9"/>
    <p:sldMasterId id="2147483793" r:id="rId10"/>
    <p:sldMasterId id="2147483805" r:id="rId11"/>
    <p:sldMasterId id="2147483815" r:id="rId12"/>
    <p:sldMasterId id="2147483828" r:id="rId13"/>
  </p:sldMasterIdLst>
  <p:notesMasterIdLst>
    <p:notesMasterId r:id="rId14"/>
  </p:notes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 id="273" r:id="rId32"/>
    <p:sldId id="274" r:id="rId33"/>
    <p:sldId id="275" r:id="rId34"/>
    <p:sldId id="276" r:id="rId35"/>
    <p:sldId id="277" r:id="rId36"/>
    <p:sldId id="278" r:id="rId37"/>
    <p:sldId id="279" r:id="rId38"/>
    <p:sldId id="280" r:id="rId39"/>
    <p:sldId id="281" r:id="rId40"/>
    <p:sldId id="282" r:id="rId41"/>
    <p:sldId id="283" r:id="rId42"/>
    <p:sldId id="284" r:id="rId43"/>
    <p:sldId id="285" r:id="rId44"/>
    <p:sldId id="286" r:id="rId45"/>
    <p:sldId id="287" r:id="rId46"/>
    <p:sldId id="288" r:id="rId47"/>
    <p:sldId id="289" r:id="rId48"/>
    <p:sldId id="290" r:id="rId49"/>
    <p:sldId id="291" r:id="rId50"/>
    <p:sldId id="292" r:id="rId51"/>
    <p:sldId id="293" r:id="rId52"/>
    <p:sldId id="294" r:id="rId53"/>
    <p:sldId id="295" r:id="rId54"/>
    <p:sldId id="296" r:id="rId55"/>
    <p:sldId id="297" r:id="rId56"/>
    <p:sldId id="298" r:id="rId57"/>
    <p:sldId id="299" r:id="rId58"/>
    <p:sldId id="300" r:id="rId59"/>
    <p:sldId id="301" r:id="rId60"/>
    <p:sldId id="302" r:id="rId61"/>
    <p:sldId id="303" r:id="rId62"/>
    <p:sldId id="304" r:id="rId63"/>
    <p:sldId id="305" r:id="rId64"/>
    <p:sldId id="306" r:id="rId65"/>
    <p:sldId id="307" r:id="rId66"/>
    <p:sldId id="308" r:id="rId67"/>
    <p:sldId id="309" r:id="rId68"/>
    <p:sldId id="310" r:id="rId69"/>
    <p:sldId id="311" r:id="rId70"/>
    <p:sldId id="312" r:id="rId71"/>
    <p:sldId id="313" r:id="rId72"/>
    <p:sldId id="314" r:id="rId73"/>
    <p:sldId id="315" r:id="rId74"/>
    <p:sldId id="316" r:id="rId75"/>
    <p:sldId id="317" r:id="rId76"/>
    <p:sldId id="318" r:id="rId77"/>
    <p:sldId id="319" r:id="rId78"/>
    <p:sldId id="320" r:id="rId79"/>
    <p:sldId id="321" r:id="rId80"/>
    <p:sldId id="322" r:id="rId81"/>
    <p:sldId id="323" r:id="rId82"/>
    <p:sldId id="324" r:id="rId83"/>
    <p:sldId id="325" r:id="rId84"/>
    <p:sldId id="326" r:id="rId85"/>
    <p:sldId id="327" r:id="rId86"/>
    <p:sldId id="328" r:id="rId87"/>
    <p:sldId id="329" r:id="rId88"/>
    <p:sldId id="330" r:id="rId89"/>
    <p:sldId id="331" r:id="rId90"/>
    <p:sldId id="332" r:id="rId91"/>
    <p:sldId id="333" r:id="rId92"/>
    <p:sldId id="334" r:id="rId93"/>
    <p:sldId id="335" r:id="rId94"/>
    <p:sldId id="336" r:id="rId95"/>
  </p:sldIdLst>
  <p:sldSz cy="5143500" cx="9144000"/>
  <p:notesSz cx="6858000" cy="9144000"/>
  <p:embeddedFontLst>
    <p:embeddedFont>
      <p:font typeface="Teko Medium"/>
      <p:regular r:id="rId96"/>
      <p:bold r:id="rId97"/>
    </p:embeddedFont>
    <p:embeddedFont>
      <p:font typeface="Archivo Black"/>
      <p:regular r:id="rId98"/>
    </p:embeddedFont>
    <p:embeddedFont>
      <p:font typeface="Josefin Sans Light"/>
      <p:regular r:id="rId99"/>
      <p:bold r:id="rId100"/>
      <p:italic r:id="rId101"/>
      <p:boldItalic r:id="rId102"/>
    </p:embeddedFont>
    <p:embeddedFont>
      <p:font typeface="Roboto"/>
      <p:regular r:id="rId103"/>
      <p:bold r:id="rId104"/>
      <p:italic r:id="rId105"/>
      <p:boldItalic r:id="rId106"/>
    </p:embeddedFont>
    <p:embeddedFont>
      <p:font typeface="Teko"/>
      <p:regular r:id="rId107"/>
      <p:bold r:id="rId108"/>
    </p:embeddedFont>
    <p:embeddedFont>
      <p:font typeface="Montserrat"/>
      <p:regular r:id="rId109"/>
      <p:bold r:id="rId110"/>
      <p:italic r:id="rId111"/>
      <p:boldItalic r:id="rId112"/>
    </p:embeddedFont>
    <p:embeddedFont>
      <p:font typeface="Noto Sans"/>
      <p:regular r:id="rId113"/>
      <p:bold r:id="rId114"/>
      <p:italic r:id="rId115"/>
      <p:boldItalic r:id="rId116"/>
    </p:embeddedFont>
    <p:embeddedFont>
      <p:font typeface="Montserrat Medium"/>
      <p:regular r:id="rId117"/>
      <p:bold r:id="rId118"/>
      <p:italic r:id="rId119"/>
      <p:boldItalic r:id="rId120"/>
    </p:embeddedFont>
    <p:embeddedFont>
      <p:font typeface="Titillium Web"/>
      <p:regular r:id="rId121"/>
      <p:bold r:id="rId122"/>
      <p:italic r:id="rId123"/>
      <p:boldItalic r:id="rId124"/>
    </p:embeddedFont>
    <p:embeddedFont>
      <p:font typeface="Helvetica Neue Light"/>
      <p:regular r:id="rId125"/>
      <p:bold r:id="rId126"/>
      <p:italic r:id="rId127"/>
      <p:boldItalic r:id="rId128"/>
    </p:embeddedFont>
    <p:embeddedFont>
      <p:font typeface="Lexend Deca"/>
      <p:regular r:id="rId129"/>
      <p:bold r:id="rId130"/>
    </p:embeddedFont>
    <p:embeddedFont>
      <p:font typeface="Titillium Web Light"/>
      <p:regular r:id="rId131"/>
      <p:bold r:id="rId132"/>
      <p:italic r:id="rId133"/>
      <p:boldItalic r:id="rId1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35" roundtripDataSignature="AMtx7mh+rbXGErWQK1nfnLArwHAHbEB9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E97FE31-C952-4B6C-B665-93E81085855E}">
  <a:tblStyle styleId="{CE97FE31-C952-4B6C-B665-93E81085855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6.xml"/><Relationship Id="rId42" Type="http://schemas.openxmlformats.org/officeDocument/2006/relationships/slide" Target="slides/slide28.xml"/><Relationship Id="rId41" Type="http://schemas.openxmlformats.org/officeDocument/2006/relationships/slide" Target="slides/slide27.xml"/><Relationship Id="rId44" Type="http://schemas.openxmlformats.org/officeDocument/2006/relationships/slide" Target="slides/slide30.xml"/><Relationship Id="rId43" Type="http://schemas.openxmlformats.org/officeDocument/2006/relationships/slide" Target="slides/slide29.xml"/><Relationship Id="rId46" Type="http://schemas.openxmlformats.org/officeDocument/2006/relationships/slide" Target="slides/slide32.xml"/><Relationship Id="rId45" Type="http://schemas.openxmlformats.org/officeDocument/2006/relationships/slide" Target="slides/slide31.xml"/><Relationship Id="rId107" Type="http://schemas.openxmlformats.org/officeDocument/2006/relationships/font" Target="fonts/Teko-regular.fntdata"/><Relationship Id="rId106" Type="http://schemas.openxmlformats.org/officeDocument/2006/relationships/font" Target="fonts/Roboto-boldItalic.fntdata"/><Relationship Id="rId105" Type="http://schemas.openxmlformats.org/officeDocument/2006/relationships/font" Target="fonts/Roboto-italic.fntdata"/><Relationship Id="rId104" Type="http://schemas.openxmlformats.org/officeDocument/2006/relationships/font" Target="fonts/Roboto-bold.fntdata"/><Relationship Id="rId109" Type="http://schemas.openxmlformats.org/officeDocument/2006/relationships/font" Target="fonts/Montserrat-regular.fntdata"/><Relationship Id="rId108" Type="http://schemas.openxmlformats.org/officeDocument/2006/relationships/font" Target="fonts/Teko-bold.fntdata"/><Relationship Id="rId48" Type="http://schemas.openxmlformats.org/officeDocument/2006/relationships/slide" Target="slides/slide34.xml"/><Relationship Id="rId47" Type="http://schemas.openxmlformats.org/officeDocument/2006/relationships/slide" Target="slides/slide33.xml"/><Relationship Id="rId49" Type="http://schemas.openxmlformats.org/officeDocument/2006/relationships/slide" Target="slides/slide35.xml"/><Relationship Id="rId103" Type="http://schemas.openxmlformats.org/officeDocument/2006/relationships/font" Target="fonts/Roboto-regular.fntdata"/><Relationship Id="rId102" Type="http://schemas.openxmlformats.org/officeDocument/2006/relationships/font" Target="fonts/JosefinSansLight-boldItalic.fntdata"/><Relationship Id="rId101" Type="http://schemas.openxmlformats.org/officeDocument/2006/relationships/font" Target="fonts/JosefinSansLight-italic.fntdata"/><Relationship Id="rId100" Type="http://schemas.openxmlformats.org/officeDocument/2006/relationships/font" Target="fonts/JosefinSansLight-bold.fntdata"/><Relationship Id="rId31" Type="http://schemas.openxmlformats.org/officeDocument/2006/relationships/slide" Target="slides/slide17.xml"/><Relationship Id="rId30" Type="http://schemas.openxmlformats.org/officeDocument/2006/relationships/slide" Target="slides/slide16.xml"/><Relationship Id="rId33" Type="http://schemas.openxmlformats.org/officeDocument/2006/relationships/slide" Target="slides/slide19.xml"/><Relationship Id="rId32" Type="http://schemas.openxmlformats.org/officeDocument/2006/relationships/slide" Target="slides/slide18.xml"/><Relationship Id="rId35" Type="http://schemas.openxmlformats.org/officeDocument/2006/relationships/slide" Target="slides/slide21.xml"/><Relationship Id="rId34" Type="http://schemas.openxmlformats.org/officeDocument/2006/relationships/slide" Target="slides/slide20.xml"/><Relationship Id="rId37" Type="http://schemas.openxmlformats.org/officeDocument/2006/relationships/slide" Target="slides/slide23.xml"/><Relationship Id="rId36" Type="http://schemas.openxmlformats.org/officeDocument/2006/relationships/slide" Target="slides/slide22.xml"/><Relationship Id="rId39" Type="http://schemas.openxmlformats.org/officeDocument/2006/relationships/slide" Target="slides/slide25.xml"/><Relationship Id="rId38" Type="http://schemas.openxmlformats.org/officeDocument/2006/relationships/slide" Target="slides/slide24.xml"/><Relationship Id="rId20" Type="http://schemas.openxmlformats.org/officeDocument/2006/relationships/slide" Target="slides/slide6.xml"/><Relationship Id="rId22" Type="http://schemas.openxmlformats.org/officeDocument/2006/relationships/slide" Target="slides/slide8.xml"/><Relationship Id="rId21" Type="http://schemas.openxmlformats.org/officeDocument/2006/relationships/slide" Target="slides/slide7.xml"/><Relationship Id="rId24" Type="http://schemas.openxmlformats.org/officeDocument/2006/relationships/slide" Target="slides/slide10.xml"/><Relationship Id="rId23" Type="http://schemas.openxmlformats.org/officeDocument/2006/relationships/slide" Target="slides/slide9.xml"/><Relationship Id="rId129" Type="http://schemas.openxmlformats.org/officeDocument/2006/relationships/font" Target="fonts/LexendDeca-regular.fntdata"/><Relationship Id="rId128" Type="http://schemas.openxmlformats.org/officeDocument/2006/relationships/font" Target="fonts/HelveticaNeueLight-boldItalic.fntdata"/><Relationship Id="rId127" Type="http://schemas.openxmlformats.org/officeDocument/2006/relationships/font" Target="fonts/HelveticaNeueLight-italic.fntdata"/><Relationship Id="rId126" Type="http://schemas.openxmlformats.org/officeDocument/2006/relationships/font" Target="fonts/HelveticaNeueLight-bold.fntdata"/><Relationship Id="rId26" Type="http://schemas.openxmlformats.org/officeDocument/2006/relationships/slide" Target="slides/slide12.xml"/><Relationship Id="rId121" Type="http://schemas.openxmlformats.org/officeDocument/2006/relationships/font" Target="fonts/TitilliumWeb-regular.fntdata"/><Relationship Id="rId25" Type="http://schemas.openxmlformats.org/officeDocument/2006/relationships/slide" Target="slides/slide11.xml"/><Relationship Id="rId120" Type="http://schemas.openxmlformats.org/officeDocument/2006/relationships/font" Target="fonts/MontserratMedium-boldItalic.fntdata"/><Relationship Id="rId28" Type="http://schemas.openxmlformats.org/officeDocument/2006/relationships/slide" Target="slides/slide14.xml"/><Relationship Id="rId27" Type="http://schemas.openxmlformats.org/officeDocument/2006/relationships/slide" Target="slides/slide13.xml"/><Relationship Id="rId125" Type="http://schemas.openxmlformats.org/officeDocument/2006/relationships/font" Target="fonts/HelveticaNeueLight-regular.fntdata"/><Relationship Id="rId29" Type="http://schemas.openxmlformats.org/officeDocument/2006/relationships/slide" Target="slides/slide15.xml"/><Relationship Id="rId124" Type="http://schemas.openxmlformats.org/officeDocument/2006/relationships/font" Target="fonts/TitilliumWeb-boldItalic.fntdata"/><Relationship Id="rId123" Type="http://schemas.openxmlformats.org/officeDocument/2006/relationships/font" Target="fonts/TitilliumWeb-italic.fntdata"/><Relationship Id="rId122" Type="http://schemas.openxmlformats.org/officeDocument/2006/relationships/font" Target="fonts/TitilliumWeb-bold.fntdata"/><Relationship Id="rId95" Type="http://schemas.openxmlformats.org/officeDocument/2006/relationships/slide" Target="slides/slide81.xml"/><Relationship Id="rId94" Type="http://schemas.openxmlformats.org/officeDocument/2006/relationships/slide" Target="slides/slide80.xml"/><Relationship Id="rId97" Type="http://schemas.openxmlformats.org/officeDocument/2006/relationships/font" Target="fonts/TekoMedium-bold.fntdata"/><Relationship Id="rId96" Type="http://schemas.openxmlformats.org/officeDocument/2006/relationships/font" Target="fonts/TekoMedium-regular.fntdata"/><Relationship Id="rId11" Type="http://schemas.openxmlformats.org/officeDocument/2006/relationships/slideMaster" Target="slideMasters/slideMaster7.xml"/><Relationship Id="rId99" Type="http://schemas.openxmlformats.org/officeDocument/2006/relationships/font" Target="fonts/JosefinSansLight-regular.fntdata"/><Relationship Id="rId10" Type="http://schemas.openxmlformats.org/officeDocument/2006/relationships/slideMaster" Target="slideMasters/slideMaster6.xml"/><Relationship Id="rId98" Type="http://schemas.openxmlformats.org/officeDocument/2006/relationships/font" Target="fonts/ArchivoBlack-regular.fntdata"/><Relationship Id="rId13" Type="http://schemas.openxmlformats.org/officeDocument/2006/relationships/slideMaster" Target="slideMasters/slideMaster9.xml"/><Relationship Id="rId12" Type="http://schemas.openxmlformats.org/officeDocument/2006/relationships/slideMaster" Target="slideMasters/slideMaster8.xml"/><Relationship Id="rId91" Type="http://schemas.openxmlformats.org/officeDocument/2006/relationships/slide" Target="slides/slide77.xml"/><Relationship Id="rId90" Type="http://schemas.openxmlformats.org/officeDocument/2006/relationships/slide" Target="slides/slide76.xml"/><Relationship Id="rId93" Type="http://schemas.openxmlformats.org/officeDocument/2006/relationships/slide" Target="slides/slide79.xml"/><Relationship Id="rId92" Type="http://schemas.openxmlformats.org/officeDocument/2006/relationships/slide" Target="slides/slide78.xml"/><Relationship Id="rId118" Type="http://schemas.openxmlformats.org/officeDocument/2006/relationships/font" Target="fonts/MontserratMedium-bold.fntdata"/><Relationship Id="rId117" Type="http://schemas.openxmlformats.org/officeDocument/2006/relationships/font" Target="fonts/MontserratMedium-regular.fntdata"/><Relationship Id="rId116" Type="http://schemas.openxmlformats.org/officeDocument/2006/relationships/font" Target="fonts/NotoSans-boldItalic.fntdata"/><Relationship Id="rId115" Type="http://schemas.openxmlformats.org/officeDocument/2006/relationships/font" Target="fonts/NotoSans-italic.fntdata"/><Relationship Id="rId119" Type="http://schemas.openxmlformats.org/officeDocument/2006/relationships/font" Target="fonts/MontserratMedium-italic.fntdata"/><Relationship Id="rId15" Type="http://schemas.openxmlformats.org/officeDocument/2006/relationships/slide" Target="slides/slide1.xml"/><Relationship Id="rId110" Type="http://schemas.openxmlformats.org/officeDocument/2006/relationships/font" Target="fonts/Montserrat-bold.fntdata"/><Relationship Id="rId14" Type="http://schemas.openxmlformats.org/officeDocument/2006/relationships/notesMaster" Target="notesMasters/notesMaster1.xml"/><Relationship Id="rId17" Type="http://schemas.openxmlformats.org/officeDocument/2006/relationships/slide" Target="slides/slide3.xml"/><Relationship Id="rId16" Type="http://schemas.openxmlformats.org/officeDocument/2006/relationships/slide" Target="slides/slide2.xml"/><Relationship Id="rId19" Type="http://schemas.openxmlformats.org/officeDocument/2006/relationships/slide" Target="slides/slide5.xml"/><Relationship Id="rId114" Type="http://schemas.openxmlformats.org/officeDocument/2006/relationships/font" Target="fonts/NotoSans-bold.fntdata"/><Relationship Id="rId18" Type="http://schemas.openxmlformats.org/officeDocument/2006/relationships/slide" Target="slides/slide4.xml"/><Relationship Id="rId113" Type="http://schemas.openxmlformats.org/officeDocument/2006/relationships/font" Target="fonts/NotoSans-regular.fntdata"/><Relationship Id="rId112" Type="http://schemas.openxmlformats.org/officeDocument/2006/relationships/font" Target="fonts/Montserrat-boldItalic.fntdata"/><Relationship Id="rId111" Type="http://schemas.openxmlformats.org/officeDocument/2006/relationships/font" Target="fonts/Montserrat-italic.fntdata"/><Relationship Id="rId84" Type="http://schemas.openxmlformats.org/officeDocument/2006/relationships/slide" Target="slides/slide70.xml"/><Relationship Id="rId83" Type="http://schemas.openxmlformats.org/officeDocument/2006/relationships/slide" Target="slides/slide69.xml"/><Relationship Id="rId86" Type="http://schemas.openxmlformats.org/officeDocument/2006/relationships/slide" Target="slides/slide72.xml"/><Relationship Id="rId85" Type="http://schemas.openxmlformats.org/officeDocument/2006/relationships/slide" Target="slides/slide71.xml"/><Relationship Id="rId88" Type="http://schemas.openxmlformats.org/officeDocument/2006/relationships/slide" Target="slides/slide74.xml"/><Relationship Id="rId87" Type="http://schemas.openxmlformats.org/officeDocument/2006/relationships/slide" Target="slides/slide73.xml"/><Relationship Id="rId89" Type="http://schemas.openxmlformats.org/officeDocument/2006/relationships/slide" Target="slides/slide75.xml"/><Relationship Id="rId80" Type="http://schemas.openxmlformats.org/officeDocument/2006/relationships/slide" Target="slides/slide66.xml"/><Relationship Id="rId82" Type="http://schemas.openxmlformats.org/officeDocument/2006/relationships/slide" Target="slides/slide68.xml"/><Relationship Id="rId81" Type="http://schemas.openxmlformats.org/officeDocument/2006/relationships/slide" Target="slides/slide6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slide" Target="slides/slide59.xml"/><Relationship Id="rId72" Type="http://schemas.openxmlformats.org/officeDocument/2006/relationships/slide" Target="slides/slide58.xml"/><Relationship Id="rId75" Type="http://schemas.openxmlformats.org/officeDocument/2006/relationships/slide" Target="slides/slide61.xml"/><Relationship Id="rId74" Type="http://schemas.openxmlformats.org/officeDocument/2006/relationships/slide" Target="slides/slide60.xml"/><Relationship Id="rId77" Type="http://schemas.openxmlformats.org/officeDocument/2006/relationships/slide" Target="slides/slide63.xml"/><Relationship Id="rId76" Type="http://schemas.openxmlformats.org/officeDocument/2006/relationships/slide" Target="slides/slide62.xml"/><Relationship Id="rId79" Type="http://schemas.openxmlformats.org/officeDocument/2006/relationships/slide" Target="slides/slide65.xml"/><Relationship Id="rId78" Type="http://schemas.openxmlformats.org/officeDocument/2006/relationships/slide" Target="slides/slide64.xml"/><Relationship Id="rId71" Type="http://schemas.openxmlformats.org/officeDocument/2006/relationships/slide" Target="slides/slide57.xml"/><Relationship Id="rId70" Type="http://schemas.openxmlformats.org/officeDocument/2006/relationships/slide" Target="slides/slide56.xml"/><Relationship Id="rId132" Type="http://schemas.openxmlformats.org/officeDocument/2006/relationships/font" Target="fonts/TitilliumWebLight-bold.fntdata"/><Relationship Id="rId131" Type="http://schemas.openxmlformats.org/officeDocument/2006/relationships/font" Target="fonts/TitilliumWebLight-regular.fntdata"/><Relationship Id="rId130" Type="http://schemas.openxmlformats.org/officeDocument/2006/relationships/font" Target="fonts/LexendDeca-bold.fntdata"/><Relationship Id="rId135" Type="http://customschemas.google.com/relationships/presentationmetadata" Target="metadata"/><Relationship Id="rId134" Type="http://schemas.openxmlformats.org/officeDocument/2006/relationships/font" Target="fonts/TitilliumWebLight-boldItalic.fntdata"/><Relationship Id="rId133" Type="http://schemas.openxmlformats.org/officeDocument/2006/relationships/font" Target="fonts/TitilliumWebLight-italic.fntdata"/><Relationship Id="rId62" Type="http://schemas.openxmlformats.org/officeDocument/2006/relationships/slide" Target="slides/slide48.xml"/><Relationship Id="rId61" Type="http://schemas.openxmlformats.org/officeDocument/2006/relationships/slide" Target="slides/slide47.xml"/><Relationship Id="rId64" Type="http://schemas.openxmlformats.org/officeDocument/2006/relationships/slide" Target="slides/slide50.xml"/><Relationship Id="rId63" Type="http://schemas.openxmlformats.org/officeDocument/2006/relationships/slide" Target="slides/slide49.xml"/><Relationship Id="rId66" Type="http://schemas.openxmlformats.org/officeDocument/2006/relationships/slide" Target="slides/slide52.xml"/><Relationship Id="rId65" Type="http://schemas.openxmlformats.org/officeDocument/2006/relationships/slide" Target="slides/slide51.xml"/><Relationship Id="rId68" Type="http://schemas.openxmlformats.org/officeDocument/2006/relationships/slide" Target="slides/slide54.xml"/><Relationship Id="rId67" Type="http://schemas.openxmlformats.org/officeDocument/2006/relationships/slide" Target="slides/slide53.xml"/><Relationship Id="rId60" Type="http://schemas.openxmlformats.org/officeDocument/2006/relationships/slide" Target="slides/slide46.xml"/><Relationship Id="rId69" Type="http://schemas.openxmlformats.org/officeDocument/2006/relationships/slide" Target="slides/slide55.xml"/><Relationship Id="rId51" Type="http://schemas.openxmlformats.org/officeDocument/2006/relationships/slide" Target="slides/slide37.xml"/><Relationship Id="rId50" Type="http://schemas.openxmlformats.org/officeDocument/2006/relationships/slide" Target="slides/slide36.xml"/><Relationship Id="rId53" Type="http://schemas.openxmlformats.org/officeDocument/2006/relationships/slide" Target="slides/slide39.xml"/><Relationship Id="rId52" Type="http://schemas.openxmlformats.org/officeDocument/2006/relationships/slide" Target="slides/slide38.xml"/><Relationship Id="rId55" Type="http://schemas.openxmlformats.org/officeDocument/2006/relationships/slide" Target="slides/slide41.xml"/><Relationship Id="rId54" Type="http://schemas.openxmlformats.org/officeDocument/2006/relationships/slide" Target="slides/slide40.xml"/><Relationship Id="rId57" Type="http://schemas.openxmlformats.org/officeDocument/2006/relationships/slide" Target="slides/slide43.xml"/><Relationship Id="rId56" Type="http://schemas.openxmlformats.org/officeDocument/2006/relationships/slide" Target="slides/slide42.xml"/><Relationship Id="rId59" Type="http://schemas.openxmlformats.org/officeDocument/2006/relationships/slide" Target="slides/slide45.xml"/><Relationship Id="rId58"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2" name="Shape 1332"/>
        <p:cNvGrpSpPr/>
        <p:nvPr/>
      </p:nvGrpSpPr>
      <p:grpSpPr>
        <a:xfrm>
          <a:off x="0" y="0"/>
          <a:ext cx="0" cy="0"/>
          <a:chOff x="0" y="0"/>
          <a:chExt cx="0" cy="0"/>
        </a:xfrm>
      </p:grpSpPr>
      <p:sp>
        <p:nvSpPr>
          <p:cNvPr id="1333" name="Google Shape;1333;g35251cc313b_0_9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g35251cc313b_0_9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g35251cc313b_0_18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g35251cc313b_0_18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0" name="Shape 1400"/>
        <p:cNvGrpSpPr/>
        <p:nvPr/>
      </p:nvGrpSpPr>
      <p:grpSpPr>
        <a:xfrm>
          <a:off x="0" y="0"/>
          <a:ext cx="0" cy="0"/>
          <a:chOff x="0" y="0"/>
          <a:chExt cx="0" cy="0"/>
        </a:xfrm>
      </p:grpSpPr>
      <p:sp>
        <p:nvSpPr>
          <p:cNvPr id="1401" name="Google Shape;1401;g359c69846d0_1_8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g359c69846d0_1_8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0" name="Shape 1410"/>
        <p:cNvGrpSpPr/>
        <p:nvPr/>
      </p:nvGrpSpPr>
      <p:grpSpPr>
        <a:xfrm>
          <a:off x="0" y="0"/>
          <a:ext cx="0" cy="0"/>
          <a:chOff x="0" y="0"/>
          <a:chExt cx="0" cy="0"/>
        </a:xfrm>
      </p:grpSpPr>
      <p:sp>
        <p:nvSpPr>
          <p:cNvPr id="1411" name="Google Shape;1411;g3521f1ef629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2" name="Google Shape;1412;g3521f1ef629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g34d93292148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g34d93292148_1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5" name="Shape 1435"/>
        <p:cNvGrpSpPr/>
        <p:nvPr/>
      </p:nvGrpSpPr>
      <p:grpSpPr>
        <a:xfrm>
          <a:off x="0" y="0"/>
          <a:ext cx="0" cy="0"/>
          <a:chOff x="0" y="0"/>
          <a:chExt cx="0" cy="0"/>
        </a:xfrm>
      </p:grpSpPr>
      <p:sp>
        <p:nvSpPr>
          <p:cNvPr id="1436" name="Google Shape;1436;g3521f1ef629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7" name="Google Shape;1437;g3521f1ef629_0_1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8" name="Shape 1448"/>
        <p:cNvGrpSpPr/>
        <p:nvPr/>
      </p:nvGrpSpPr>
      <p:grpSpPr>
        <a:xfrm>
          <a:off x="0" y="0"/>
          <a:ext cx="0" cy="0"/>
          <a:chOff x="0" y="0"/>
          <a:chExt cx="0" cy="0"/>
        </a:xfrm>
      </p:grpSpPr>
      <p:sp>
        <p:nvSpPr>
          <p:cNvPr id="1449" name="Google Shape;1449;g35251cc313b_0_1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g35251cc313b_0_14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5" name="Shape 1465"/>
        <p:cNvGrpSpPr/>
        <p:nvPr/>
      </p:nvGrpSpPr>
      <p:grpSpPr>
        <a:xfrm>
          <a:off x="0" y="0"/>
          <a:ext cx="0" cy="0"/>
          <a:chOff x="0" y="0"/>
          <a:chExt cx="0" cy="0"/>
        </a:xfrm>
      </p:grpSpPr>
      <p:sp>
        <p:nvSpPr>
          <p:cNvPr id="1466" name="Google Shape;1466;g34d93292148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g34d93292148_1_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1" name="Shape 1481"/>
        <p:cNvGrpSpPr/>
        <p:nvPr/>
      </p:nvGrpSpPr>
      <p:grpSpPr>
        <a:xfrm>
          <a:off x="0" y="0"/>
          <a:ext cx="0" cy="0"/>
          <a:chOff x="0" y="0"/>
          <a:chExt cx="0" cy="0"/>
        </a:xfrm>
      </p:grpSpPr>
      <p:sp>
        <p:nvSpPr>
          <p:cNvPr id="1482" name="Google Shape;1482;g358087a55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g358087a55f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7" name="Shape 1487"/>
        <p:cNvGrpSpPr/>
        <p:nvPr/>
      </p:nvGrpSpPr>
      <p:grpSpPr>
        <a:xfrm>
          <a:off x="0" y="0"/>
          <a:ext cx="0" cy="0"/>
          <a:chOff x="0" y="0"/>
          <a:chExt cx="0" cy="0"/>
        </a:xfrm>
      </p:grpSpPr>
      <p:sp>
        <p:nvSpPr>
          <p:cNvPr id="1488" name="Google Shape;1488;g34e68280d8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g34e68280d8a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3" name="Shape 1523"/>
        <p:cNvGrpSpPr/>
        <p:nvPr/>
      </p:nvGrpSpPr>
      <p:grpSpPr>
        <a:xfrm>
          <a:off x="0" y="0"/>
          <a:ext cx="0" cy="0"/>
          <a:chOff x="0" y="0"/>
          <a:chExt cx="0" cy="0"/>
        </a:xfrm>
      </p:grpSpPr>
      <p:sp>
        <p:nvSpPr>
          <p:cNvPr id="1524" name="Google Shape;1524;g359c7b0364d_0_30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g359c7b0364d_0_30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3" name="Shape 1553"/>
        <p:cNvGrpSpPr/>
        <p:nvPr/>
      </p:nvGrpSpPr>
      <p:grpSpPr>
        <a:xfrm>
          <a:off x="0" y="0"/>
          <a:ext cx="0" cy="0"/>
          <a:chOff x="0" y="0"/>
          <a:chExt cx="0" cy="0"/>
        </a:xfrm>
      </p:grpSpPr>
      <p:sp>
        <p:nvSpPr>
          <p:cNvPr id="1554" name="Google Shape;1554;g357c580f6f6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5" name="Google Shape;1555;g357c580f6f6_1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2" name="Shape 1562"/>
        <p:cNvGrpSpPr/>
        <p:nvPr/>
      </p:nvGrpSpPr>
      <p:grpSpPr>
        <a:xfrm>
          <a:off x="0" y="0"/>
          <a:ext cx="0" cy="0"/>
          <a:chOff x="0" y="0"/>
          <a:chExt cx="0" cy="0"/>
        </a:xfrm>
      </p:grpSpPr>
      <p:sp>
        <p:nvSpPr>
          <p:cNvPr id="1563" name="Google Shape;1563;g34e68280d8a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g34e68280d8a_0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7" name="Shape 1577"/>
        <p:cNvGrpSpPr/>
        <p:nvPr/>
      </p:nvGrpSpPr>
      <p:grpSpPr>
        <a:xfrm>
          <a:off x="0" y="0"/>
          <a:ext cx="0" cy="0"/>
          <a:chOff x="0" y="0"/>
          <a:chExt cx="0" cy="0"/>
        </a:xfrm>
      </p:grpSpPr>
      <p:sp>
        <p:nvSpPr>
          <p:cNvPr id="1578" name="Google Shape;1578;g34e68280d8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g34e68280d8a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6" name="Shape 1596"/>
        <p:cNvGrpSpPr/>
        <p:nvPr/>
      </p:nvGrpSpPr>
      <p:grpSpPr>
        <a:xfrm>
          <a:off x="0" y="0"/>
          <a:ext cx="0" cy="0"/>
          <a:chOff x="0" y="0"/>
          <a:chExt cx="0" cy="0"/>
        </a:xfrm>
      </p:grpSpPr>
      <p:sp>
        <p:nvSpPr>
          <p:cNvPr id="1597" name="Google Shape;1597;g34d20b728ef_1_169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98" name="Google Shape;1598;g34d20b728ef_1_1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3" name="Shape 1603"/>
        <p:cNvGrpSpPr/>
        <p:nvPr/>
      </p:nvGrpSpPr>
      <p:grpSpPr>
        <a:xfrm>
          <a:off x="0" y="0"/>
          <a:ext cx="0" cy="0"/>
          <a:chOff x="0" y="0"/>
          <a:chExt cx="0" cy="0"/>
        </a:xfrm>
      </p:grpSpPr>
      <p:sp>
        <p:nvSpPr>
          <p:cNvPr id="1604" name="Google Shape;1604;g359cb2a55f7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g359cb2a55f7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1" name="Shape 1621"/>
        <p:cNvGrpSpPr/>
        <p:nvPr/>
      </p:nvGrpSpPr>
      <p:grpSpPr>
        <a:xfrm>
          <a:off x="0" y="0"/>
          <a:ext cx="0" cy="0"/>
          <a:chOff x="0" y="0"/>
          <a:chExt cx="0" cy="0"/>
        </a:xfrm>
      </p:grpSpPr>
      <p:sp>
        <p:nvSpPr>
          <p:cNvPr id="1622" name="Google Shape;1622;g34d93292148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g34d93292148_1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2" name="Shape 1642"/>
        <p:cNvGrpSpPr/>
        <p:nvPr/>
      </p:nvGrpSpPr>
      <p:grpSpPr>
        <a:xfrm>
          <a:off x="0" y="0"/>
          <a:ext cx="0" cy="0"/>
          <a:chOff x="0" y="0"/>
          <a:chExt cx="0" cy="0"/>
        </a:xfrm>
      </p:grpSpPr>
      <p:sp>
        <p:nvSpPr>
          <p:cNvPr id="1643" name="Google Shape;1643;g359cb2a55f7_0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g359cb2a55f7_0_6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0" name="Shape 1650"/>
        <p:cNvGrpSpPr/>
        <p:nvPr/>
      </p:nvGrpSpPr>
      <p:grpSpPr>
        <a:xfrm>
          <a:off x="0" y="0"/>
          <a:ext cx="0" cy="0"/>
          <a:chOff x="0" y="0"/>
          <a:chExt cx="0" cy="0"/>
        </a:xfrm>
      </p:grpSpPr>
      <p:sp>
        <p:nvSpPr>
          <p:cNvPr id="1651" name="Google Shape;1651;g357c580f6f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g357c580f6f6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7" name="Shape 1657"/>
        <p:cNvGrpSpPr/>
        <p:nvPr/>
      </p:nvGrpSpPr>
      <p:grpSpPr>
        <a:xfrm>
          <a:off x="0" y="0"/>
          <a:ext cx="0" cy="0"/>
          <a:chOff x="0" y="0"/>
          <a:chExt cx="0" cy="0"/>
        </a:xfrm>
      </p:grpSpPr>
      <p:sp>
        <p:nvSpPr>
          <p:cNvPr id="1658" name="Google Shape;1658;g3bfdd8f02b5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g3bfdd8f02b5_0_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3" name="Shape 1663"/>
        <p:cNvGrpSpPr/>
        <p:nvPr/>
      </p:nvGrpSpPr>
      <p:grpSpPr>
        <a:xfrm>
          <a:off x="0" y="0"/>
          <a:ext cx="0" cy="0"/>
          <a:chOff x="0" y="0"/>
          <a:chExt cx="0" cy="0"/>
        </a:xfrm>
      </p:grpSpPr>
      <p:sp>
        <p:nvSpPr>
          <p:cNvPr id="1664" name="Google Shape;1664;g35251cc313b_0_30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g35251cc313b_0_30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9" name="Shape 1669"/>
        <p:cNvGrpSpPr/>
        <p:nvPr/>
      </p:nvGrpSpPr>
      <p:grpSpPr>
        <a:xfrm>
          <a:off x="0" y="0"/>
          <a:ext cx="0" cy="0"/>
          <a:chOff x="0" y="0"/>
          <a:chExt cx="0" cy="0"/>
        </a:xfrm>
      </p:grpSpPr>
      <p:sp>
        <p:nvSpPr>
          <p:cNvPr id="1670" name="Google Shape;1670;g3bfdd8f02b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g3bfdd8f02b5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5" name="Shape 1675"/>
        <p:cNvGrpSpPr/>
        <p:nvPr/>
      </p:nvGrpSpPr>
      <p:grpSpPr>
        <a:xfrm>
          <a:off x="0" y="0"/>
          <a:ext cx="0" cy="0"/>
          <a:chOff x="0" y="0"/>
          <a:chExt cx="0" cy="0"/>
        </a:xfrm>
      </p:grpSpPr>
      <p:sp>
        <p:nvSpPr>
          <p:cNvPr id="1676" name="Google Shape;1676;g3c21f3f0f1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g3c21f3f0f1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2" name="Shape 1682"/>
        <p:cNvGrpSpPr/>
        <p:nvPr/>
      </p:nvGrpSpPr>
      <p:grpSpPr>
        <a:xfrm>
          <a:off x="0" y="0"/>
          <a:ext cx="0" cy="0"/>
          <a:chOff x="0" y="0"/>
          <a:chExt cx="0" cy="0"/>
        </a:xfrm>
      </p:grpSpPr>
      <p:sp>
        <p:nvSpPr>
          <p:cNvPr id="1683" name="Google Shape;1683;g3c21f3f0f1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g3c21f3f0f13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9" name="Shape 1689"/>
        <p:cNvGrpSpPr/>
        <p:nvPr/>
      </p:nvGrpSpPr>
      <p:grpSpPr>
        <a:xfrm>
          <a:off x="0" y="0"/>
          <a:ext cx="0" cy="0"/>
          <a:chOff x="0" y="0"/>
          <a:chExt cx="0" cy="0"/>
        </a:xfrm>
      </p:grpSpPr>
      <p:sp>
        <p:nvSpPr>
          <p:cNvPr id="1690" name="Google Shape;1690;g3c21f3f0f1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g3c21f3f0f13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6" name="Shape 1696"/>
        <p:cNvGrpSpPr/>
        <p:nvPr/>
      </p:nvGrpSpPr>
      <p:grpSpPr>
        <a:xfrm>
          <a:off x="0" y="0"/>
          <a:ext cx="0" cy="0"/>
          <a:chOff x="0" y="0"/>
          <a:chExt cx="0" cy="0"/>
        </a:xfrm>
      </p:grpSpPr>
      <p:sp>
        <p:nvSpPr>
          <p:cNvPr id="1697" name="Google Shape;1697;g3c21f3f0f1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g3c21f3f0f13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2" name="Shape 1702"/>
        <p:cNvGrpSpPr/>
        <p:nvPr/>
      </p:nvGrpSpPr>
      <p:grpSpPr>
        <a:xfrm>
          <a:off x="0" y="0"/>
          <a:ext cx="0" cy="0"/>
          <a:chOff x="0" y="0"/>
          <a:chExt cx="0" cy="0"/>
        </a:xfrm>
      </p:grpSpPr>
      <p:sp>
        <p:nvSpPr>
          <p:cNvPr id="1703" name="Google Shape;1703;g3c21f3f0f1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g3c21f3f0f13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8" name="Shape 1708"/>
        <p:cNvGrpSpPr/>
        <p:nvPr/>
      </p:nvGrpSpPr>
      <p:grpSpPr>
        <a:xfrm>
          <a:off x="0" y="0"/>
          <a:ext cx="0" cy="0"/>
          <a:chOff x="0" y="0"/>
          <a:chExt cx="0" cy="0"/>
        </a:xfrm>
      </p:grpSpPr>
      <p:sp>
        <p:nvSpPr>
          <p:cNvPr id="1709" name="Google Shape;1709;g357c580f6f6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g357c580f6f6_1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4" name="Shape 1714"/>
        <p:cNvGrpSpPr/>
        <p:nvPr/>
      </p:nvGrpSpPr>
      <p:grpSpPr>
        <a:xfrm>
          <a:off x="0" y="0"/>
          <a:ext cx="0" cy="0"/>
          <a:chOff x="0" y="0"/>
          <a:chExt cx="0" cy="0"/>
        </a:xfrm>
      </p:grpSpPr>
      <p:sp>
        <p:nvSpPr>
          <p:cNvPr id="1715" name="Google Shape;1715;g357c580f6f6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g357c580f6f6_1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2" name="Shape 1742"/>
        <p:cNvGrpSpPr/>
        <p:nvPr/>
      </p:nvGrpSpPr>
      <p:grpSpPr>
        <a:xfrm>
          <a:off x="0" y="0"/>
          <a:ext cx="0" cy="0"/>
          <a:chOff x="0" y="0"/>
          <a:chExt cx="0" cy="0"/>
        </a:xfrm>
      </p:grpSpPr>
      <p:sp>
        <p:nvSpPr>
          <p:cNvPr id="1743" name="Google Shape;1743;g357c580f6f6_1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g357c580f6f6_1_1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9" name="Shape 1749"/>
        <p:cNvGrpSpPr/>
        <p:nvPr/>
      </p:nvGrpSpPr>
      <p:grpSpPr>
        <a:xfrm>
          <a:off x="0" y="0"/>
          <a:ext cx="0" cy="0"/>
          <a:chOff x="0" y="0"/>
          <a:chExt cx="0" cy="0"/>
        </a:xfrm>
      </p:grpSpPr>
      <p:sp>
        <p:nvSpPr>
          <p:cNvPr id="1750" name="Google Shape;1750;g357c580f6f6_1_17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51" name="Google Shape;1751;g357c580f6f6_1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0" name="Shape 1760"/>
        <p:cNvGrpSpPr/>
        <p:nvPr/>
      </p:nvGrpSpPr>
      <p:grpSpPr>
        <a:xfrm>
          <a:off x="0" y="0"/>
          <a:ext cx="0" cy="0"/>
          <a:chOff x="0" y="0"/>
          <a:chExt cx="0" cy="0"/>
        </a:xfrm>
      </p:grpSpPr>
      <p:sp>
        <p:nvSpPr>
          <p:cNvPr id="1761" name="Google Shape;1761;g34d20b728ef_1_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g34d20b728ef_1_7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1" name="Shape 1771"/>
        <p:cNvGrpSpPr/>
        <p:nvPr/>
      </p:nvGrpSpPr>
      <p:grpSpPr>
        <a:xfrm>
          <a:off x="0" y="0"/>
          <a:ext cx="0" cy="0"/>
          <a:chOff x="0" y="0"/>
          <a:chExt cx="0" cy="0"/>
        </a:xfrm>
      </p:grpSpPr>
      <p:sp>
        <p:nvSpPr>
          <p:cNvPr id="1772" name="Google Shape;1772;g34d20b728ef_1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g34d20b728ef_1_3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2" name="Shape 1782"/>
        <p:cNvGrpSpPr/>
        <p:nvPr/>
      </p:nvGrpSpPr>
      <p:grpSpPr>
        <a:xfrm>
          <a:off x="0" y="0"/>
          <a:ext cx="0" cy="0"/>
          <a:chOff x="0" y="0"/>
          <a:chExt cx="0" cy="0"/>
        </a:xfrm>
      </p:grpSpPr>
      <p:sp>
        <p:nvSpPr>
          <p:cNvPr id="1783" name="Google Shape;1783;g357c580f6f6_1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g357c580f6f6_1_2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8" name="Shape 1798"/>
        <p:cNvGrpSpPr/>
        <p:nvPr/>
      </p:nvGrpSpPr>
      <p:grpSpPr>
        <a:xfrm>
          <a:off x="0" y="0"/>
          <a:ext cx="0" cy="0"/>
          <a:chOff x="0" y="0"/>
          <a:chExt cx="0" cy="0"/>
        </a:xfrm>
      </p:grpSpPr>
      <p:sp>
        <p:nvSpPr>
          <p:cNvPr id="1799" name="Google Shape;1799;g357c580f6f6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g357c580f6f6_2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5" name="Shape 1805"/>
        <p:cNvGrpSpPr/>
        <p:nvPr/>
      </p:nvGrpSpPr>
      <p:grpSpPr>
        <a:xfrm>
          <a:off x="0" y="0"/>
          <a:ext cx="0" cy="0"/>
          <a:chOff x="0" y="0"/>
          <a:chExt cx="0" cy="0"/>
        </a:xfrm>
      </p:grpSpPr>
      <p:sp>
        <p:nvSpPr>
          <p:cNvPr id="1806" name="Google Shape;1806;g357c580f6f6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g357c580f6f6_3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2" name="Shape 1812"/>
        <p:cNvGrpSpPr/>
        <p:nvPr/>
      </p:nvGrpSpPr>
      <p:grpSpPr>
        <a:xfrm>
          <a:off x="0" y="0"/>
          <a:ext cx="0" cy="0"/>
          <a:chOff x="0" y="0"/>
          <a:chExt cx="0" cy="0"/>
        </a:xfrm>
      </p:grpSpPr>
      <p:sp>
        <p:nvSpPr>
          <p:cNvPr id="1813" name="Google Shape;1813;g357c580f6f6_3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g357c580f6f6_3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9" name="Shape 1819"/>
        <p:cNvGrpSpPr/>
        <p:nvPr/>
      </p:nvGrpSpPr>
      <p:grpSpPr>
        <a:xfrm>
          <a:off x="0" y="0"/>
          <a:ext cx="0" cy="0"/>
          <a:chOff x="0" y="0"/>
          <a:chExt cx="0" cy="0"/>
        </a:xfrm>
      </p:grpSpPr>
      <p:sp>
        <p:nvSpPr>
          <p:cNvPr id="1820" name="Google Shape;1820;g357c580f6f6_3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g357c580f6f6_3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5" name="Shape 1825"/>
        <p:cNvGrpSpPr/>
        <p:nvPr/>
      </p:nvGrpSpPr>
      <p:grpSpPr>
        <a:xfrm>
          <a:off x="0" y="0"/>
          <a:ext cx="0" cy="0"/>
          <a:chOff x="0" y="0"/>
          <a:chExt cx="0" cy="0"/>
        </a:xfrm>
      </p:grpSpPr>
      <p:sp>
        <p:nvSpPr>
          <p:cNvPr id="1826" name="Google Shape;1826;g357c580f6f6_3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g357c580f6f6_3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1" name="Shape 1831"/>
        <p:cNvGrpSpPr/>
        <p:nvPr/>
      </p:nvGrpSpPr>
      <p:grpSpPr>
        <a:xfrm>
          <a:off x="0" y="0"/>
          <a:ext cx="0" cy="0"/>
          <a:chOff x="0" y="0"/>
          <a:chExt cx="0" cy="0"/>
        </a:xfrm>
      </p:grpSpPr>
      <p:sp>
        <p:nvSpPr>
          <p:cNvPr id="1832" name="Google Shape;1832;g357c580f6f6_3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g357c580f6f6_3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8" name="Shape 1838"/>
        <p:cNvGrpSpPr/>
        <p:nvPr/>
      </p:nvGrpSpPr>
      <p:grpSpPr>
        <a:xfrm>
          <a:off x="0" y="0"/>
          <a:ext cx="0" cy="0"/>
          <a:chOff x="0" y="0"/>
          <a:chExt cx="0" cy="0"/>
        </a:xfrm>
      </p:grpSpPr>
      <p:sp>
        <p:nvSpPr>
          <p:cNvPr id="1839" name="Google Shape;1839;g357c580f6f6_3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g357c580f6f6_3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4" name="Shape 1844"/>
        <p:cNvGrpSpPr/>
        <p:nvPr/>
      </p:nvGrpSpPr>
      <p:grpSpPr>
        <a:xfrm>
          <a:off x="0" y="0"/>
          <a:ext cx="0" cy="0"/>
          <a:chOff x="0" y="0"/>
          <a:chExt cx="0" cy="0"/>
        </a:xfrm>
      </p:grpSpPr>
      <p:sp>
        <p:nvSpPr>
          <p:cNvPr id="1845" name="Google Shape;1845;g359e0021a59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g359e0021a59_1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0" name="Shape 1850"/>
        <p:cNvGrpSpPr/>
        <p:nvPr/>
      </p:nvGrpSpPr>
      <p:grpSpPr>
        <a:xfrm>
          <a:off x="0" y="0"/>
          <a:ext cx="0" cy="0"/>
          <a:chOff x="0" y="0"/>
          <a:chExt cx="0" cy="0"/>
        </a:xfrm>
      </p:grpSpPr>
      <p:sp>
        <p:nvSpPr>
          <p:cNvPr id="1851" name="Google Shape;1851;g359e0021a59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g359e0021a59_1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8" name="Shape 1858"/>
        <p:cNvGrpSpPr/>
        <p:nvPr/>
      </p:nvGrpSpPr>
      <p:grpSpPr>
        <a:xfrm>
          <a:off x="0" y="0"/>
          <a:ext cx="0" cy="0"/>
          <a:chOff x="0" y="0"/>
          <a:chExt cx="0" cy="0"/>
        </a:xfrm>
      </p:grpSpPr>
      <p:sp>
        <p:nvSpPr>
          <p:cNvPr id="1859" name="Google Shape;1859;g359c69846d0_1_1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g359c69846d0_1_11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9" name="Shape 1869"/>
        <p:cNvGrpSpPr/>
        <p:nvPr/>
      </p:nvGrpSpPr>
      <p:grpSpPr>
        <a:xfrm>
          <a:off x="0" y="0"/>
          <a:ext cx="0" cy="0"/>
          <a:chOff x="0" y="0"/>
          <a:chExt cx="0" cy="0"/>
        </a:xfrm>
      </p:grpSpPr>
      <p:sp>
        <p:nvSpPr>
          <p:cNvPr id="1870" name="Google Shape;1870;g357c580f6f6_3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g357c580f6f6_3_1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2" name="Shape 1882"/>
        <p:cNvGrpSpPr/>
        <p:nvPr/>
      </p:nvGrpSpPr>
      <p:grpSpPr>
        <a:xfrm>
          <a:off x="0" y="0"/>
          <a:ext cx="0" cy="0"/>
          <a:chOff x="0" y="0"/>
          <a:chExt cx="0" cy="0"/>
        </a:xfrm>
      </p:grpSpPr>
      <p:sp>
        <p:nvSpPr>
          <p:cNvPr id="1883" name="Google Shape;1883;g357c580f6f6_1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g357c580f6f6_1_2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8" name="Shape 1888"/>
        <p:cNvGrpSpPr/>
        <p:nvPr/>
      </p:nvGrpSpPr>
      <p:grpSpPr>
        <a:xfrm>
          <a:off x="0" y="0"/>
          <a:ext cx="0" cy="0"/>
          <a:chOff x="0" y="0"/>
          <a:chExt cx="0" cy="0"/>
        </a:xfrm>
      </p:grpSpPr>
      <p:sp>
        <p:nvSpPr>
          <p:cNvPr id="1889" name="Google Shape;1889;g35251cc313b_0_2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g35251cc313b_0_24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6" name="Shape 1906"/>
        <p:cNvGrpSpPr/>
        <p:nvPr/>
      </p:nvGrpSpPr>
      <p:grpSpPr>
        <a:xfrm>
          <a:off x="0" y="0"/>
          <a:ext cx="0" cy="0"/>
          <a:chOff x="0" y="0"/>
          <a:chExt cx="0" cy="0"/>
        </a:xfrm>
      </p:grpSpPr>
      <p:sp>
        <p:nvSpPr>
          <p:cNvPr id="1907" name="Google Shape;1907;g359e0021a5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g359e0021a59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4" name="Shape 1924"/>
        <p:cNvGrpSpPr/>
        <p:nvPr/>
      </p:nvGrpSpPr>
      <p:grpSpPr>
        <a:xfrm>
          <a:off x="0" y="0"/>
          <a:ext cx="0" cy="0"/>
          <a:chOff x="0" y="0"/>
          <a:chExt cx="0" cy="0"/>
        </a:xfrm>
      </p:grpSpPr>
      <p:sp>
        <p:nvSpPr>
          <p:cNvPr id="1925" name="Google Shape;1925;g359e0021a5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g359e0021a59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4" name="Shape 1934"/>
        <p:cNvGrpSpPr/>
        <p:nvPr/>
      </p:nvGrpSpPr>
      <p:grpSpPr>
        <a:xfrm>
          <a:off x="0" y="0"/>
          <a:ext cx="0" cy="0"/>
          <a:chOff x="0" y="0"/>
          <a:chExt cx="0" cy="0"/>
        </a:xfrm>
      </p:grpSpPr>
      <p:sp>
        <p:nvSpPr>
          <p:cNvPr id="1935" name="Google Shape;1935;g359e0021a59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g359e0021a59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6" name="Shape 1946"/>
        <p:cNvGrpSpPr/>
        <p:nvPr/>
      </p:nvGrpSpPr>
      <p:grpSpPr>
        <a:xfrm>
          <a:off x="0" y="0"/>
          <a:ext cx="0" cy="0"/>
          <a:chOff x="0" y="0"/>
          <a:chExt cx="0" cy="0"/>
        </a:xfrm>
      </p:grpSpPr>
      <p:sp>
        <p:nvSpPr>
          <p:cNvPr id="1947" name="Google Shape;1947;g359e0021a59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g359e0021a59_0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7" name="Shape 1957"/>
        <p:cNvGrpSpPr/>
        <p:nvPr/>
      </p:nvGrpSpPr>
      <p:grpSpPr>
        <a:xfrm>
          <a:off x="0" y="0"/>
          <a:ext cx="0" cy="0"/>
          <a:chOff x="0" y="0"/>
          <a:chExt cx="0" cy="0"/>
        </a:xfrm>
      </p:grpSpPr>
      <p:sp>
        <p:nvSpPr>
          <p:cNvPr id="1958" name="Google Shape;1958;g35251cc313b_0_20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g35251cc313b_0_20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0" name="Shape 1970"/>
        <p:cNvGrpSpPr/>
        <p:nvPr/>
      </p:nvGrpSpPr>
      <p:grpSpPr>
        <a:xfrm>
          <a:off x="0" y="0"/>
          <a:ext cx="0" cy="0"/>
          <a:chOff x="0" y="0"/>
          <a:chExt cx="0" cy="0"/>
        </a:xfrm>
      </p:grpSpPr>
      <p:sp>
        <p:nvSpPr>
          <p:cNvPr id="1971" name="Google Shape;1971;g359e0021a59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g359e0021a59_0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7" name="Shape 1977"/>
        <p:cNvGrpSpPr/>
        <p:nvPr/>
      </p:nvGrpSpPr>
      <p:grpSpPr>
        <a:xfrm>
          <a:off x="0" y="0"/>
          <a:ext cx="0" cy="0"/>
          <a:chOff x="0" y="0"/>
          <a:chExt cx="0" cy="0"/>
        </a:xfrm>
      </p:grpSpPr>
      <p:sp>
        <p:nvSpPr>
          <p:cNvPr id="1978" name="Google Shape;1978;g359c69846d0_1_6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g359c69846d0_1_6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9" name="Shape 1999"/>
        <p:cNvGrpSpPr/>
        <p:nvPr/>
      </p:nvGrpSpPr>
      <p:grpSpPr>
        <a:xfrm>
          <a:off x="0" y="0"/>
          <a:ext cx="0" cy="0"/>
          <a:chOff x="0" y="0"/>
          <a:chExt cx="0" cy="0"/>
        </a:xfrm>
      </p:grpSpPr>
      <p:sp>
        <p:nvSpPr>
          <p:cNvPr id="2000" name="Google Shape;2000;g359e0021a59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g359e0021a59_0_1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2" name="Shape 2012"/>
        <p:cNvGrpSpPr/>
        <p:nvPr/>
      </p:nvGrpSpPr>
      <p:grpSpPr>
        <a:xfrm>
          <a:off x="0" y="0"/>
          <a:ext cx="0" cy="0"/>
          <a:chOff x="0" y="0"/>
          <a:chExt cx="0" cy="0"/>
        </a:xfrm>
      </p:grpSpPr>
      <p:sp>
        <p:nvSpPr>
          <p:cNvPr id="2013" name="Google Shape;2013;g35251cc313b_0_2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g35251cc313b_0_23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8" name="Shape 2018"/>
        <p:cNvGrpSpPr/>
        <p:nvPr/>
      </p:nvGrpSpPr>
      <p:grpSpPr>
        <a:xfrm>
          <a:off x="0" y="0"/>
          <a:ext cx="0" cy="0"/>
          <a:chOff x="0" y="0"/>
          <a:chExt cx="0" cy="0"/>
        </a:xfrm>
      </p:grpSpPr>
      <p:sp>
        <p:nvSpPr>
          <p:cNvPr id="2019" name="Google Shape;2019;g34d20b728ef_1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g34d20b728ef_1_5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9" name="Shape 2039"/>
        <p:cNvGrpSpPr/>
        <p:nvPr/>
      </p:nvGrpSpPr>
      <p:grpSpPr>
        <a:xfrm>
          <a:off x="0" y="0"/>
          <a:ext cx="0" cy="0"/>
          <a:chOff x="0" y="0"/>
          <a:chExt cx="0" cy="0"/>
        </a:xfrm>
      </p:grpSpPr>
      <p:sp>
        <p:nvSpPr>
          <p:cNvPr id="2040" name="Google Shape;2040;g359cb2a55f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1" name="Google Shape;2041;g359cb2a55f7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4" name="Shape 2044"/>
        <p:cNvGrpSpPr/>
        <p:nvPr/>
      </p:nvGrpSpPr>
      <p:grpSpPr>
        <a:xfrm>
          <a:off x="0" y="0"/>
          <a:ext cx="0" cy="0"/>
          <a:chOff x="0" y="0"/>
          <a:chExt cx="0" cy="0"/>
        </a:xfrm>
      </p:grpSpPr>
      <p:sp>
        <p:nvSpPr>
          <p:cNvPr id="2045" name="Google Shape;2045;g359cb2a55f7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6" name="Google Shape;2046;g359cb2a55f7_0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9" name="Shape 2049"/>
        <p:cNvGrpSpPr/>
        <p:nvPr/>
      </p:nvGrpSpPr>
      <p:grpSpPr>
        <a:xfrm>
          <a:off x="0" y="0"/>
          <a:ext cx="0" cy="0"/>
          <a:chOff x="0" y="0"/>
          <a:chExt cx="0" cy="0"/>
        </a:xfrm>
      </p:grpSpPr>
      <p:sp>
        <p:nvSpPr>
          <p:cNvPr id="2050" name="Google Shape;2050;g359cb2a55f7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g359cb2a55f7_0_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6" name="Shape 2066"/>
        <p:cNvGrpSpPr/>
        <p:nvPr/>
      </p:nvGrpSpPr>
      <p:grpSpPr>
        <a:xfrm>
          <a:off x="0" y="0"/>
          <a:ext cx="0" cy="0"/>
          <a:chOff x="0" y="0"/>
          <a:chExt cx="0" cy="0"/>
        </a:xfrm>
      </p:grpSpPr>
      <p:sp>
        <p:nvSpPr>
          <p:cNvPr id="2067" name="Google Shape;2067;g359cb2a55f7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8" name="Google Shape;2068;g359cb2a55f7_0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1" name="Shape 2071"/>
        <p:cNvGrpSpPr/>
        <p:nvPr/>
      </p:nvGrpSpPr>
      <p:grpSpPr>
        <a:xfrm>
          <a:off x="0" y="0"/>
          <a:ext cx="0" cy="0"/>
          <a:chOff x="0" y="0"/>
          <a:chExt cx="0" cy="0"/>
        </a:xfrm>
      </p:grpSpPr>
      <p:sp>
        <p:nvSpPr>
          <p:cNvPr id="2072" name="Google Shape;2072;g359cb2a55f7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3" name="Google Shape;2073;g359cb2a55f7_0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6" name="Shape 2076"/>
        <p:cNvGrpSpPr/>
        <p:nvPr/>
      </p:nvGrpSpPr>
      <p:grpSpPr>
        <a:xfrm>
          <a:off x="0" y="0"/>
          <a:ext cx="0" cy="0"/>
          <a:chOff x="0" y="0"/>
          <a:chExt cx="0" cy="0"/>
        </a:xfrm>
      </p:grpSpPr>
      <p:sp>
        <p:nvSpPr>
          <p:cNvPr id="2077" name="Google Shape;2077;g35234afb7e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8" name="Google Shape;2078;g35234afb7e3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2" name="Shape 2082"/>
        <p:cNvGrpSpPr/>
        <p:nvPr/>
      </p:nvGrpSpPr>
      <p:grpSpPr>
        <a:xfrm>
          <a:off x="0" y="0"/>
          <a:ext cx="0" cy="0"/>
          <a:chOff x="0" y="0"/>
          <a:chExt cx="0" cy="0"/>
        </a:xfrm>
      </p:grpSpPr>
      <p:sp>
        <p:nvSpPr>
          <p:cNvPr id="2083" name="Google Shape;2083;g35234afb7e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4" name="Google Shape;2084;g35234afb7e3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7" name="Shape 2087"/>
        <p:cNvGrpSpPr/>
        <p:nvPr/>
      </p:nvGrpSpPr>
      <p:grpSpPr>
        <a:xfrm>
          <a:off x="0" y="0"/>
          <a:ext cx="0" cy="0"/>
          <a:chOff x="0" y="0"/>
          <a:chExt cx="0" cy="0"/>
        </a:xfrm>
      </p:grpSpPr>
      <p:sp>
        <p:nvSpPr>
          <p:cNvPr id="2088" name="Google Shape;2088;g358087a55f5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g358087a55f5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3" name="Shape 2093"/>
        <p:cNvGrpSpPr/>
        <p:nvPr/>
      </p:nvGrpSpPr>
      <p:grpSpPr>
        <a:xfrm>
          <a:off x="0" y="0"/>
          <a:ext cx="0" cy="0"/>
          <a:chOff x="0" y="0"/>
          <a:chExt cx="0" cy="0"/>
        </a:xfrm>
      </p:grpSpPr>
      <p:sp>
        <p:nvSpPr>
          <p:cNvPr id="2094" name="Google Shape;2094;g358087a55f5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g358087a55f5_0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9" name="Shape 2099"/>
        <p:cNvGrpSpPr/>
        <p:nvPr/>
      </p:nvGrpSpPr>
      <p:grpSpPr>
        <a:xfrm>
          <a:off x="0" y="0"/>
          <a:ext cx="0" cy="0"/>
          <a:chOff x="0" y="0"/>
          <a:chExt cx="0" cy="0"/>
        </a:xfrm>
      </p:grpSpPr>
      <p:sp>
        <p:nvSpPr>
          <p:cNvPr id="2100" name="Google Shape;2100;g358087a55f5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g358087a55f5_0_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5" name="Shape 2105"/>
        <p:cNvGrpSpPr/>
        <p:nvPr/>
      </p:nvGrpSpPr>
      <p:grpSpPr>
        <a:xfrm>
          <a:off x="0" y="0"/>
          <a:ext cx="0" cy="0"/>
          <a:chOff x="0" y="0"/>
          <a:chExt cx="0" cy="0"/>
        </a:xfrm>
      </p:grpSpPr>
      <p:sp>
        <p:nvSpPr>
          <p:cNvPr id="2106" name="Google Shape;2106;g359c69846d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g359c69846d0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4" name="Shape 2114"/>
        <p:cNvGrpSpPr/>
        <p:nvPr/>
      </p:nvGrpSpPr>
      <p:grpSpPr>
        <a:xfrm>
          <a:off x="0" y="0"/>
          <a:ext cx="0" cy="0"/>
          <a:chOff x="0" y="0"/>
          <a:chExt cx="0" cy="0"/>
        </a:xfrm>
      </p:grpSpPr>
      <p:sp>
        <p:nvSpPr>
          <p:cNvPr id="2115" name="Google Shape;2115;g359c7b0364d_0_3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g359c7b0364d_0_31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6" name="Shape 2136"/>
        <p:cNvGrpSpPr/>
        <p:nvPr/>
      </p:nvGrpSpPr>
      <p:grpSpPr>
        <a:xfrm>
          <a:off x="0" y="0"/>
          <a:ext cx="0" cy="0"/>
          <a:chOff x="0" y="0"/>
          <a:chExt cx="0" cy="0"/>
        </a:xfrm>
      </p:grpSpPr>
      <p:sp>
        <p:nvSpPr>
          <p:cNvPr id="2137" name="Google Shape;2137;g35251cc313b_0_1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g35251cc313b_0_12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3" name="Shape 2153"/>
        <p:cNvGrpSpPr/>
        <p:nvPr/>
      </p:nvGrpSpPr>
      <p:grpSpPr>
        <a:xfrm>
          <a:off x="0" y="0"/>
          <a:ext cx="0" cy="0"/>
          <a:chOff x="0" y="0"/>
          <a:chExt cx="0" cy="0"/>
        </a:xfrm>
      </p:grpSpPr>
      <p:sp>
        <p:nvSpPr>
          <p:cNvPr id="2154" name="Google Shape;2154;g359e0021a59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g359e0021a59_1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2" name="Shape 2162"/>
        <p:cNvGrpSpPr/>
        <p:nvPr/>
      </p:nvGrpSpPr>
      <p:grpSpPr>
        <a:xfrm>
          <a:off x="0" y="0"/>
          <a:ext cx="0" cy="0"/>
          <a:chOff x="0" y="0"/>
          <a:chExt cx="0" cy="0"/>
        </a:xfrm>
      </p:grpSpPr>
      <p:sp>
        <p:nvSpPr>
          <p:cNvPr id="2163" name="Google Shape;2163;g359e0021a59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g359e0021a59_1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2" name="Shape 2172"/>
        <p:cNvGrpSpPr/>
        <p:nvPr/>
      </p:nvGrpSpPr>
      <p:grpSpPr>
        <a:xfrm>
          <a:off x="0" y="0"/>
          <a:ext cx="0" cy="0"/>
          <a:chOff x="0" y="0"/>
          <a:chExt cx="0" cy="0"/>
        </a:xfrm>
      </p:grpSpPr>
      <p:sp>
        <p:nvSpPr>
          <p:cNvPr id="2173" name="Google Shape;2173;g359e0021a59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g359e0021a59_1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0" name="Shape 2180"/>
        <p:cNvGrpSpPr/>
        <p:nvPr/>
      </p:nvGrpSpPr>
      <p:grpSpPr>
        <a:xfrm>
          <a:off x="0" y="0"/>
          <a:ext cx="0" cy="0"/>
          <a:chOff x="0" y="0"/>
          <a:chExt cx="0" cy="0"/>
        </a:xfrm>
      </p:grpSpPr>
      <p:sp>
        <p:nvSpPr>
          <p:cNvPr id="2181" name="Google Shape;2181;g35251cc313b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g35251cc313b_0_4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7" name="Shape 2197"/>
        <p:cNvGrpSpPr/>
        <p:nvPr/>
      </p:nvGrpSpPr>
      <p:grpSpPr>
        <a:xfrm>
          <a:off x="0" y="0"/>
          <a:ext cx="0" cy="0"/>
          <a:chOff x="0" y="0"/>
          <a:chExt cx="0" cy="0"/>
        </a:xfrm>
      </p:grpSpPr>
      <p:sp>
        <p:nvSpPr>
          <p:cNvPr id="2198" name="Google Shape;2198;g3bfa75a5e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g3bfa75a5e8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5" name="Shape 2205"/>
        <p:cNvGrpSpPr/>
        <p:nvPr/>
      </p:nvGrpSpPr>
      <p:grpSpPr>
        <a:xfrm>
          <a:off x="0" y="0"/>
          <a:ext cx="0" cy="0"/>
          <a:chOff x="0" y="0"/>
          <a:chExt cx="0" cy="0"/>
        </a:xfrm>
      </p:grpSpPr>
      <p:sp>
        <p:nvSpPr>
          <p:cNvPr id="2206" name="Google Shape;2206;g3bfa75a5e8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g3bfa75a5e81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4" name="Shape 2214"/>
        <p:cNvGrpSpPr/>
        <p:nvPr/>
      </p:nvGrpSpPr>
      <p:grpSpPr>
        <a:xfrm>
          <a:off x="0" y="0"/>
          <a:ext cx="0" cy="0"/>
          <a:chOff x="0" y="0"/>
          <a:chExt cx="0" cy="0"/>
        </a:xfrm>
      </p:grpSpPr>
      <p:sp>
        <p:nvSpPr>
          <p:cNvPr id="2215" name="Google Shape;2215;g3bfa75a5e8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g3bfa75a5e81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3" name="Shape 2223"/>
        <p:cNvGrpSpPr/>
        <p:nvPr/>
      </p:nvGrpSpPr>
      <p:grpSpPr>
        <a:xfrm>
          <a:off x="0" y="0"/>
          <a:ext cx="0" cy="0"/>
          <a:chOff x="0" y="0"/>
          <a:chExt cx="0" cy="0"/>
        </a:xfrm>
      </p:grpSpPr>
      <p:sp>
        <p:nvSpPr>
          <p:cNvPr id="2224" name="Google Shape;2224;g3bfa75a5e8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g3bfa75a5e81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2" name="Shape 2232"/>
        <p:cNvGrpSpPr/>
        <p:nvPr/>
      </p:nvGrpSpPr>
      <p:grpSpPr>
        <a:xfrm>
          <a:off x="0" y="0"/>
          <a:ext cx="0" cy="0"/>
          <a:chOff x="0" y="0"/>
          <a:chExt cx="0" cy="0"/>
        </a:xfrm>
      </p:grpSpPr>
      <p:sp>
        <p:nvSpPr>
          <p:cNvPr id="2233" name="Google Shape;2233;g3bfa75a5e81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g3bfa75a5e81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0" name="Shape 2240"/>
        <p:cNvGrpSpPr/>
        <p:nvPr/>
      </p:nvGrpSpPr>
      <p:grpSpPr>
        <a:xfrm>
          <a:off x="0" y="0"/>
          <a:ext cx="0" cy="0"/>
          <a:chOff x="0" y="0"/>
          <a:chExt cx="0" cy="0"/>
        </a:xfrm>
      </p:grpSpPr>
      <p:sp>
        <p:nvSpPr>
          <p:cNvPr id="2241" name="Google Shape;2241;g3bfa75a5e81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g3bfa75a5e81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6" name="Shape 2246"/>
        <p:cNvGrpSpPr/>
        <p:nvPr/>
      </p:nvGrpSpPr>
      <p:grpSpPr>
        <a:xfrm>
          <a:off x="0" y="0"/>
          <a:ext cx="0" cy="0"/>
          <a:chOff x="0" y="0"/>
          <a:chExt cx="0" cy="0"/>
        </a:xfrm>
      </p:grpSpPr>
      <p:sp>
        <p:nvSpPr>
          <p:cNvPr id="2247" name="Google Shape;2247;g3bfa75a5e81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g3bfa75a5e81_0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10.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jp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jp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0.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3.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3.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2.png"/><Relationship Id="rId3" Type="http://schemas.openxmlformats.org/officeDocument/2006/relationships/image" Target="../media/image23.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3.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2.png"/><Relationship Id="rId3" Type="http://schemas.openxmlformats.org/officeDocument/2006/relationships/image" Target="../media/image23.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3.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3.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3.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4.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1.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5.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0.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0.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0.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0.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0.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0.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5.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4.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86.pn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82.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5.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81.pn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3.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82.pn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5.pn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4.png"/></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5.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31.jpg"/></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1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2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Content">
  <p:cSld name="CUSTOM_2_3_1">
    <p:spTree>
      <p:nvGrpSpPr>
        <p:cNvPr id="50" name="Shape 50"/>
        <p:cNvGrpSpPr/>
        <p:nvPr/>
      </p:nvGrpSpPr>
      <p:grpSpPr>
        <a:xfrm>
          <a:off x="0" y="0"/>
          <a:ext cx="0" cy="0"/>
          <a:chOff x="0" y="0"/>
          <a:chExt cx="0" cy="0"/>
        </a:xfrm>
      </p:grpSpPr>
      <p:sp>
        <p:nvSpPr>
          <p:cNvPr id="51" name="Google Shape;51;p28"/>
          <p:cNvSpPr txBox="1"/>
          <p:nvPr>
            <p:ph idx="1" type="body"/>
          </p:nvPr>
        </p:nvSpPr>
        <p:spPr>
          <a:xfrm>
            <a:off x="457175" y="1536250"/>
            <a:ext cx="4077000" cy="31518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2" name="Google Shape;52;p28"/>
          <p:cNvSpPr txBox="1"/>
          <p:nvPr>
            <p:ph type="title"/>
          </p:nvPr>
        </p:nvSpPr>
        <p:spPr>
          <a:xfrm>
            <a:off x="457175" y="460250"/>
            <a:ext cx="4077000" cy="999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sz="1800"/>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pic>
        <p:nvPicPr>
          <p:cNvPr id="53" name="Google Shape;53;p28"/>
          <p:cNvPicPr preferRelativeResize="0"/>
          <p:nvPr/>
        </p:nvPicPr>
        <p:blipFill rotWithShape="1">
          <a:blip r:embed="rId2">
            <a:alphaModFix/>
          </a:blip>
          <a:srcRect b="0" l="0" r="0" t="0"/>
          <a:stretch/>
        </p:blipFill>
        <p:spPr>
          <a:xfrm>
            <a:off x="8027650" y="4857963"/>
            <a:ext cx="659356" cy="115363"/>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Content 1">
  <p:cSld name="CUSTOM_2_3_2">
    <p:spTree>
      <p:nvGrpSpPr>
        <p:cNvPr id="54" name="Shape 54"/>
        <p:cNvGrpSpPr/>
        <p:nvPr/>
      </p:nvGrpSpPr>
      <p:grpSpPr>
        <a:xfrm>
          <a:off x="0" y="0"/>
          <a:ext cx="0" cy="0"/>
          <a:chOff x="0" y="0"/>
          <a:chExt cx="0" cy="0"/>
        </a:xfrm>
      </p:grpSpPr>
      <p:sp>
        <p:nvSpPr>
          <p:cNvPr id="55" name="Google Shape;55;p29"/>
          <p:cNvSpPr txBox="1"/>
          <p:nvPr>
            <p:ph type="title"/>
          </p:nvPr>
        </p:nvSpPr>
        <p:spPr>
          <a:xfrm>
            <a:off x="761950" y="809575"/>
            <a:ext cx="5080200" cy="352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6" name="Google Shape;56;p29"/>
          <p:cNvSpPr txBox="1"/>
          <p:nvPr>
            <p:ph idx="1" type="body"/>
          </p:nvPr>
        </p:nvSpPr>
        <p:spPr>
          <a:xfrm>
            <a:off x="762025" y="1514225"/>
            <a:ext cx="5080200" cy="28197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grpSp>
        <p:nvGrpSpPr>
          <p:cNvPr id="57" name="Google Shape;57;p29"/>
          <p:cNvGrpSpPr/>
          <p:nvPr/>
        </p:nvGrpSpPr>
        <p:grpSpPr>
          <a:xfrm>
            <a:off x="614120" y="4568626"/>
            <a:ext cx="1565658" cy="245350"/>
            <a:chOff x="614120" y="4568626"/>
            <a:chExt cx="1565658" cy="245350"/>
          </a:xfrm>
        </p:grpSpPr>
        <p:grpSp>
          <p:nvGrpSpPr>
            <p:cNvPr id="58" name="Google Shape;58;p29"/>
            <p:cNvGrpSpPr/>
            <p:nvPr/>
          </p:nvGrpSpPr>
          <p:grpSpPr>
            <a:xfrm>
              <a:off x="614120" y="4568626"/>
              <a:ext cx="290167" cy="233377"/>
              <a:chOff x="614120" y="4568626"/>
              <a:chExt cx="290167" cy="233377"/>
            </a:xfrm>
          </p:grpSpPr>
          <p:sp>
            <p:nvSpPr>
              <p:cNvPr id="59" name="Google Shape;59;p29"/>
              <p:cNvSpPr/>
              <p:nvPr/>
            </p:nvSpPr>
            <p:spPr>
              <a:xfrm>
                <a:off x="649563" y="4568626"/>
                <a:ext cx="184863" cy="83805"/>
              </a:xfrm>
              <a:custGeom>
                <a:rect b="b" l="l" r="r" t="t"/>
                <a:pathLst>
                  <a:path extrusionOk="0" h="12669" w="27946">
                    <a:moveTo>
                      <a:pt x="16372" y="0"/>
                    </a:moveTo>
                    <a:lnTo>
                      <a:pt x="14729" y="95"/>
                    </a:lnTo>
                    <a:lnTo>
                      <a:pt x="13098" y="345"/>
                    </a:lnTo>
                    <a:lnTo>
                      <a:pt x="11502" y="762"/>
                    </a:lnTo>
                    <a:lnTo>
                      <a:pt x="9942" y="1322"/>
                    </a:lnTo>
                    <a:lnTo>
                      <a:pt x="8430" y="2036"/>
                    </a:lnTo>
                    <a:lnTo>
                      <a:pt x="6989" y="2905"/>
                    </a:lnTo>
                    <a:lnTo>
                      <a:pt x="5620" y="3929"/>
                    </a:lnTo>
                    <a:lnTo>
                      <a:pt x="4334" y="5108"/>
                    </a:lnTo>
                    <a:lnTo>
                      <a:pt x="3739" y="5751"/>
                    </a:lnTo>
                    <a:lnTo>
                      <a:pt x="3405" y="6132"/>
                    </a:lnTo>
                    <a:lnTo>
                      <a:pt x="2798" y="6906"/>
                    </a:lnTo>
                    <a:lnTo>
                      <a:pt x="2227" y="7716"/>
                    </a:lnTo>
                    <a:lnTo>
                      <a:pt x="1703" y="8561"/>
                    </a:lnTo>
                    <a:lnTo>
                      <a:pt x="1238" y="9430"/>
                    </a:lnTo>
                    <a:lnTo>
                      <a:pt x="810" y="10335"/>
                    </a:lnTo>
                    <a:lnTo>
                      <a:pt x="453" y="11252"/>
                    </a:lnTo>
                    <a:lnTo>
                      <a:pt x="131" y="12192"/>
                    </a:lnTo>
                    <a:lnTo>
                      <a:pt x="0" y="12669"/>
                    </a:lnTo>
                    <a:lnTo>
                      <a:pt x="179" y="12573"/>
                    </a:lnTo>
                    <a:lnTo>
                      <a:pt x="595" y="12514"/>
                    </a:lnTo>
                    <a:lnTo>
                      <a:pt x="1203" y="12573"/>
                    </a:lnTo>
                    <a:lnTo>
                      <a:pt x="1310" y="12597"/>
                    </a:lnTo>
                    <a:lnTo>
                      <a:pt x="8930" y="11347"/>
                    </a:lnTo>
                    <a:lnTo>
                      <a:pt x="8978" y="11264"/>
                    </a:lnTo>
                    <a:lnTo>
                      <a:pt x="9252" y="10906"/>
                    </a:lnTo>
                    <a:lnTo>
                      <a:pt x="9442" y="10740"/>
                    </a:lnTo>
                    <a:lnTo>
                      <a:pt x="9526" y="10740"/>
                    </a:lnTo>
                    <a:lnTo>
                      <a:pt x="9847" y="10395"/>
                    </a:lnTo>
                    <a:lnTo>
                      <a:pt x="10538" y="9775"/>
                    </a:lnTo>
                    <a:lnTo>
                      <a:pt x="11276" y="9240"/>
                    </a:lnTo>
                    <a:lnTo>
                      <a:pt x="12050" y="8775"/>
                    </a:lnTo>
                    <a:lnTo>
                      <a:pt x="12847" y="8382"/>
                    </a:lnTo>
                    <a:lnTo>
                      <a:pt x="13681" y="8085"/>
                    </a:lnTo>
                    <a:lnTo>
                      <a:pt x="14538" y="7846"/>
                    </a:lnTo>
                    <a:lnTo>
                      <a:pt x="15407" y="7704"/>
                    </a:lnTo>
                    <a:lnTo>
                      <a:pt x="16289" y="7644"/>
                    </a:lnTo>
                    <a:lnTo>
                      <a:pt x="17170" y="7656"/>
                    </a:lnTo>
                    <a:lnTo>
                      <a:pt x="18039" y="7751"/>
                    </a:lnTo>
                    <a:lnTo>
                      <a:pt x="18908" y="7930"/>
                    </a:lnTo>
                    <a:lnTo>
                      <a:pt x="19765" y="8192"/>
                    </a:lnTo>
                    <a:lnTo>
                      <a:pt x="20599" y="8537"/>
                    </a:lnTo>
                    <a:lnTo>
                      <a:pt x="21408" y="8966"/>
                    </a:lnTo>
                    <a:lnTo>
                      <a:pt x="22182" y="9478"/>
                    </a:lnTo>
                    <a:lnTo>
                      <a:pt x="22551" y="9775"/>
                    </a:lnTo>
                    <a:lnTo>
                      <a:pt x="22551" y="9740"/>
                    </a:lnTo>
                    <a:lnTo>
                      <a:pt x="23956" y="9775"/>
                    </a:lnTo>
                    <a:lnTo>
                      <a:pt x="27767" y="5965"/>
                    </a:lnTo>
                    <a:lnTo>
                      <a:pt x="27945" y="4334"/>
                    </a:lnTo>
                    <a:lnTo>
                      <a:pt x="27267" y="3763"/>
                    </a:lnTo>
                    <a:lnTo>
                      <a:pt x="25862" y="2750"/>
                    </a:lnTo>
                    <a:lnTo>
                      <a:pt x="24385" y="1893"/>
                    </a:lnTo>
                    <a:lnTo>
                      <a:pt x="22849" y="1191"/>
                    </a:lnTo>
                    <a:lnTo>
                      <a:pt x="21266" y="655"/>
                    </a:lnTo>
                    <a:lnTo>
                      <a:pt x="19646" y="274"/>
                    </a:lnTo>
                    <a:lnTo>
                      <a:pt x="18015" y="60"/>
                    </a:lnTo>
                    <a:lnTo>
                      <a:pt x="16372"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29"/>
              <p:cNvSpPr/>
              <p:nvPr/>
            </p:nvSpPr>
            <p:spPr>
              <a:xfrm>
                <a:off x="752817" y="4597368"/>
                <a:ext cx="151470" cy="204556"/>
              </a:xfrm>
              <a:custGeom>
                <a:rect b="b" l="l" r="r" t="t"/>
                <a:pathLst>
                  <a:path extrusionOk="0" h="30923" w="22898">
                    <a:moveTo>
                      <a:pt x="12348" y="1"/>
                    </a:moveTo>
                    <a:lnTo>
                      <a:pt x="6942" y="5395"/>
                    </a:lnTo>
                    <a:lnTo>
                      <a:pt x="7359" y="5740"/>
                    </a:lnTo>
                    <a:lnTo>
                      <a:pt x="8109" y="6502"/>
                    </a:lnTo>
                    <a:lnTo>
                      <a:pt x="8764" y="7335"/>
                    </a:lnTo>
                    <a:lnTo>
                      <a:pt x="9324" y="8228"/>
                    </a:lnTo>
                    <a:lnTo>
                      <a:pt x="9788" y="9181"/>
                    </a:lnTo>
                    <a:lnTo>
                      <a:pt x="10133" y="10169"/>
                    </a:lnTo>
                    <a:lnTo>
                      <a:pt x="10372" y="11205"/>
                    </a:lnTo>
                    <a:lnTo>
                      <a:pt x="10491" y="12265"/>
                    </a:lnTo>
                    <a:lnTo>
                      <a:pt x="10503" y="12812"/>
                    </a:lnTo>
                    <a:lnTo>
                      <a:pt x="10503" y="13777"/>
                    </a:lnTo>
                    <a:lnTo>
                      <a:pt x="10991" y="13789"/>
                    </a:lnTo>
                    <a:lnTo>
                      <a:pt x="11920" y="13979"/>
                    </a:lnTo>
                    <a:lnTo>
                      <a:pt x="12777" y="14348"/>
                    </a:lnTo>
                    <a:lnTo>
                      <a:pt x="13539" y="14860"/>
                    </a:lnTo>
                    <a:lnTo>
                      <a:pt x="14182" y="15503"/>
                    </a:lnTo>
                    <a:lnTo>
                      <a:pt x="14694" y="16265"/>
                    </a:lnTo>
                    <a:lnTo>
                      <a:pt x="15051" y="17123"/>
                    </a:lnTo>
                    <a:lnTo>
                      <a:pt x="15241" y="18051"/>
                    </a:lnTo>
                    <a:lnTo>
                      <a:pt x="15265" y="18540"/>
                    </a:lnTo>
                    <a:lnTo>
                      <a:pt x="15241" y="19028"/>
                    </a:lnTo>
                    <a:lnTo>
                      <a:pt x="15051" y="19956"/>
                    </a:lnTo>
                    <a:lnTo>
                      <a:pt x="14694" y="20814"/>
                    </a:lnTo>
                    <a:lnTo>
                      <a:pt x="14182" y="21576"/>
                    </a:lnTo>
                    <a:lnTo>
                      <a:pt x="13539" y="22219"/>
                    </a:lnTo>
                    <a:lnTo>
                      <a:pt x="12777" y="22731"/>
                    </a:lnTo>
                    <a:lnTo>
                      <a:pt x="11920" y="23100"/>
                    </a:lnTo>
                    <a:lnTo>
                      <a:pt x="10991" y="23290"/>
                    </a:lnTo>
                    <a:lnTo>
                      <a:pt x="10503" y="23302"/>
                    </a:lnTo>
                    <a:lnTo>
                      <a:pt x="977" y="23302"/>
                    </a:lnTo>
                    <a:lnTo>
                      <a:pt x="1" y="24267"/>
                    </a:lnTo>
                    <a:lnTo>
                      <a:pt x="1" y="29958"/>
                    </a:lnTo>
                    <a:lnTo>
                      <a:pt x="977" y="30922"/>
                    </a:lnTo>
                    <a:lnTo>
                      <a:pt x="10503" y="30922"/>
                    </a:lnTo>
                    <a:lnTo>
                      <a:pt x="11134" y="30911"/>
                    </a:lnTo>
                    <a:lnTo>
                      <a:pt x="12384" y="30780"/>
                    </a:lnTo>
                    <a:lnTo>
                      <a:pt x="13598" y="30541"/>
                    </a:lnTo>
                    <a:lnTo>
                      <a:pt x="14765" y="30172"/>
                    </a:lnTo>
                    <a:lnTo>
                      <a:pt x="15873" y="29708"/>
                    </a:lnTo>
                    <a:lnTo>
                      <a:pt x="16932" y="29136"/>
                    </a:lnTo>
                    <a:lnTo>
                      <a:pt x="17921" y="28470"/>
                    </a:lnTo>
                    <a:lnTo>
                      <a:pt x="18837" y="27708"/>
                    </a:lnTo>
                    <a:lnTo>
                      <a:pt x="19671" y="26874"/>
                    </a:lnTo>
                    <a:lnTo>
                      <a:pt x="20433" y="25957"/>
                    </a:lnTo>
                    <a:lnTo>
                      <a:pt x="21100" y="24969"/>
                    </a:lnTo>
                    <a:lnTo>
                      <a:pt x="21671" y="23909"/>
                    </a:lnTo>
                    <a:lnTo>
                      <a:pt x="22147" y="22802"/>
                    </a:lnTo>
                    <a:lnTo>
                      <a:pt x="22505" y="21635"/>
                    </a:lnTo>
                    <a:lnTo>
                      <a:pt x="22755" y="20433"/>
                    </a:lnTo>
                    <a:lnTo>
                      <a:pt x="22886" y="19183"/>
                    </a:lnTo>
                    <a:lnTo>
                      <a:pt x="22898" y="18540"/>
                    </a:lnTo>
                    <a:lnTo>
                      <a:pt x="22886" y="17778"/>
                    </a:lnTo>
                    <a:lnTo>
                      <a:pt x="22695" y="16289"/>
                    </a:lnTo>
                    <a:lnTo>
                      <a:pt x="22338" y="14837"/>
                    </a:lnTo>
                    <a:lnTo>
                      <a:pt x="21802" y="13455"/>
                    </a:lnTo>
                    <a:lnTo>
                      <a:pt x="21112" y="12134"/>
                    </a:lnTo>
                    <a:lnTo>
                      <a:pt x="20266" y="10907"/>
                    </a:lnTo>
                    <a:lnTo>
                      <a:pt x="19278" y="9788"/>
                    </a:lnTo>
                    <a:lnTo>
                      <a:pt x="18147" y="8776"/>
                    </a:lnTo>
                    <a:lnTo>
                      <a:pt x="17528" y="8336"/>
                    </a:lnTo>
                    <a:lnTo>
                      <a:pt x="17349" y="7728"/>
                    </a:lnTo>
                    <a:lnTo>
                      <a:pt x="16944" y="6550"/>
                    </a:lnTo>
                    <a:lnTo>
                      <a:pt x="16444" y="5407"/>
                    </a:lnTo>
                    <a:lnTo>
                      <a:pt x="15861" y="4311"/>
                    </a:lnTo>
                    <a:lnTo>
                      <a:pt x="15206" y="3263"/>
                    </a:lnTo>
                    <a:lnTo>
                      <a:pt x="14479" y="2263"/>
                    </a:lnTo>
                    <a:lnTo>
                      <a:pt x="13682" y="1311"/>
                    </a:lnTo>
                    <a:lnTo>
                      <a:pt x="12813" y="418"/>
                    </a:lnTo>
                    <a:lnTo>
                      <a:pt x="1234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29"/>
              <p:cNvSpPr/>
              <p:nvPr/>
            </p:nvSpPr>
            <p:spPr>
              <a:xfrm>
                <a:off x="646726" y="4748673"/>
                <a:ext cx="112561" cy="53330"/>
              </a:xfrm>
              <a:custGeom>
                <a:rect b="b" l="l" r="r" t="t"/>
                <a:pathLst>
                  <a:path extrusionOk="0" h="8062" w="17016">
                    <a:moveTo>
                      <a:pt x="5513" y="1"/>
                    </a:moveTo>
                    <a:lnTo>
                      <a:pt x="4144" y="417"/>
                    </a:lnTo>
                    <a:lnTo>
                      <a:pt x="334" y="4227"/>
                    </a:lnTo>
                    <a:lnTo>
                      <a:pt x="0" y="5525"/>
                    </a:lnTo>
                    <a:lnTo>
                      <a:pt x="405" y="5823"/>
                    </a:lnTo>
                    <a:lnTo>
                      <a:pt x="1251" y="6359"/>
                    </a:lnTo>
                    <a:lnTo>
                      <a:pt x="2144" y="6835"/>
                    </a:lnTo>
                    <a:lnTo>
                      <a:pt x="3061" y="7228"/>
                    </a:lnTo>
                    <a:lnTo>
                      <a:pt x="4001" y="7549"/>
                    </a:lnTo>
                    <a:lnTo>
                      <a:pt x="4977" y="7799"/>
                    </a:lnTo>
                    <a:lnTo>
                      <a:pt x="5966" y="7966"/>
                    </a:lnTo>
                    <a:lnTo>
                      <a:pt x="6966" y="8049"/>
                    </a:lnTo>
                    <a:lnTo>
                      <a:pt x="7478" y="8061"/>
                    </a:lnTo>
                    <a:lnTo>
                      <a:pt x="17015" y="8061"/>
                    </a:lnTo>
                    <a:lnTo>
                      <a:pt x="17015" y="429"/>
                    </a:lnTo>
                    <a:lnTo>
                      <a:pt x="7478" y="429"/>
                    </a:lnTo>
                    <a:lnTo>
                      <a:pt x="6966" y="405"/>
                    </a:lnTo>
                    <a:lnTo>
                      <a:pt x="5978" y="191"/>
                    </a:lnTo>
                    <a:lnTo>
                      <a:pt x="551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29"/>
              <p:cNvSpPr/>
              <p:nvPr/>
            </p:nvSpPr>
            <p:spPr>
              <a:xfrm>
                <a:off x="614120" y="4638010"/>
                <a:ext cx="147290" cy="147376"/>
              </a:xfrm>
              <a:custGeom>
                <a:rect b="b" l="l" r="r" t="t"/>
                <a:pathLst>
                  <a:path extrusionOk="0" h="22279" w="22266">
                    <a:moveTo>
                      <a:pt x="12407" y="1"/>
                    </a:moveTo>
                    <a:lnTo>
                      <a:pt x="11764" y="13"/>
                    </a:lnTo>
                    <a:lnTo>
                      <a:pt x="10514" y="132"/>
                    </a:lnTo>
                    <a:lnTo>
                      <a:pt x="9299" y="382"/>
                    </a:lnTo>
                    <a:lnTo>
                      <a:pt x="8132" y="739"/>
                    </a:lnTo>
                    <a:lnTo>
                      <a:pt x="7025" y="1203"/>
                    </a:lnTo>
                    <a:lnTo>
                      <a:pt x="5965" y="1775"/>
                    </a:lnTo>
                    <a:lnTo>
                      <a:pt x="4977" y="2442"/>
                    </a:lnTo>
                    <a:lnTo>
                      <a:pt x="4060" y="3192"/>
                    </a:lnTo>
                    <a:lnTo>
                      <a:pt x="3215" y="4037"/>
                    </a:lnTo>
                    <a:lnTo>
                      <a:pt x="2465" y="4954"/>
                    </a:lnTo>
                    <a:lnTo>
                      <a:pt x="1798" y="5942"/>
                    </a:lnTo>
                    <a:lnTo>
                      <a:pt x="1226" y="6990"/>
                    </a:lnTo>
                    <a:lnTo>
                      <a:pt x="750" y="8097"/>
                    </a:lnTo>
                    <a:lnTo>
                      <a:pt x="393" y="9264"/>
                    </a:lnTo>
                    <a:lnTo>
                      <a:pt x="143" y="10479"/>
                    </a:lnTo>
                    <a:lnTo>
                      <a:pt x="12" y="11729"/>
                    </a:lnTo>
                    <a:lnTo>
                      <a:pt x="0" y="12360"/>
                    </a:lnTo>
                    <a:lnTo>
                      <a:pt x="12" y="13098"/>
                    </a:lnTo>
                    <a:lnTo>
                      <a:pt x="179" y="14527"/>
                    </a:lnTo>
                    <a:lnTo>
                      <a:pt x="512" y="15920"/>
                    </a:lnTo>
                    <a:lnTo>
                      <a:pt x="1000" y="17265"/>
                    </a:lnTo>
                    <a:lnTo>
                      <a:pt x="1631" y="18527"/>
                    </a:lnTo>
                    <a:lnTo>
                      <a:pt x="2405" y="19730"/>
                    </a:lnTo>
                    <a:lnTo>
                      <a:pt x="3310" y="20825"/>
                    </a:lnTo>
                    <a:lnTo>
                      <a:pt x="4358" y="21826"/>
                    </a:lnTo>
                    <a:lnTo>
                      <a:pt x="4929" y="22278"/>
                    </a:lnTo>
                    <a:lnTo>
                      <a:pt x="10454" y="16741"/>
                    </a:lnTo>
                    <a:lnTo>
                      <a:pt x="10014" y="16527"/>
                    </a:lnTo>
                    <a:lnTo>
                      <a:pt x="9240" y="15979"/>
                    </a:lnTo>
                    <a:lnTo>
                      <a:pt x="8609" y="15301"/>
                    </a:lnTo>
                    <a:lnTo>
                      <a:pt x="8120" y="14515"/>
                    </a:lnTo>
                    <a:lnTo>
                      <a:pt x="7799" y="13670"/>
                    </a:lnTo>
                    <a:lnTo>
                      <a:pt x="7644" y="12765"/>
                    </a:lnTo>
                    <a:lnTo>
                      <a:pt x="7656" y="11836"/>
                    </a:lnTo>
                    <a:lnTo>
                      <a:pt x="7870" y="10895"/>
                    </a:lnTo>
                    <a:lnTo>
                      <a:pt x="8061" y="10443"/>
                    </a:lnTo>
                    <a:lnTo>
                      <a:pt x="8275" y="10002"/>
                    </a:lnTo>
                    <a:lnTo>
                      <a:pt x="8823" y="9240"/>
                    </a:lnTo>
                    <a:lnTo>
                      <a:pt x="9502" y="8597"/>
                    </a:lnTo>
                    <a:lnTo>
                      <a:pt x="10276" y="8121"/>
                    </a:lnTo>
                    <a:lnTo>
                      <a:pt x="11133" y="7788"/>
                    </a:lnTo>
                    <a:lnTo>
                      <a:pt x="12038" y="7633"/>
                    </a:lnTo>
                    <a:lnTo>
                      <a:pt x="12967" y="7657"/>
                    </a:lnTo>
                    <a:lnTo>
                      <a:pt x="13895" y="7859"/>
                    </a:lnTo>
                    <a:lnTo>
                      <a:pt x="14348" y="8050"/>
                    </a:lnTo>
                    <a:lnTo>
                      <a:pt x="14741" y="8240"/>
                    </a:lnTo>
                    <a:lnTo>
                      <a:pt x="15455" y="8728"/>
                    </a:lnTo>
                    <a:lnTo>
                      <a:pt x="16062" y="9347"/>
                    </a:lnTo>
                    <a:lnTo>
                      <a:pt x="16562" y="10050"/>
                    </a:lnTo>
                    <a:lnTo>
                      <a:pt x="16753" y="10443"/>
                    </a:lnTo>
                    <a:lnTo>
                      <a:pt x="22266" y="4930"/>
                    </a:lnTo>
                    <a:lnTo>
                      <a:pt x="21825" y="4347"/>
                    </a:lnTo>
                    <a:lnTo>
                      <a:pt x="20825" y="3311"/>
                    </a:lnTo>
                    <a:lnTo>
                      <a:pt x="19730" y="2394"/>
                    </a:lnTo>
                    <a:lnTo>
                      <a:pt x="18539" y="1620"/>
                    </a:lnTo>
                    <a:lnTo>
                      <a:pt x="17277" y="989"/>
                    </a:lnTo>
                    <a:lnTo>
                      <a:pt x="15943" y="513"/>
                    </a:lnTo>
                    <a:lnTo>
                      <a:pt x="14550" y="179"/>
                    </a:lnTo>
                    <a:lnTo>
                      <a:pt x="13133" y="13"/>
                    </a:lnTo>
                    <a:lnTo>
                      <a:pt x="12407"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3" name="Google Shape;63;p29"/>
            <p:cNvGrpSpPr/>
            <p:nvPr/>
          </p:nvGrpSpPr>
          <p:grpSpPr>
            <a:xfrm>
              <a:off x="989660" y="4603434"/>
              <a:ext cx="1190118" cy="210542"/>
              <a:chOff x="989660" y="4603434"/>
              <a:chExt cx="1190118" cy="210542"/>
            </a:xfrm>
          </p:grpSpPr>
          <p:sp>
            <p:nvSpPr>
              <p:cNvPr id="64" name="Google Shape;64;p29"/>
              <p:cNvSpPr/>
              <p:nvPr/>
            </p:nvSpPr>
            <p:spPr>
              <a:xfrm>
                <a:off x="989660" y="4603434"/>
                <a:ext cx="646021" cy="210542"/>
              </a:xfrm>
              <a:custGeom>
                <a:rect b="b" l="l" r="r" t="t"/>
                <a:pathLst>
                  <a:path extrusionOk="0" h="31828" w="97660">
                    <a:moveTo>
                      <a:pt x="90813" y="11848"/>
                    </a:moveTo>
                    <a:lnTo>
                      <a:pt x="91289" y="11919"/>
                    </a:lnTo>
                    <a:lnTo>
                      <a:pt x="91754" y="12038"/>
                    </a:lnTo>
                    <a:lnTo>
                      <a:pt x="92194" y="12217"/>
                    </a:lnTo>
                    <a:lnTo>
                      <a:pt x="92409" y="12336"/>
                    </a:lnTo>
                    <a:lnTo>
                      <a:pt x="92599" y="12443"/>
                    </a:lnTo>
                    <a:lnTo>
                      <a:pt x="92933" y="12705"/>
                    </a:lnTo>
                    <a:lnTo>
                      <a:pt x="93206" y="13015"/>
                    </a:lnTo>
                    <a:lnTo>
                      <a:pt x="93433" y="13372"/>
                    </a:lnTo>
                    <a:lnTo>
                      <a:pt x="93528" y="13562"/>
                    </a:lnTo>
                    <a:lnTo>
                      <a:pt x="86408" y="16491"/>
                    </a:lnTo>
                    <a:lnTo>
                      <a:pt x="86396" y="16015"/>
                    </a:lnTo>
                    <a:lnTo>
                      <a:pt x="86539" y="15098"/>
                    </a:lnTo>
                    <a:lnTo>
                      <a:pt x="86860" y="14229"/>
                    </a:lnTo>
                    <a:lnTo>
                      <a:pt x="87372" y="13455"/>
                    </a:lnTo>
                    <a:lnTo>
                      <a:pt x="87694" y="13110"/>
                    </a:lnTo>
                    <a:lnTo>
                      <a:pt x="87979" y="12824"/>
                    </a:lnTo>
                    <a:lnTo>
                      <a:pt x="88646" y="12372"/>
                    </a:lnTo>
                    <a:lnTo>
                      <a:pt x="89372" y="12050"/>
                    </a:lnTo>
                    <a:lnTo>
                      <a:pt x="90158" y="11872"/>
                    </a:lnTo>
                    <a:lnTo>
                      <a:pt x="90563" y="11848"/>
                    </a:lnTo>
                    <a:close/>
                    <a:moveTo>
                      <a:pt x="32899" y="11907"/>
                    </a:moveTo>
                    <a:lnTo>
                      <a:pt x="33756" y="11931"/>
                    </a:lnTo>
                    <a:lnTo>
                      <a:pt x="34578" y="12110"/>
                    </a:lnTo>
                    <a:lnTo>
                      <a:pt x="35375" y="12443"/>
                    </a:lnTo>
                    <a:lnTo>
                      <a:pt x="36090" y="12943"/>
                    </a:lnTo>
                    <a:lnTo>
                      <a:pt x="36423" y="13265"/>
                    </a:lnTo>
                    <a:lnTo>
                      <a:pt x="36733" y="13646"/>
                    </a:lnTo>
                    <a:lnTo>
                      <a:pt x="37221" y="14467"/>
                    </a:lnTo>
                    <a:lnTo>
                      <a:pt x="37554" y="15348"/>
                    </a:lnTo>
                    <a:lnTo>
                      <a:pt x="37721" y="16265"/>
                    </a:lnTo>
                    <a:lnTo>
                      <a:pt x="37721" y="17194"/>
                    </a:lnTo>
                    <a:lnTo>
                      <a:pt x="37554" y="18111"/>
                    </a:lnTo>
                    <a:lnTo>
                      <a:pt x="37221" y="18992"/>
                    </a:lnTo>
                    <a:lnTo>
                      <a:pt x="36733" y="19801"/>
                    </a:lnTo>
                    <a:lnTo>
                      <a:pt x="36423" y="20182"/>
                    </a:lnTo>
                    <a:lnTo>
                      <a:pt x="36340" y="20266"/>
                    </a:lnTo>
                    <a:lnTo>
                      <a:pt x="36256" y="20349"/>
                    </a:lnTo>
                    <a:lnTo>
                      <a:pt x="35911" y="20647"/>
                    </a:lnTo>
                    <a:lnTo>
                      <a:pt x="35173" y="21099"/>
                    </a:lnTo>
                    <a:lnTo>
                      <a:pt x="34375" y="21397"/>
                    </a:lnTo>
                    <a:lnTo>
                      <a:pt x="33554" y="21540"/>
                    </a:lnTo>
                    <a:lnTo>
                      <a:pt x="32720" y="21516"/>
                    </a:lnTo>
                    <a:lnTo>
                      <a:pt x="31899" y="21326"/>
                    </a:lnTo>
                    <a:lnTo>
                      <a:pt x="31125" y="20992"/>
                    </a:lnTo>
                    <a:lnTo>
                      <a:pt x="30410" y="20492"/>
                    </a:lnTo>
                    <a:lnTo>
                      <a:pt x="30089" y="20182"/>
                    </a:lnTo>
                    <a:lnTo>
                      <a:pt x="30053" y="20182"/>
                    </a:lnTo>
                    <a:lnTo>
                      <a:pt x="29732" y="19801"/>
                    </a:lnTo>
                    <a:lnTo>
                      <a:pt x="29243" y="18980"/>
                    </a:lnTo>
                    <a:lnTo>
                      <a:pt x="28910" y="18099"/>
                    </a:lnTo>
                    <a:lnTo>
                      <a:pt x="28743" y="17182"/>
                    </a:lnTo>
                    <a:lnTo>
                      <a:pt x="28743" y="16253"/>
                    </a:lnTo>
                    <a:lnTo>
                      <a:pt x="28910" y="15336"/>
                    </a:lnTo>
                    <a:lnTo>
                      <a:pt x="29243" y="14455"/>
                    </a:lnTo>
                    <a:lnTo>
                      <a:pt x="29732" y="13634"/>
                    </a:lnTo>
                    <a:lnTo>
                      <a:pt x="30053" y="13265"/>
                    </a:lnTo>
                    <a:lnTo>
                      <a:pt x="30184" y="13134"/>
                    </a:lnTo>
                    <a:lnTo>
                      <a:pt x="30517" y="12824"/>
                    </a:lnTo>
                    <a:lnTo>
                      <a:pt x="31268" y="12360"/>
                    </a:lnTo>
                    <a:lnTo>
                      <a:pt x="32065" y="12050"/>
                    </a:lnTo>
                    <a:lnTo>
                      <a:pt x="32899" y="11907"/>
                    </a:lnTo>
                    <a:close/>
                    <a:moveTo>
                      <a:pt x="50318" y="11907"/>
                    </a:moveTo>
                    <a:lnTo>
                      <a:pt x="51164" y="11931"/>
                    </a:lnTo>
                    <a:lnTo>
                      <a:pt x="51997" y="12110"/>
                    </a:lnTo>
                    <a:lnTo>
                      <a:pt x="52783" y="12443"/>
                    </a:lnTo>
                    <a:lnTo>
                      <a:pt x="53509" y="12943"/>
                    </a:lnTo>
                    <a:lnTo>
                      <a:pt x="53831" y="13265"/>
                    </a:lnTo>
                    <a:lnTo>
                      <a:pt x="54152" y="13646"/>
                    </a:lnTo>
                    <a:lnTo>
                      <a:pt x="54641" y="14467"/>
                    </a:lnTo>
                    <a:lnTo>
                      <a:pt x="54974" y="15348"/>
                    </a:lnTo>
                    <a:lnTo>
                      <a:pt x="55129" y="16265"/>
                    </a:lnTo>
                    <a:lnTo>
                      <a:pt x="55129" y="17194"/>
                    </a:lnTo>
                    <a:lnTo>
                      <a:pt x="54974" y="18111"/>
                    </a:lnTo>
                    <a:lnTo>
                      <a:pt x="54641" y="18992"/>
                    </a:lnTo>
                    <a:lnTo>
                      <a:pt x="54152" y="19801"/>
                    </a:lnTo>
                    <a:lnTo>
                      <a:pt x="53831" y="20182"/>
                    </a:lnTo>
                    <a:lnTo>
                      <a:pt x="53759" y="20266"/>
                    </a:lnTo>
                    <a:lnTo>
                      <a:pt x="53664" y="20349"/>
                    </a:lnTo>
                    <a:lnTo>
                      <a:pt x="53331" y="20647"/>
                    </a:lnTo>
                    <a:lnTo>
                      <a:pt x="52593" y="21099"/>
                    </a:lnTo>
                    <a:lnTo>
                      <a:pt x="51795" y="21397"/>
                    </a:lnTo>
                    <a:lnTo>
                      <a:pt x="50961" y="21540"/>
                    </a:lnTo>
                    <a:lnTo>
                      <a:pt x="50128" y="21516"/>
                    </a:lnTo>
                    <a:lnTo>
                      <a:pt x="49306" y="21326"/>
                    </a:lnTo>
                    <a:lnTo>
                      <a:pt x="48532" y="20992"/>
                    </a:lnTo>
                    <a:lnTo>
                      <a:pt x="47818" y="20492"/>
                    </a:lnTo>
                    <a:lnTo>
                      <a:pt x="47508" y="20182"/>
                    </a:lnTo>
                    <a:lnTo>
                      <a:pt x="47461" y="20182"/>
                    </a:lnTo>
                    <a:lnTo>
                      <a:pt x="47139" y="19801"/>
                    </a:lnTo>
                    <a:lnTo>
                      <a:pt x="46651" y="18980"/>
                    </a:lnTo>
                    <a:lnTo>
                      <a:pt x="46318" y="18099"/>
                    </a:lnTo>
                    <a:lnTo>
                      <a:pt x="46163" y="17182"/>
                    </a:lnTo>
                    <a:lnTo>
                      <a:pt x="46163" y="16253"/>
                    </a:lnTo>
                    <a:lnTo>
                      <a:pt x="46318" y="15336"/>
                    </a:lnTo>
                    <a:lnTo>
                      <a:pt x="46651" y="14455"/>
                    </a:lnTo>
                    <a:lnTo>
                      <a:pt x="47139" y="13634"/>
                    </a:lnTo>
                    <a:lnTo>
                      <a:pt x="47461" y="13265"/>
                    </a:lnTo>
                    <a:lnTo>
                      <a:pt x="47592" y="13134"/>
                    </a:lnTo>
                    <a:lnTo>
                      <a:pt x="47937" y="12824"/>
                    </a:lnTo>
                    <a:lnTo>
                      <a:pt x="48675" y="12360"/>
                    </a:lnTo>
                    <a:lnTo>
                      <a:pt x="49485" y="12050"/>
                    </a:lnTo>
                    <a:lnTo>
                      <a:pt x="50318" y="11907"/>
                    </a:lnTo>
                    <a:close/>
                    <a:moveTo>
                      <a:pt x="68048" y="11907"/>
                    </a:moveTo>
                    <a:lnTo>
                      <a:pt x="68488" y="11919"/>
                    </a:lnTo>
                    <a:lnTo>
                      <a:pt x="69333" y="12098"/>
                    </a:lnTo>
                    <a:lnTo>
                      <a:pt x="70107" y="12455"/>
                    </a:lnTo>
                    <a:lnTo>
                      <a:pt x="70786" y="12967"/>
                    </a:lnTo>
                    <a:lnTo>
                      <a:pt x="71084" y="13289"/>
                    </a:lnTo>
                    <a:lnTo>
                      <a:pt x="71381" y="13658"/>
                    </a:lnTo>
                    <a:lnTo>
                      <a:pt x="71846" y="14479"/>
                    </a:lnTo>
                    <a:lnTo>
                      <a:pt x="72167" y="15360"/>
                    </a:lnTo>
                    <a:lnTo>
                      <a:pt x="72298" y="16289"/>
                    </a:lnTo>
                    <a:lnTo>
                      <a:pt x="72298" y="16765"/>
                    </a:lnTo>
                    <a:lnTo>
                      <a:pt x="72298" y="17230"/>
                    </a:lnTo>
                    <a:lnTo>
                      <a:pt x="72155" y="18146"/>
                    </a:lnTo>
                    <a:lnTo>
                      <a:pt x="71846" y="19016"/>
                    </a:lnTo>
                    <a:lnTo>
                      <a:pt x="71381" y="19813"/>
                    </a:lnTo>
                    <a:lnTo>
                      <a:pt x="71084" y="20182"/>
                    </a:lnTo>
                    <a:lnTo>
                      <a:pt x="70786" y="20504"/>
                    </a:lnTo>
                    <a:lnTo>
                      <a:pt x="70095" y="21028"/>
                    </a:lnTo>
                    <a:lnTo>
                      <a:pt x="69322" y="21373"/>
                    </a:lnTo>
                    <a:lnTo>
                      <a:pt x="68476" y="21552"/>
                    </a:lnTo>
                    <a:lnTo>
                      <a:pt x="68048" y="21552"/>
                    </a:lnTo>
                    <a:lnTo>
                      <a:pt x="67595" y="21540"/>
                    </a:lnTo>
                    <a:lnTo>
                      <a:pt x="66726" y="21361"/>
                    </a:lnTo>
                    <a:lnTo>
                      <a:pt x="65928" y="21016"/>
                    </a:lnTo>
                    <a:lnTo>
                      <a:pt x="65214" y="20504"/>
                    </a:lnTo>
                    <a:lnTo>
                      <a:pt x="64904" y="20182"/>
                    </a:lnTo>
                    <a:lnTo>
                      <a:pt x="64595" y="19825"/>
                    </a:lnTo>
                    <a:lnTo>
                      <a:pt x="64094" y="19028"/>
                    </a:lnTo>
                    <a:lnTo>
                      <a:pt x="63761" y="18158"/>
                    </a:lnTo>
                    <a:lnTo>
                      <a:pt x="63606" y="17230"/>
                    </a:lnTo>
                    <a:lnTo>
                      <a:pt x="63606" y="16765"/>
                    </a:lnTo>
                    <a:lnTo>
                      <a:pt x="63606" y="16277"/>
                    </a:lnTo>
                    <a:lnTo>
                      <a:pt x="63761" y="15348"/>
                    </a:lnTo>
                    <a:lnTo>
                      <a:pt x="64094" y="14455"/>
                    </a:lnTo>
                    <a:lnTo>
                      <a:pt x="64583" y="13658"/>
                    </a:lnTo>
                    <a:lnTo>
                      <a:pt x="64904" y="13289"/>
                    </a:lnTo>
                    <a:lnTo>
                      <a:pt x="65214" y="12967"/>
                    </a:lnTo>
                    <a:lnTo>
                      <a:pt x="65928" y="12455"/>
                    </a:lnTo>
                    <a:lnTo>
                      <a:pt x="66726" y="12098"/>
                    </a:lnTo>
                    <a:lnTo>
                      <a:pt x="67595" y="11919"/>
                    </a:lnTo>
                    <a:lnTo>
                      <a:pt x="68048" y="11907"/>
                    </a:lnTo>
                    <a:close/>
                    <a:moveTo>
                      <a:pt x="77763" y="822"/>
                    </a:moveTo>
                    <a:lnTo>
                      <a:pt x="77763" y="24219"/>
                    </a:lnTo>
                    <a:lnTo>
                      <a:pt x="81264" y="24219"/>
                    </a:lnTo>
                    <a:lnTo>
                      <a:pt x="81264" y="822"/>
                    </a:lnTo>
                    <a:close/>
                    <a:moveTo>
                      <a:pt x="32875" y="8788"/>
                    </a:moveTo>
                    <a:lnTo>
                      <a:pt x="32113" y="8859"/>
                    </a:lnTo>
                    <a:lnTo>
                      <a:pt x="31363" y="9002"/>
                    </a:lnTo>
                    <a:lnTo>
                      <a:pt x="30613" y="9216"/>
                    </a:lnTo>
                    <a:lnTo>
                      <a:pt x="29898" y="9502"/>
                    </a:lnTo>
                    <a:lnTo>
                      <a:pt x="29196" y="9859"/>
                    </a:lnTo>
                    <a:lnTo>
                      <a:pt x="28529" y="10288"/>
                    </a:lnTo>
                    <a:lnTo>
                      <a:pt x="27898" y="10776"/>
                    </a:lnTo>
                    <a:lnTo>
                      <a:pt x="27588" y="11062"/>
                    </a:lnTo>
                    <a:lnTo>
                      <a:pt x="27303" y="11360"/>
                    </a:lnTo>
                    <a:lnTo>
                      <a:pt x="26803" y="11991"/>
                    </a:lnTo>
                    <a:lnTo>
                      <a:pt x="26362" y="12657"/>
                    </a:lnTo>
                    <a:lnTo>
                      <a:pt x="26005" y="13360"/>
                    </a:lnTo>
                    <a:lnTo>
                      <a:pt x="25707" y="14086"/>
                    </a:lnTo>
                    <a:lnTo>
                      <a:pt x="25493" y="14825"/>
                    </a:lnTo>
                    <a:lnTo>
                      <a:pt x="25350" y="15587"/>
                    </a:lnTo>
                    <a:lnTo>
                      <a:pt x="25278" y="16349"/>
                    </a:lnTo>
                    <a:lnTo>
                      <a:pt x="25278" y="17122"/>
                    </a:lnTo>
                    <a:lnTo>
                      <a:pt x="25350" y="17885"/>
                    </a:lnTo>
                    <a:lnTo>
                      <a:pt x="25493" y="18647"/>
                    </a:lnTo>
                    <a:lnTo>
                      <a:pt x="25707" y="19385"/>
                    </a:lnTo>
                    <a:lnTo>
                      <a:pt x="26005" y="20111"/>
                    </a:lnTo>
                    <a:lnTo>
                      <a:pt x="26362" y="20814"/>
                    </a:lnTo>
                    <a:lnTo>
                      <a:pt x="26803" y="21480"/>
                    </a:lnTo>
                    <a:lnTo>
                      <a:pt x="27303" y="22111"/>
                    </a:lnTo>
                    <a:lnTo>
                      <a:pt x="27588" y="22421"/>
                    </a:lnTo>
                    <a:lnTo>
                      <a:pt x="27886" y="22695"/>
                    </a:lnTo>
                    <a:lnTo>
                      <a:pt x="28517" y="23195"/>
                    </a:lnTo>
                    <a:lnTo>
                      <a:pt x="29196" y="23624"/>
                    </a:lnTo>
                    <a:lnTo>
                      <a:pt x="29886" y="23969"/>
                    </a:lnTo>
                    <a:lnTo>
                      <a:pt x="30613" y="24255"/>
                    </a:lnTo>
                    <a:lnTo>
                      <a:pt x="31351" y="24469"/>
                    </a:lnTo>
                    <a:lnTo>
                      <a:pt x="32101" y="24612"/>
                    </a:lnTo>
                    <a:lnTo>
                      <a:pt x="32863" y="24683"/>
                    </a:lnTo>
                    <a:lnTo>
                      <a:pt x="33637" y="24683"/>
                    </a:lnTo>
                    <a:lnTo>
                      <a:pt x="34399" y="24612"/>
                    </a:lnTo>
                    <a:lnTo>
                      <a:pt x="35149" y="24469"/>
                    </a:lnTo>
                    <a:lnTo>
                      <a:pt x="35887" y="24255"/>
                    </a:lnTo>
                    <a:lnTo>
                      <a:pt x="36614" y="23969"/>
                    </a:lnTo>
                    <a:lnTo>
                      <a:pt x="37316" y="23624"/>
                    </a:lnTo>
                    <a:lnTo>
                      <a:pt x="37983" y="23195"/>
                    </a:lnTo>
                    <a:lnTo>
                      <a:pt x="38614" y="22695"/>
                    </a:lnTo>
                    <a:lnTo>
                      <a:pt x="38924" y="22421"/>
                    </a:lnTo>
                    <a:lnTo>
                      <a:pt x="39197" y="22111"/>
                    </a:lnTo>
                    <a:lnTo>
                      <a:pt x="39709" y="21480"/>
                    </a:lnTo>
                    <a:lnTo>
                      <a:pt x="40150" y="20814"/>
                    </a:lnTo>
                    <a:lnTo>
                      <a:pt x="40507" y="20111"/>
                    </a:lnTo>
                    <a:lnTo>
                      <a:pt x="40793" y="19385"/>
                    </a:lnTo>
                    <a:lnTo>
                      <a:pt x="41019" y="18647"/>
                    </a:lnTo>
                    <a:lnTo>
                      <a:pt x="41162" y="17885"/>
                    </a:lnTo>
                    <a:lnTo>
                      <a:pt x="41234" y="17122"/>
                    </a:lnTo>
                    <a:lnTo>
                      <a:pt x="41234" y="16349"/>
                    </a:lnTo>
                    <a:lnTo>
                      <a:pt x="41162" y="15587"/>
                    </a:lnTo>
                    <a:lnTo>
                      <a:pt x="41019" y="14825"/>
                    </a:lnTo>
                    <a:lnTo>
                      <a:pt x="40793" y="14086"/>
                    </a:lnTo>
                    <a:lnTo>
                      <a:pt x="40507" y="13360"/>
                    </a:lnTo>
                    <a:lnTo>
                      <a:pt x="40150" y="12657"/>
                    </a:lnTo>
                    <a:lnTo>
                      <a:pt x="39709" y="11991"/>
                    </a:lnTo>
                    <a:lnTo>
                      <a:pt x="39197" y="11360"/>
                    </a:lnTo>
                    <a:lnTo>
                      <a:pt x="38924" y="11062"/>
                    </a:lnTo>
                    <a:lnTo>
                      <a:pt x="38614" y="10776"/>
                    </a:lnTo>
                    <a:lnTo>
                      <a:pt x="37983" y="10288"/>
                    </a:lnTo>
                    <a:lnTo>
                      <a:pt x="37316" y="9859"/>
                    </a:lnTo>
                    <a:lnTo>
                      <a:pt x="36626" y="9502"/>
                    </a:lnTo>
                    <a:lnTo>
                      <a:pt x="35899" y="9216"/>
                    </a:lnTo>
                    <a:lnTo>
                      <a:pt x="35161" y="9002"/>
                    </a:lnTo>
                    <a:lnTo>
                      <a:pt x="34411" y="8859"/>
                    </a:lnTo>
                    <a:lnTo>
                      <a:pt x="33637" y="8788"/>
                    </a:lnTo>
                    <a:close/>
                    <a:moveTo>
                      <a:pt x="50306" y="8788"/>
                    </a:moveTo>
                    <a:lnTo>
                      <a:pt x="49544" y="8859"/>
                    </a:lnTo>
                    <a:lnTo>
                      <a:pt x="48782" y="9002"/>
                    </a:lnTo>
                    <a:lnTo>
                      <a:pt x="48044" y="9216"/>
                    </a:lnTo>
                    <a:lnTo>
                      <a:pt x="47318" y="9502"/>
                    </a:lnTo>
                    <a:lnTo>
                      <a:pt x="46627" y="9859"/>
                    </a:lnTo>
                    <a:lnTo>
                      <a:pt x="45960" y="10288"/>
                    </a:lnTo>
                    <a:lnTo>
                      <a:pt x="45318" y="10776"/>
                    </a:lnTo>
                    <a:lnTo>
                      <a:pt x="45020" y="11062"/>
                    </a:lnTo>
                    <a:lnTo>
                      <a:pt x="44734" y="11360"/>
                    </a:lnTo>
                    <a:lnTo>
                      <a:pt x="44222" y="11991"/>
                    </a:lnTo>
                    <a:lnTo>
                      <a:pt x="43793" y="12657"/>
                    </a:lnTo>
                    <a:lnTo>
                      <a:pt x="43424" y="13360"/>
                    </a:lnTo>
                    <a:lnTo>
                      <a:pt x="43139" y="14086"/>
                    </a:lnTo>
                    <a:lnTo>
                      <a:pt x="42924" y="14825"/>
                    </a:lnTo>
                    <a:lnTo>
                      <a:pt x="42781" y="15587"/>
                    </a:lnTo>
                    <a:lnTo>
                      <a:pt x="42710" y="16349"/>
                    </a:lnTo>
                    <a:lnTo>
                      <a:pt x="42710" y="17122"/>
                    </a:lnTo>
                    <a:lnTo>
                      <a:pt x="42781" y="17885"/>
                    </a:lnTo>
                    <a:lnTo>
                      <a:pt x="42924" y="18647"/>
                    </a:lnTo>
                    <a:lnTo>
                      <a:pt x="43139" y="19385"/>
                    </a:lnTo>
                    <a:lnTo>
                      <a:pt x="43424" y="20111"/>
                    </a:lnTo>
                    <a:lnTo>
                      <a:pt x="43793" y="20814"/>
                    </a:lnTo>
                    <a:lnTo>
                      <a:pt x="44222" y="21480"/>
                    </a:lnTo>
                    <a:lnTo>
                      <a:pt x="44734" y="22111"/>
                    </a:lnTo>
                    <a:lnTo>
                      <a:pt x="45020" y="22421"/>
                    </a:lnTo>
                    <a:lnTo>
                      <a:pt x="45318" y="22695"/>
                    </a:lnTo>
                    <a:lnTo>
                      <a:pt x="45949" y="23195"/>
                    </a:lnTo>
                    <a:lnTo>
                      <a:pt x="46615" y="23624"/>
                    </a:lnTo>
                    <a:lnTo>
                      <a:pt x="47318" y="23969"/>
                    </a:lnTo>
                    <a:lnTo>
                      <a:pt x="48032" y="24255"/>
                    </a:lnTo>
                    <a:lnTo>
                      <a:pt x="48782" y="24469"/>
                    </a:lnTo>
                    <a:lnTo>
                      <a:pt x="49533" y="24612"/>
                    </a:lnTo>
                    <a:lnTo>
                      <a:pt x="50295" y="24683"/>
                    </a:lnTo>
                    <a:lnTo>
                      <a:pt x="51057" y="24683"/>
                    </a:lnTo>
                    <a:lnTo>
                      <a:pt x="51819" y="24612"/>
                    </a:lnTo>
                    <a:lnTo>
                      <a:pt x="52581" y="24469"/>
                    </a:lnTo>
                    <a:lnTo>
                      <a:pt x="53319" y="24255"/>
                    </a:lnTo>
                    <a:lnTo>
                      <a:pt x="54045" y="23969"/>
                    </a:lnTo>
                    <a:lnTo>
                      <a:pt x="54736" y="23624"/>
                    </a:lnTo>
                    <a:lnTo>
                      <a:pt x="55414" y="23195"/>
                    </a:lnTo>
                    <a:lnTo>
                      <a:pt x="56046" y="22695"/>
                    </a:lnTo>
                    <a:lnTo>
                      <a:pt x="56343" y="22421"/>
                    </a:lnTo>
                    <a:lnTo>
                      <a:pt x="56629" y="22111"/>
                    </a:lnTo>
                    <a:lnTo>
                      <a:pt x="57129" y="21480"/>
                    </a:lnTo>
                    <a:lnTo>
                      <a:pt x="57570" y="20814"/>
                    </a:lnTo>
                    <a:lnTo>
                      <a:pt x="57927" y="20111"/>
                    </a:lnTo>
                    <a:lnTo>
                      <a:pt x="58213" y="19385"/>
                    </a:lnTo>
                    <a:lnTo>
                      <a:pt x="58439" y="18647"/>
                    </a:lnTo>
                    <a:lnTo>
                      <a:pt x="58582" y="17885"/>
                    </a:lnTo>
                    <a:lnTo>
                      <a:pt x="58653" y="17111"/>
                    </a:lnTo>
                    <a:lnTo>
                      <a:pt x="58653" y="16349"/>
                    </a:lnTo>
                    <a:lnTo>
                      <a:pt x="58582" y="15575"/>
                    </a:lnTo>
                    <a:lnTo>
                      <a:pt x="58439" y="14825"/>
                    </a:lnTo>
                    <a:lnTo>
                      <a:pt x="58213" y="14074"/>
                    </a:lnTo>
                    <a:lnTo>
                      <a:pt x="57927" y="13360"/>
                    </a:lnTo>
                    <a:lnTo>
                      <a:pt x="57570" y="12657"/>
                    </a:lnTo>
                    <a:lnTo>
                      <a:pt x="57129" y="11991"/>
                    </a:lnTo>
                    <a:lnTo>
                      <a:pt x="56629" y="11360"/>
                    </a:lnTo>
                    <a:lnTo>
                      <a:pt x="56343" y="11062"/>
                    </a:lnTo>
                    <a:lnTo>
                      <a:pt x="56046" y="10776"/>
                    </a:lnTo>
                    <a:lnTo>
                      <a:pt x="55414" y="10288"/>
                    </a:lnTo>
                    <a:lnTo>
                      <a:pt x="54748" y="9859"/>
                    </a:lnTo>
                    <a:lnTo>
                      <a:pt x="54045" y="9502"/>
                    </a:lnTo>
                    <a:lnTo>
                      <a:pt x="53331" y="9216"/>
                    </a:lnTo>
                    <a:lnTo>
                      <a:pt x="52593" y="9002"/>
                    </a:lnTo>
                    <a:lnTo>
                      <a:pt x="51831" y="8859"/>
                    </a:lnTo>
                    <a:lnTo>
                      <a:pt x="51068" y="8788"/>
                    </a:lnTo>
                    <a:close/>
                    <a:moveTo>
                      <a:pt x="11907" y="1"/>
                    </a:moveTo>
                    <a:lnTo>
                      <a:pt x="10681" y="108"/>
                    </a:lnTo>
                    <a:lnTo>
                      <a:pt x="9490" y="346"/>
                    </a:lnTo>
                    <a:lnTo>
                      <a:pt x="8311" y="691"/>
                    </a:lnTo>
                    <a:lnTo>
                      <a:pt x="7192" y="1156"/>
                    </a:lnTo>
                    <a:lnTo>
                      <a:pt x="6109" y="1727"/>
                    </a:lnTo>
                    <a:lnTo>
                      <a:pt x="5097" y="2406"/>
                    </a:lnTo>
                    <a:lnTo>
                      <a:pt x="4144" y="3192"/>
                    </a:lnTo>
                    <a:lnTo>
                      <a:pt x="3703" y="3632"/>
                    </a:lnTo>
                    <a:lnTo>
                      <a:pt x="3394" y="3942"/>
                    </a:lnTo>
                    <a:lnTo>
                      <a:pt x="2965" y="4406"/>
                    </a:lnTo>
                    <a:lnTo>
                      <a:pt x="2203" y="5371"/>
                    </a:lnTo>
                    <a:lnTo>
                      <a:pt x="1560" y="6383"/>
                    </a:lnTo>
                    <a:lnTo>
                      <a:pt x="1024" y="7454"/>
                    </a:lnTo>
                    <a:lnTo>
                      <a:pt x="608" y="8550"/>
                    </a:lnTo>
                    <a:lnTo>
                      <a:pt x="286" y="9681"/>
                    </a:lnTo>
                    <a:lnTo>
                      <a:pt x="96" y="10836"/>
                    </a:lnTo>
                    <a:lnTo>
                      <a:pt x="0" y="11991"/>
                    </a:lnTo>
                    <a:lnTo>
                      <a:pt x="24" y="13146"/>
                    </a:lnTo>
                    <a:lnTo>
                      <a:pt x="155" y="14301"/>
                    </a:lnTo>
                    <a:lnTo>
                      <a:pt x="393" y="15444"/>
                    </a:lnTo>
                    <a:lnTo>
                      <a:pt x="751" y="16563"/>
                    </a:lnTo>
                    <a:lnTo>
                      <a:pt x="1215" y="17646"/>
                    </a:lnTo>
                    <a:lnTo>
                      <a:pt x="1786" y="18682"/>
                    </a:lnTo>
                    <a:lnTo>
                      <a:pt x="2465" y="19682"/>
                    </a:lnTo>
                    <a:lnTo>
                      <a:pt x="3263" y="20623"/>
                    </a:lnTo>
                    <a:lnTo>
                      <a:pt x="3703" y="21064"/>
                    </a:lnTo>
                    <a:lnTo>
                      <a:pt x="4144" y="21492"/>
                    </a:lnTo>
                    <a:lnTo>
                      <a:pt x="5097" y="22278"/>
                    </a:lnTo>
                    <a:lnTo>
                      <a:pt x="6109" y="22969"/>
                    </a:lnTo>
                    <a:lnTo>
                      <a:pt x="7180" y="23540"/>
                    </a:lnTo>
                    <a:lnTo>
                      <a:pt x="8311" y="24005"/>
                    </a:lnTo>
                    <a:lnTo>
                      <a:pt x="9478" y="24350"/>
                    </a:lnTo>
                    <a:lnTo>
                      <a:pt x="10681" y="24576"/>
                    </a:lnTo>
                    <a:lnTo>
                      <a:pt x="11907" y="24695"/>
                    </a:lnTo>
                    <a:lnTo>
                      <a:pt x="12526" y="24695"/>
                    </a:lnTo>
                    <a:lnTo>
                      <a:pt x="13181" y="24683"/>
                    </a:lnTo>
                    <a:lnTo>
                      <a:pt x="14443" y="24576"/>
                    </a:lnTo>
                    <a:lnTo>
                      <a:pt x="15646" y="24362"/>
                    </a:lnTo>
                    <a:lnTo>
                      <a:pt x="16789" y="24028"/>
                    </a:lnTo>
                    <a:lnTo>
                      <a:pt x="17861" y="23588"/>
                    </a:lnTo>
                    <a:lnTo>
                      <a:pt x="18885" y="23040"/>
                    </a:lnTo>
                    <a:lnTo>
                      <a:pt x="19837" y="22385"/>
                    </a:lnTo>
                    <a:lnTo>
                      <a:pt x="20742" y="21623"/>
                    </a:lnTo>
                    <a:lnTo>
                      <a:pt x="21159" y="21195"/>
                    </a:lnTo>
                    <a:lnTo>
                      <a:pt x="21516" y="20825"/>
                    </a:lnTo>
                    <a:lnTo>
                      <a:pt x="22147" y="20028"/>
                    </a:lnTo>
                    <a:lnTo>
                      <a:pt x="22695" y="19170"/>
                    </a:lnTo>
                    <a:lnTo>
                      <a:pt x="23147" y="18242"/>
                    </a:lnTo>
                    <a:lnTo>
                      <a:pt x="23516" y="17253"/>
                    </a:lnTo>
                    <a:lnTo>
                      <a:pt x="23790" y="16206"/>
                    </a:lnTo>
                    <a:lnTo>
                      <a:pt x="23969" y="15086"/>
                    </a:lnTo>
                    <a:lnTo>
                      <a:pt x="24052" y="13908"/>
                    </a:lnTo>
                    <a:lnTo>
                      <a:pt x="24064" y="13289"/>
                    </a:lnTo>
                    <a:lnTo>
                      <a:pt x="24064" y="12753"/>
                    </a:lnTo>
                    <a:lnTo>
                      <a:pt x="23981" y="11705"/>
                    </a:lnTo>
                    <a:lnTo>
                      <a:pt x="23885" y="11181"/>
                    </a:lnTo>
                    <a:lnTo>
                      <a:pt x="12526" y="11181"/>
                    </a:lnTo>
                    <a:lnTo>
                      <a:pt x="12526" y="14574"/>
                    </a:lnTo>
                    <a:lnTo>
                      <a:pt x="20599" y="14574"/>
                    </a:lnTo>
                    <a:lnTo>
                      <a:pt x="20480" y="15265"/>
                    </a:lnTo>
                    <a:lnTo>
                      <a:pt x="20159" y="16491"/>
                    </a:lnTo>
                    <a:lnTo>
                      <a:pt x="19694" y="17563"/>
                    </a:lnTo>
                    <a:lnTo>
                      <a:pt x="19099" y="18456"/>
                    </a:lnTo>
                    <a:lnTo>
                      <a:pt x="18754" y="18825"/>
                    </a:lnTo>
                    <a:lnTo>
                      <a:pt x="18420" y="19135"/>
                    </a:lnTo>
                    <a:lnTo>
                      <a:pt x="17706" y="19682"/>
                    </a:lnTo>
                    <a:lnTo>
                      <a:pt x="16968" y="20147"/>
                    </a:lnTo>
                    <a:lnTo>
                      <a:pt x="16194" y="20540"/>
                    </a:lnTo>
                    <a:lnTo>
                      <a:pt x="15384" y="20849"/>
                    </a:lnTo>
                    <a:lnTo>
                      <a:pt x="14562" y="21075"/>
                    </a:lnTo>
                    <a:lnTo>
                      <a:pt x="13729" y="21230"/>
                    </a:lnTo>
                    <a:lnTo>
                      <a:pt x="12884" y="21302"/>
                    </a:lnTo>
                    <a:lnTo>
                      <a:pt x="12038" y="21290"/>
                    </a:lnTo>
                    <a:lnTo>
                      <a:pt x="11193" y="21195"/>
                    </a:lnTo>
                    <a:lnTo>
                      <a:pt x="10359" y="21028"/>
                    </a:lnTo>
                    <a:lnTo>
                      <a:pt x="9538" y="20778"/>
                    </a:lnTo>
                    <a:lnTo>
                      <a:pt x="8752" y="20456"/>
                    </a:lnTo>
                    <a:lnTo>
                      <a:pt x="7978" y="20052"/>
                    </a:lnTo>
                    <a:lnTo>
                      <a:pt x="7252" y="19563"/>
                    </a:lnTo>
                    <a:lnTo>
                      <a:pt x="6561" y="18992"/>
                    </a:lnTo>
                    <a:lnTo>
                      <a:pt x="6240" y="18682"/>
                    </a:lnTo>
                    <a:lnTo>
                      <a:pt x="5918" y="18349"/>
                    </a:lnTo>
                    <a:lnTo>
                      <a:pt x="5358" y="17634"/>
                    </a:lnTo>
                    <a:lnTo>
                      <a:pt x="4870" y="16884"/>
                    </a:lnTo>
                    <a:lnTo>
                      <a:pt x="4465" y="16099"/>
                    </a:lnTo>
                    <a:lnTo>
                      <a:pt x="4144" y="15289"/>
                    </a:lnTo>
                    <a:lnTo>
                      <a:pt x="3906" y="14455"/>
                    </a:lnTo>
                    <a:lnTo>
                      <a:pt x="3739" y="13610"/>
                    </a:lnTo>
                    <a:lnTo>
                      <a:pt x="3668" y="12753"/>
                    </a:lnTo>
                    <a:lnTo>
                      <a:pt x="3668" y="11895"/>
                    </a:lnTo>
                    <a:lnTo>
                      <a:pt x="3739" y="11038"/>
                    </a:lnTo>
                    <a:lnTo>
                      <a:pt x="3906" y="10193"/>
                    </a:lnTo>
                    <a:lnTo>
                      <a:pt x="4144" y="9359"/>
                    </a:lnTo>
                    <a:lnTo>
                      <a:pt x="4465" y="8550"/>
                    </a:lnTo>
                    <a:lnTo>
                      <a:pt x="4870" y="7764"/>
                    </a:lnTo>
                    <a:lnTo>
                      <a:pt x="5358" y="7014"/>
                    </a:lnTo>
                    <a:lnTo>
                      <a:pt x="5918" y="6299"/>
                    </a:lnTo>
                    <a:lnTo>
                      <a:pt x="6240" y="5966"/>
                    </a:lnTo>
                    <a:lnTo>
                      <a:pt x="6549" y="5656"/>
                    </a:lnTo>
                    <a:lnTo>
                      <a:pt x="7216" y="5085"/>
                    </a:lnTo>
                    <a:lnTo>
                      <a:pt x="7942" y="4585"/>
                    </a:lnTo>
                    <a:lnTo>
                      <a:pt x="8704" y="4180"/>
                    </a:lnTo>
                    <a:lnTo>
                      <a:pt x="9514" y="3835"/>
                    </a:lnTo>
                    <a:lnTo>
                      <a:pt x="10347" y="3585"/>
                    </a:lnTo>
                    <a:lnTo>
                      <a:pt x="11205" y="3430"/>
                    </a:lnTo>
                    <a:lnTo>
                      <a:pt x="12086" y="3347"/>
                    </a:lnTo>
                    <a:lnTo>
                      <a:pt x="12955" y="3347"/>
                    </a:lnTo>
                    <a:lnTo>
                      <a:pt x="13800" y="3418"/>
                    </a:lnTo>
                    <a:lnTo>
                      <a:pt x="14622" y="3573"/>
                    </a:lnTo>
                    <a:lnTo>
                      <a:pt x="15432" y="3811"/>
                    </a:lnTo>
                    <a:lnTo>
                      <a:pt x="16206" y="4120"/>
                    </a:lnTo>
                    <a:lnTo>
                      <a:pt x="16944" y="4501"/>
                    </a:lnTo>
                    <a:lnTo>
                      <a:pt x="17646" y="4966"/>
                    </a:lnTo>
                    <a:lnTo>
                      <a:pt x="18313" y="5490"/>
                    </a:lnTo>
                    <a:lnTo>
                      <a:pt x="18623" y="5775"/>
                    </a:lnTo>
                    <a:lnTo>
                      <a:pt x="21004" y="3394"/>
                    </a:lnTo>
                    <a:lnTo>
                      <a:pt x="20563" y="2989"/>
                    </a:lnTo>
                    <a:lnTo>
                      <a:pt x="19647" y="2251"/>
                    </a:lnTo>
                    <a:lnTo>
                      <a:pt x="18670" y="1608"/>
                    </a:lnTo>
                    <a:lnTo>
                      <a:pt x="17634" y="1072"/>
                    </a:lnTo>
                    <a:lnTo>
                      <a:pt x="16551" y="644"/>
                    </a:lnTo>
                    <a:lnTo>
                      <a:pt x="15432" y="322"/>
                    </a:lnTo>
                    <a:lnTo>
                      <a:pt x="14289" y="108"/>
                    </a:lnTo>
                    <a:lnTo>
                      <a:pt x="13122" y="1"/>
                    </a:lnTo>
                    <a:close/>
                    <a:moveTo>
                      <a:pt x="90111" y="8752"/>
                    </a:moveTo>
                    <a:lnTo>
                      <a:pt x="89372" y="8824"/>
                    </a:lnTo>
                    <a:lnTo>
                      <a:pt x="88646" y="8955"/>
                    </a:lnTo>
                    <a:lnTo>
                      <a:pt x="87932" y="9169"/>
                    </a:lnTo>
                    <a:lnTo>
                      <a:pt x="87253" y="9455"/>
                    </a:lnTo>
                    <a:lnTo>
                      <a:pt x="86598" y="9812"/>
                    </a:lnTo>
                    <a:lnTo>
                      <a:pt x="85991" y="10229"/>
                    </a:lnTo>
                    <a:lnTo>
                      <a:pt x="85419" y="10717"/>
                    </a:lnTo>
                    <a:lnTo>
                      <a:pt x="85157" y="10979"/>
                    </a:lnTo>
                    <a:lnTo>
                      <a:pt x="84884" y="11276"/>
                    </a:lnTo>
                    <a:lnTo>
                      <a:pt x="84407" y="11895"/>
                    </a:lnTo>
                    <a:lnTo>
                      <a:pt x="83979" y="12562"/>
                    </a:lnTo>
                    <a:lnTo>
                      <a:pt x="83633" y="13265"/>
                    </a:lnTo>
                    <a:lnTo>
                      <a:pt x="83348" y="13991"/>
                    </a:lnTo>
                    <a:lnTo>
                      <a:pt x="83145" y="14753"/>
                    </a:lnTo>
                    <a:lnTo>
                      <a:pt x="83014" y="15527"/>
                    </a:lnTo>
                    <a:lnTo>
                      <a:pt x="82967" y="16313"/>
                    </a:lnTo>
                    <a:lnTo>
                      <a:pt x="82979" y="16718"/>
                    </a:lnTo>
                    <a:lnTo>
                      <a:pt x="82967" y="17111"/>
                    </a:lnTo>
                    <a:lnTo>
                      <a:pt x="83038" y="17896"/>
                    </a:lnTo>
                    <a:lnTo>
                      <a:pt x="83169" y="18670"/>
                    </a:lnTo>
                    <a:lnTo>
                      <a:pt x="83383" y="19420"/>
                    </a:lnTo>
                    <a:lnTo>
                      <a:pt x="83669" y="20147"/>
                    </a:lnTo>
                    <a:lnTo>
                      <a:pt x="84026" y="20837"/>
                    </a:lnTo>
                    <a:lnTo>
                      <a:pt x="84467" y="21492"/>
                    </a:lnTo>
                    <a:lnTo>
                      <a:pt x="84955" y="22099"/>
                    </a:lnTo>
                    <a:lnTo>
                      <a:pt x="85241" y="22385"/>
                    </a:lnTo>
                    <a:lnTo>
                      <a:pt x="85515" y="22659"/>
                    </a:lnTo>
                    <a:lnTo>
                      <a:pt x="86122" y="23171"/>
                    </a:lnTo>
                    <a:lnTo>
                      <a:pt x="86765" y="23600"/>
                    </a:lnTo>
                    <a:lnTo>
                      <a:pt x="87444" y="23969"/>
                    </a:lnTo>
                    <a:lnTo>
                      <a:pt x="88158" y="24266"/>
                    </a:lnTo>
                    <a:lnTo>
                      <a:pt x="88908" y="24481"/>
                    </a:lnTo>
                    <a:lnTo>
                      <a:pt x="89670" y="24624"/>
                    </a:lnTo>
                    <a:lnTo>
                      <a:pt x="90456" y="24695"/>
                    </a:lnTo>
                    <a:lnTo>
                      <a:pt x="91385" y="24695"/>
                    </a:lnTo>
                    <a:lnTo>
                      <a:pt x="92444" y="24564"/>
                    </a:lnTo>
                    <a:lnTo>
                      <a:pt x="93468" y="24290"/>
                    </a:lnTo>
                    <a:lnTo>
                      <a:pt x="94445" y="23862"/>
                    </a:lnTo>
                    <a:lnTo>
                      <a:pt x="94909" y="23588"/>
                    </a:lnTo>
                    <a:lnTo>
                      <a:pt x="95278" y="23350"/>
                    </a:lnTo>
                    <a:lnTo>
                      <a:pt x="95981" y="22802"/>
                    </a:lnTo>
                    <a:lnTo>
                      <a:pt x="96624" y="22195"/>
                    </a:lnTo>
                    <a:lnTo>
                      <a:pt x="97207" y="21528"/>
                    </a:lnTo>
                    <a:lnTo>
                      <a:pt x="97469" y="21171"/>
                    </a:lnTo>
                    <a:lnTo>
                      <a:pt x="94766" y="19349"/>
                    </a:lnTo>
                    <a:lnTo>
                      <a:pt x="94600" y="19599"/>
                    </a:lnTo>
                    <a:lnTo>
                      <a:pt x="94242" y="20052"/>
                    </a:lnTo>
                    <a:lnTo>
                      <a:pt x="93814" y="20456"/>
                    </a:lnTo>
                    <a:lnTo>
                      <a:pt x="93361" y="20802"/>
                    </a:lnTo>
                    <a:lnTo>
                      <a:pt x="92849" y="21087"/>
                    </a:lnTo>
                    <a:lnTo>
                      <a:pt x="92313" y="21302"/>
                    </a:lnTo>
                    <a:lnTo>
                      <a:pt x="91754" y="21457"/>
                    </a:lnTo>
                    <a:lnTo>
                      <a:pt x="91170" y="21528"/>
                    </a:lnTo>
                    <a:lnTo>
                      <a:pt x="90873" y="21540"/>
                    </a:lnTo>
                    <a:lnTo>
                      <a:pt x="90563" y="21540"/>
                    </a:lnTo>
                    <a:lnTo>
                      <a:pt x="89956" y="21468"/>
                    </a:lnTo>
                    <a:lnTo>
                      <a:pt x="89372" y="21314"/>
                    </a:lnTo>
                    <a:lnTo>
                      <a:pt x="88825" y="21064"/>
                    </a:lnTo>
                    <a:lnTo>
                      <a:pt x="88313" y="20754"/>
                    </a:lnTo>
                    <a:lnTo>
                      <a:pt x="87860" y="20361"/>
                    </a:lnTo>
                    <a:lnTo>
                      <a:pt x="87467" y="19909"/>
                    </a:lnTo>
                    <a:lnTo>
                      <a:pt x="87134" y="19397"/>
                    </a:lnTo>
                    <a:lnTo>
                      <a:pt x="87003" y="19111"/>
                    </a:lnTo>
                    <a:lnTo>
                      <a:pt x="97660" y="14705"/>
                    </a:lnTo>
                    <a:lnTo>
                      <a:pt x="97302" y="13801"/>
                    </a:lnTo>
                    <a:lnTo>
                      <a:pt x="97136" y="13396"/>
                    </a:lnTo>
                    <a:lnTo>
                      <a:pt x="96743" y="12610"/>
                    </a:lnTo>
                    <a:lnTo>
                      <a:pt x="96517" y="12241"/>
                    </a:lnTo>
                    <a:lnTo>
                      <a:pt x="96231" y="11800"/>
                    </a:lnTo>
                    <a:lnTo>
                      <a:pt x="95588" y="11002"/>
                    </a:lnTo>
                    <a:lnTo>
                      <a:pt x="95219" y="10621"/>
                    </a:lnTo>
                    <a:lnTo>
                      <a:pt x="94992" y="10419"/>
                    </a:lnTo>
                    <a:lnTo>
                      <a:pt x="94516" y="10026"/>
                    </a:lnTo>
                    <a:lnTo>
                      <a:pt x="93992" y="9681"/>
                    </a:lnTo>
                    <a:lnTo>
                      <a:pt x="93456" y="9395"/>
                    </a:lnTo>
                    <a:lnTo>
                      <a:pt x="93171" y="9276"/>
                    </a:lnTo>
                    <a:lnTo>
                      <a:pt x="92849" y="9145"/>
                    </a:lnTo>
                    <a:lnTo>
                      <a:pt x="92194" y="8955"/>
                    </a:lnTo>
                    <a:lnTo>
                      <a:pt x="91516" y="8812"/>
                    </a:lnTo>
                    <a:lnTo>
                      <a:pt x="90837" y="8752"/>
                    </a:lnTo>
                    <a:close/>
                    <a:moveTo>
                      <a:pt x="67750" y="8764"/>
                    </a:moveTo>
                    <a:lnTo>
                      <a:pt x="67369" y="8776"/>
                    </a:lnTo>
                    <a:lnTo>
                      <a:pt x="66619" y="8847"/>
                    </a:lnTo>
                    <a:lnTo>
                      <a:pt x="65892" y="9002"/>
                    </a:lnTo>
                    <a:lnTo>
                      <a:pt x="65178" y="9228"/>
                    </a:lnTo>
                    <a:lnTo>
                      <a:pt x="64499" y="9538"/>
                    </a:lnTo>
                    <a:lnTo>
                      <a:pt x="63856" y="9895"/>
                    </a:lnTo>
                    <a:lnTo>
                      <a:pt x="63249" y="10336"/>
                    </a:lnTo>
                    <a:lnTo>
                      <a:pt x="62678" y="10824"/>
                    </a:lnTo>
                    <a:lnTo>
                      <a:pt x="62416" y="11098"/>
                    </a:lnTo>
                    <a:lnTo>
                      <a:pt x="62142" y="11395"/>
                    </a:lnTo>
                    <a:lnTo>
                      <a:pt x="61642" y="12003"/>
                    </a:lnTo>
                    <a:lnTo>
                      <a:pt x="61213" y="12657"/>
                    </a:lnTo>
                    <a:lnTo>
                      <a:pt x="60844" y="13348"/>
                    </a:lnTo>
                    <a:lnTo>
                      <a:pt x="60546" y="14062"/>
                    </a:lnTo>
                    <a:lnTo>
                      <a:pt x="60332" y="14813"/>
                    </a:lnTo>
                    <a:lnTo>
                      <a:pt x="60189" y="15587"/>
                    </a:lnTo>
                    <a:lnTo>
                      <a:pt x="60130" y="16360"/>
                    </a:lnTo>
                    <a:lnTo>
                      <a:pt x="60130" y="16753"/>
                    </a:lnTo>
                    <a:lnTo>
                      <a:pt x="60130" y="17158"/>
                    </a:lnTo>
                    <a:lnTo>
                      <a:pt x="60189" y="17932"/>
                    </a:lnTo>
                    <a:lnTo>
                      <a:pt x="60344" y="18706"/>
                    </a:lnTo>
                    <a:lnTo>
                      <a:pt x="60558" y="19444"/>
                    </a:lnTo>
                    <a:lnTo>
                      <a:pt x="60844" y="20159"/>
                    </a:lnTo>
                    <a:lnTo>
                      <a:pt x="61213" y="20849"/>
                    </a:lnTo>
                    <a:lnTo>
                      <a:pt x="61642" y="21492"/>
                    </a:lnTo>
                    <a:lnTo>
                      <a:pt x="62142" y="22088"/>
                    </a:lnTo>
                    <a:lnTo>
                      <a:pt x="62416" y="22373"/>
                    </a:lnTo>
                    <a:lnTo>
                      <a:pt x="62678" y="22647"/>
                    </a:lnTo>
                    <a:lnTo>
                      <a:pt x="63249" y="23135"/>
                    </a:lnTo>
                    <a:lnTo>
                      <a:pt x="63856" y="23576"/>
                    </a:lnTo>
                    <a:lnTo>
                      <a:pt x="64511" y="23933"/>
                    </a:lnTo>
                    <a:lnTo>
                      <a:pt x="65190" y="24231"/>
                    </a:lnTo>
                    <a:lnTo>
                      <a:pt x="65892" y="24457"/>
                    </a:lnTo>
                    <a:lnTo>
                      <a:pt x="66619" y="24612"/>
                    </a:lnTo>
                    <a:lnTo>
                      <a:pt x="67369" y="24683"/>
                    </a:lnTo>
                    <a:lnTo>
                      <a:pt x="67750" y="24695"/>
                    </a:lnTo>
                    <a:lnTo>
                      <a:pt x="68083" y="24683"/>
                    </a:lnTo>
                    <a:lnTo>
                      <a:pt x="68714" y="24636"/>
                    </a:lnTo>
                    <a:lnTo>
                      <a:pt x="69322" y="24517"/>
                    </a:lnTo>
                    <a:lnTo>
                      <a:pt x="69881" y="24350"/>
                    </a:lnTo>
                    <a:lnTo>
                      <a:pt x="70405" y="24124"/>
                    </a:lnTo>
                    <a:lnTo>
                      <a:pt x="70893" y="23838"/>
                    </a:lnTo>
                    <a:lnTo>
                      <a:pt x="71334" y="23493"/>
                    </a:lnTo>
                    <a:lnTo>
                      <a:pt x="71739" y="23100"/>
                    </a:lnTo>
                    <a:lnTo>
                      <a:pt x="71929" y="22873"/>
                    </a:lnTo>
                    <a:lnTo>
                      <a:pt x="72048" y="22873"/>
                    </a:lnTo>
                    <a:lnTo>
                      <a:pt x="72048" y="24016"/>
                    </a:lnTo>
                    <a:lnTo>
                      <a:pt x="72036" y="24576"/>
                    </a:lnTo>
                    <a:lnTo>
                      <a:pt x="71893" y="25576"/>
                    </a:lnTo>
                    <a:lnTo>
                      <a:pt x="71620" y="26445"/>
                    </a:lnTo>
                    <a:lnTo>
                      <a:pt x="71191" y="27172"/>
                    </a:lnTo>
                    <a:lnTo>
                      <a:pt x="70917" y="27493"/>
                    </a:lnTo>
                    <a:lnTo>
                      <a:pt x="70596" y="27791"/>
                    </a:lnTo>
                    <a:lnTo>
                      <a:pt x="69881" y="28255"/>
                    </a:lnTo>
                    <a:lnTo>
                      <a:pt x="69083" y="28565"/>
                    </a:lnTo>
                    <a:lnTo>
                      <a:pt x="68238" y="28708"/>
                    </a:lnTo>
                    <a:lnTo>
                      <a:pt x="67809" y="28696"/>
                    </a:lnTo>
                    <a:lnTo>
                      <a:pt x="67464" y="28696"/>
                    </a:lnTo>
                    <a:lnTo>
                      <a:pt x="66809" y="28589"/>
                    </a:lnTo>
                    <a:lnTo>
                      <a:pt x="66166" y="28374"/>
                    </a:lnTo>
                    <a:lnTo>
                      <a:pt x="65583" y="28053"/>
                    </a:lnTo>
                    <a:lnTo>
                      <a:pt x="65309" y="27850"/>
                    </a:lnTo>
                    <a:lnTo>
                      <a:pt x="65059" y="27636"/>
                    </a:lnTo>
                    <a:lnTo>
                      <a:pt x="64630" y="27184"/>
                    </a:lnTo>
                    <a:lnTo>
                      <a:pt x="64249" y="26684"/>
                    </a:lnTo>
                    <a:lnTo>
                      <a:pt x="63928" y="26136"/>
                    </a:lnTo>
                    <a:lnTo>
                      <a:pt x="63809" y="25850"/>
                    </a:lnTo>
                    <a:lnTo>
                      <a:pt x="60749" y="27112"/>
                    </a:lnTo>
                    <a:lnTo>
                      <a:pt x="60975" y="27600"/>
                    </a:lnTo>
                    <a:lnTo>
                      <a:pt x="61523" y="28517"/>
                    </a:lnTo>
                    <a:lnTo>
                      <a:pt x="62166" y="29339"/>
                    </a:lnTo>
                    <a:lnTo>
                      <a:pt x="62928" y="30077"/>
                    </a:lnTo>
                    <a:lnTo>
                      <a:pt x="63344" y="30410"/>
                    </a:lnTo>
                    <a:lnTo>
                      <a:pt x="63833" y="30756"/>
                    </a:lnTo>
                    <a:lnTo>
                      <a:pt x="64892" y="31303"/>
                    </a:lnTo>
                    <a:lnTo>
                      <a:pt x="66023" y="31660"/>
                    </a:lnTo>
                    <a:lnTo>
                      <a:pt x="67202" y="31827"/>
                    </a:lnTo>
                    <a:lnTo>
                      <a:pt x="68178" y="31827"/>
                    </a:lnTo>
                    <a:lnTo>
                      <a:pt x="68929" y="31780"/>
                    </a:lnTo>
                    <a:lnTo>
                      <a:pt x="69667" y="31660"/>
                    </a:lnTo>
                    <a:lnTo>
                      <a:pt x="70381" y="31470"/>
                    </a:lnTo>
                    <a:lnTo>
                      <a:pt x="71072" y="31196"/>
                    </a:lnTo>
                    <a:lnTo>
                      <a:pt x="71739" y="30875"/>
                    </a:lnTo>
                    <a:lnTo>
                      <a:pt x="72370" y="30470"/>
                    </a:lnTo>
                    <a:lnTo>
                      <a:pt x="72965" y="30005"/>
                    </a:lnTo>
                    <a:lnTo>
                      <a:pt x="73239" y="29755"/>
                    </a:lnTo>
                    <a:lnTo>
                      <a:pt x="73501" y="29493"/>
                    </a:lnTo>
                    <a:lnTo>
                      <a:pt x="73965" y="28910"/>
                    </a:lnTo>
                    <a:lnTo>
                      <a:pt x="74358" y="28267"/>
                    </a:lnTo>
                    <a:lnTo>
                      <a:pt x="74691" y="27553"/>
                    </a:lnTo>
                    <a:lnTo>
                      <a:pt x="74965" y="26767"/>
                    </a:lnTo>
                    <a:lnTo>
                      <a:pt x="75156" y="25933"/>
                    </a:lnTo>
                    <a:lnTo>
                      <a:pt x="75299" y="25017"/>
                    </a:lnTo>
                    <a:lnTo>
                      <a:pt x="75358" y="24040"/>
                    </a:lnTo>
                    <a:lnTo>
                      <a:pt x="75370" y="23528"/>
                    </a:lnTo>
                    <a:lnTo>
                      <a:pt x="75370" y="9240"/>
                    </a:lnTo>
                    <a:lnTo>
                      <a:pt x="72048" y="9240"/>
                    </a:lnTo>
                    <a:lnTo>
                      <a:pt x="72048" y="10538"/>
                    </a:lnTo>
                    <a:lnTo>
                      <a:pt x="71929" y="10538"/>
                    </a:lnTo>
                    <a:lnTo>
                      <a:pt x="71750" y="10336"/>
                    </a:lnTo>
                    <a:lnTo>
                      <a:pt x="71358" y="9967"/>
                    </a:lnTo>
                    <a:lnTo>
                      <a:pt x="70917" y="9645"/>
                    </a:lnTo>
                    <a:lnTo>
                      <a:pt x="70453" y="9383"/>
                    </a:lnTo>
                    <a:lnTo>
                      <a:pt x="70203" y="9276"/>
                    </a:lnTo>
                    <a:lnTo>
                      <a:pt x="69905" y="9145"/>
                    </a:lnTo>
                    <a:lnTo>
                      <a:pt x="69310" y="8955"/>
                    </a:lnTo>
                    <a:lnTo>
                      <a:pt x="68690" y="8824"/>
                    </a:lnTo>
                    <a:lnTo>
                      <a:pt x="68059" y="8764"/>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5" name="Google Shape;65;p29"/>
              <p:cNvGrpSpPr/>
              <p:nvPr/>
            </p:nvGrpSpPr>
            <p:grpSpPr>
              <a:xfrm>
                <a:off x="1682774" y="4617610"/>
                <a:ext cx="497004" cy="149188"/>
                <a:chOff x="1682774" y="4617610"/>
                <a:chExt cx="497004" cy="149188"/>
              </a:xfrm>
            </p:grpSpPr>
            <p:sp>
              <p:nvSpPr>
                <p:cNvPr id="66" name="Google Shape;66;p29"/>
                <p:cNvSpPr/>
                <p:nvPr/>
              </p:nvSpPr>
              <p:spPr>
                <a:xfrm>
                  <a:off x="1682774" y="4617610"/>
                  <a:ext cx="130752" cy="149188"/>
                </a:xfrm>
                <a:custGeom>
                  <a:rect b="b" l="l" r="r" t="t"/>
                  <a:pathLst>
                    <a:path extrusionOk="0" h="22553" w="19766">
                      <a:moveTo>
                        <a:pt x="10765" y="1"/>
                      </a:moveTo>
                      <a:lnTo>
                        <a:pt x="10193" y="25"/>
                      </a:lnTo>
                      <a:lnTo>
                        <a:pt x="9086" y="156"/>
                      </a:lnTo>
                      <a:lnTo>
                        <a:pt x="8014" y="406"/>
                      </a:lnTo>
                      <a:lnTo>
                        <a:pt x="6978" y="751"/>
                      </a:lnTo>
                      <a:lnTo>
                        <a:pt x="6002" y="1192"/>
                      </a:lnTo>
                      <a:lnTo>
                        <a:pt x="5085" y="1715"/>
                      </a:lnTo>
                      <a:lnTo>
                        <a:pt x="4216" y="2335"/>
                      </a:lnTo>
                      <a:lnTo>
                        <a:pt x="3418" y="3025"/>
                      </a:lnTo>
                      <a:lnTo>
                        <a:pt x="2692" y="3787"/>
                      </a:lnTo>
                      <a:lnTo>
                        <a:pt x="2037" y="4621"/>
                      </a:lnTo>
                      <a:lnTo>
                        <a:pt x="1453" y="5514"/>
                      </a:lnTo>
                      <a:lnTo>
                        <a:pt x="977" y="6466"/>
                      </a:lnTo>
                      <a:lnTo>
                        <a:pt x="572" y="7466"/>
                      </a:lnTo>
                      <a:lnTo>
                        <a:pt x="275" y="8502"/>
                      </a:lnTo>
                      <a:lnTo>
                        <a:pt x="84" y="9586"/>
                      </a:lnTo>
                      <a:lnTo>
                        <a:pt x="1" y="10693"/>
                      </a:lnTo>
                      <a:lnTo>
                        <a:pt x="1" y="11265"/>
                      </a:lnTo>
                      <a:lnTo>
                        <a:pt x="1" y="11729"/>
                      </a:lnTo>
                      <a:lnTo>
                        <a:pt x="13" y="12300"/>
                      </a:lnTo>
                      <a:lnTo>
                        <a:pt x="144" y="13408"/>
                      </a:lnTo>
                      <a:lnTo>
                        <a:pt x="382" y="14479"/>
                      </a:lnTo>
                      <a:lnTo>
                        <a:pt x="727" y="15503"/>
                      </a:lnTo>
                      <a:lnTo>
                        <a:pt x="1168" y="16480"/>
                      </a:lnTo>
                      <a:lnTo>
                        <a:pt x="1692" y="17408"/>
                      </a:lnTo>
                      <a:lnTo>
                        <a:pt x="2299" y="18278"/>
                      </a:lnTo>
                      <a:lnTo>
                        <a:pt x="2977" y="19087"/>
                      </a:lnTo>
                      <a:lnTo>
                        <a:pt x="3740" y="19814"/>
                      </a:lnTo>
                      <a:lnTo>
                        <a:pt x="4573" y="20480"/>
                      </a:lnTo>
                      <a:lnTo>
                        <a:pt x="5466" y="21052"/>
                      </a:lnTo>
                      <a:lnTo>
                        <a:pt x="6407" y="21552"/>
                      </a:lnTo>
                      <a:lnTo>
                        <a:pt x="7407" y="21945"/>
                      </a:lnTo>
                      <a:lnTo>
                        <a:pt x="8443" y="22254"/>
                      </a:lnTo>
                      <a:lnTo>
                        <a:pt x="9526" y="22457"/>
                      </a:lnTo>
                      <a:lnTo>
                        <a:pt x="10634" y="22552"/>
                      </a:lnTo>
                      <a:lnTo>
                        <a:pt x="11205" y="22552"/>
                      </a:lnTo>
                      <a:lnTo>
                        <a:pt x="11836" y="22540"/>
                      </a:lnTo>
                      <a:lnTo>
                        <a:pt x="13074" y="22409"/>
                      </a:lnTo>
                      <a:lnTo>
                        <a:pt x="14301" y="22147"/>
                      </a:lnTo>
                      <a:lnTo>
                        <a:pt x="15480" y="21742"/>
                      </a:lnTo>
                      <a:lnTo>
                        <a:pt x="16063" y="21492"/>
                      </a:lnTo>
                      <a:lnTo>
                        <a:pt x="16587" y="21242"/>
                      </a:lnTo>
                      <a:lnTo>
                        <a:pt x="17599" y="20647"/>
                      </a:lnTo>
                      <a:lnTo>
                        <a:pt x="18528" y="19933"/>
                      </a:lnTo>
                      <a:lnTo>
                        <a:pt x="19373" y="19123"/>
                      </a:lnTo>
                      <a:lnTo>
                        <a:pt x="19766" y="18682"/>
                      </a:lnTo>
                      <a:lnTo>
                        <a:pt x="17825" y="16742"/>
                      </a:lnTo>
                      <a:lnTo>
                        <a:pt x="17516" y="17111"/>
                      </a:lnTo>
                      <a:lnTo>
                        <a:pt x="16837" y="17789"/>
                      </a:lnTo>
                      <a:lnTo>
                        <a:pt x="16087" y="18373"/>
                      </a:lnTo>
                      <a:lnTo>
                        <a:pt x="15289" y="18873"/>
                      </a:lnTo>
                      <a:lnTo>
                        <a:pt x="14432" y="19278"/>
                      </a:lnTo>
                      <a:lnTo>
                        <a:pt x="13551" y="19587"/>
                      </a:lnTo>
                      <a:lnTo>
                        <a:pt x="12622" y="19790"/>
                      </a:lnTo>
                      <a:lnTo>
                        <a:pt x="11669" y="19897"/>
                      </a:lnTo>
                      <a:lnTo>
                        <a:pt x="10776" y="19897"/>
                      </a:lnTo>
                      <a:lnTo>
                        <a:pt x="9943" y="19837"/>
                      </a:lnTo>
                      <a:lnTo>
                        <a:pt x="9133" y="19683"/>
                      </a:lnTo>
                      <a:lnTo>
                        <a:pt x="8347" y="19468"/>
                      </a:lnTo>
                      <a:lnTo>
                        <a:pt x="7585" y="19159"/>
                      </a:lnTo>
                      <a:lnTo>
                        <a:pt x="6871" y="18778"/>
                      </a:lnTo>
                      <a:lnTo>
                        <a:pt x="6180" y="18325"/>
                      </a:lnTo>
                      <a:lnTo>
                        <a:pt x="5537" y="17813"/>
                      </a:lnTo>
                      <a:lnTo>
                        <a:pt x="5240" y="17516"/>
                      </a:lnTo>
                      <a:lnTo>
                        <a:pt x="4942" y="17218"/>
                      </a:lnTo>
                      <a:lnTo>
                        <a:pt x="4406" y="16575"/>
                      </a:lnTo>
                      <a:lnTo>
                        <a:pt x="3954" y="15884"/>
                      </a:lnTo>
                      <a:lnTo>
                        <a:pt x="3573" y="15158"/>
                      </a:lnTo>
                      <a:lnTo>
                        <a:pt x="3275" y="14372"/>
                      </a:lnTo>
                      <a:lnTo>
                        <a:pt x="3049" y="13551"/>
                      </a:lnTo>
                      <a:lnTo>
                        <a:pt x="2894" y="12682"/>
                      </a:lnTo>
                      <a:lnTo>
                        <a:pt x="2823" y="11765"/>
                      </a:lnTo>
                      <a:lnTo>
                        <a:pt x="2811" y="11288"/>
                      </a:lnTo>
                      <a:lnTo>
                        <a:pt x="2823" y="10800"/>
                      </a:lnTo>
                      <a:lnTo>
                        <a:pt x="2894" y="9883"/>
                      </a:lnTo>
                      <a:lnTo>
                        <a:pt x="3049" y="9014"/>
                      </a:lnTo>
                      <a:lnTo>
                        <a:pt x="3275" y="8193"/>
                      </a:lnTo>
                      <a:lnTo>
                        <a:pt x="3585" y="7407"/>
                      </a:lnTo>
                      <a:lnTo>
                        <a:pt x="3954" y="6681"/>
                      </a:lnTo>
                      <a:lnTo>
                        <a:pt x="4418" y="5990"/>
                      </a:lnTo>
                      <a:lnTo>
                        <a:pt x="4942" y="5347"/>
                      </a:lnTo>
                      <a:lnTo>
                        <a:pt x="5240" y="5049"/>
                      </a:lnTo>
                      <a:lnTo>
                        <a:pt x="5537" y="4752"/>
                      </a:lnTo>
                      <a:lnTo>
                        <a:pt x="6180" y="4240"/>
                      </a:lnTo>
                      <a:lnTo>
                        <a:pt x="6871" y="3787"/>
                      </a:lnTo>
                      <a:lnTo>
                        <a:pt x="7597" y="3406"/>
                      </a:lnTo>
                      <a:lnTo>
                        <a:pt x="8359" y="3097"/>
                      </a:lnTo>
                      <a:lnTo>
                        <a:pt x="9145" y="2882"/>
                      </a:lnTo>
                      <a:lnTo>
                        <a:pt x="9955" y="2728"/>
                      </a:lnTo>
                      <a:lnTo>
                        <a:pt x="10776" y="2668"/>
                      </a:lnTo>
                      <a:lnTo>
                        <a:pt x="11193" y="2668"/>
                      </a:lnTo>
                      <a:lnTo>
                        <a:pt x="11622" y="2656"/>
                      </a:lnTo>
                      <a:lnTo>
                        <a:pt x="12479" y="2716"/>
                      </a:lnTo>
                      <a:lnTo>
                        <a:pt x="13324" y="2882"/>
                      </a:lnTo>
                      <a:lnTo>
                        <a:pt x="14134" y="3144"/>
                      </a:lnTo>
                      <a:lnTo>
                        <a:pt x="14896" y="3501"/>
                      </a:lnTo>
                      <a:lnTo>
                        <a:pt x="15622" y="3942"/>
                      </a:lnTo>
                      <a:lnTo>
                        <a:pt x="16301" y="4466"/>
                      </a:lnTo>
                      <a:lnTo>
                        <a:pt x="16908" y="5073"/>
                      </a:lnTo>
                      <a:lnTo>
                        <a:pt x="17194" y="5407"/>
                      </a:lnTo>
                      <a:lnTo>
                        <a:pt x="19123" y="3525"/>
                      </a:lnTo>
                      <a:lnTo>
                        <a:pt x="18742" y="3097"/>
                      </a:lnTo>
                      <a:lnTo>
                        <a:pt x="17920" y="2323"/>
                      </a:lnTo>
                      <a:lnTo>
                        <a:pt x="17027" y="1656"/>
                      </a:lnTo>
                      <a:lnTo>
                        <a:pt x="16075" y="1096"/>
                      </a:lnTo>
                      <a:lnTo>
                        <a:pt x="15051" y="644"/>
                      </a:lnTo>
                      <a:lnTo>
                        <a:pt x="13991" y="311"/>
                      </a:lnTo>
                      <a:lnTo>
                        <a:pt x="12896" y="84"/>
                      </a:lnTo>
                      <a:lnTo>
                        <a:pt x="11777"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9"/>
                <p:cNvSpPr/>
                <p:nvPr/>
              </p:nvSpPr>
              <p:spPr>
                <a:xfrm>
                  <a:off x="1829746" y="4620765"/>
                  <a:ext cx="18363" cy="142798"/>
                </a:xfrm>
                <a:custGeom>
                  <a:rect b="b" l="l" r="r" t="t"/>
                  <a:pathLst>
                    <a:path extrusionOk="0" h="21587" w="2776">
                      <a:moveTo>
                        <a:pt x="1" y="0"/>
                      </a:moveTo>
                      <a:lnTo>
                        <a:pt x="1" y="21587"/>
                      </a:lnTo>
                      <a:lnTo>
                        <a:pt x="2775" y="21587"/>
                      </a:lnTo>
                      <a:lnTo>
                        <a:pt x="2775"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29"/>
                <p:cNvSpPr/>
                <p:nvPr/>
              </p:nvSpPr>
              <p:spPr>
                <a:xfrm>
                  <a:off x="1863853" y="4662664"/>
                  <a:ext cx="100588" cy="104054"/>
                </a:xfrm>
                <a:custGeom>
                  <a:rect b="b" l="l" r="r" t="t"/>
                  <a:pathLst>
                    <a:path extrusionOk="0" h="15730" w="15206">
                      <a:moveTo>
                        <a:pt x="7287" y="2537"/>
                      </a:moveTo>
                      <a:lnTo>
                        <a:pt x="8180" y="2560"/>
                      </a:lnTo>
                      <a:lnTo>
                        <a:pt x="9061" y="2763"/>
                      </a:lnTo>
                      <a:lnTo>
                        <a:pt x="9895" y="3120"/>
                      </a:lnTo>
                      <a:lnTo>
                        <a:pt x="10657" y="3656"/>
                      </a:lnTo>
                      <a:lnTo>
                        <a:pt x="10990" y="4001"/>
                      </a:lnTo>
                      <a:lnTo>
                        <a:pt x="11348" y="4394"/>
                      </a:lnTo>
                      <a:lnTo>
                        <a:pt x="11919" y="5299"/>
                      </a:lnTo>
                      <a:lnTo>
                        <a:pt x="12288" y="6287"/>
                      </a:lnTo>
                      <a:lnTo>
                        <a:pt x="12455" y="7335"/>
                      </a:lnTo>
                      <a:lnTo>
                        <a:pt x="12455" y="7871"/>
                      </a:lnTo>
                      <a:lnTo>
                        <a:pt x="12455" y="8395"/>
                      </a:lnTo>
                      <a:lnTo>
                        <a:pt x="12288" y="9442"/>
                      </a:lnTo>
                      <a:lnTo>
                        <a:pt x="11907" y="10431"/>
                      </a:lnTo>
                      <a:lnTo>
                        <a:pt x="11348" y="11336"/>
                      </a:lnTo>
                      <a:lnTo>
                        <a:pt x="10990" y="11740"/>
                      </a:lnTo>
                      <a:lnTo>
                        <a:pt x="10895" y="11836"/>
                      </a:lnTo>
                      <a:lnTo>
                        <a:pt x="10800" y="11931"/>
                      </a:lnTo>
                      <a:lnTo>
                        <a:pt x="10443" y="12241"/>
                      </a:lnTo>
                      <a:lnTo>
                        <a:pt x="9645" y="12729"/>
                      </a:lnTo>
                      <a:lnTo>
                        <a:pt x="8800" y="13050"/>
                      </a:lnTo>
                      <a:lnTo>
                        <a:pt x="7907" y="13193"/>
                      </a:lnTo>
                      <a:lnTo>
                        <a:pt x="7013" y="13169"/>
                      </a:lnTo>
                      <a:lnTo>
                        <a:pt x="6144" y="12967"/>
                      </a:lnTo>
                      <a:lnTo>
                        <a:pt x="5311" y="12610"/>
                      </a:lnTo>
                      <a:lnTo>
                        <a:pt x="4549" y="12074"/>
                      </a:lnTo>
                      <a:lnTo>
                        <a:pt x="4204" y="11740"/>
                      </a:lnTo>
                      <a:lnTo>
                        <a:pt x="3858" y="11336"/>
                      </a:lnTo>
                      <a:lnTo>
                        <a:pt x="3299" y="10431"/>
                      </a:lnTo>
                      <a:lnTo>
                        <a:pt x="2918" y="9442"/>
                      </a:lnTo>
                      <a:lnTo>
                        <a:pt x="2751" y="8395"/>
                      </a:lnTo>
                      <a:lnTo>
                        <a:pt x="2751" y="7871"/>
                      </a:lnTo>
                      <a:lnTo>
                        <a:pt x="2739" y="7335"/>
                      </a:lnTo>
                      <a:lnTo>
                        <a:pt x="2918" y="6287"/>
                      </a:lnTo>
                      <a:lnTo>
                        <a:pt x="3287" y="5299"/>
                      </a:lnTo>
                      <a:lnTo>
                        <a:pt x="3846" y="4394"/>
                      </a:lnTo>
                      <a:lnTo>
                        <a:pt x="4204" y="4001"/>
                      </a:lnTo>
                      <a:lnTo>
                        <a:pt x="4299" y="3894"/>
                      </a:lnTo>
                      <a:lnTo>
                        <a:pt x="4406" y="3799"/>
                      </a:lnTo>
                      <a:lnTo>
                        <a:pt x="4763" y="3489"/>
                      </a:lnTo>
                      <a:lnTo>
                        <a:pt x="5549" y="3001"/>
                      </a:lnTo>
                      <a:lnTo>
                        <a:pt x="6406" y="2680"/>
                      </a:lnTo>
                      <a:lnTo>
                        <a:pt x="7287" y="2537"/>
                      </a:lnTo>
                      <a:close/>
                      <a:moveTo>
                        <a:pt x="7240" y="1"/>
                      </a:moveTo>
                      <a:lnTo>
                        <a:pt x="6502" y="72"/>
                      </a:lnTo>
                      <a:lnTo>
                        <a:pt x="5775" y="215"/>
                      </a:lnTo>
                      <a:lnTo>
                        <a:pt x="5061" y="417"/>
                      </a:lnTo>
                      <a:lnTo>
                        <a:pt x="4358" y="703"/>
                      </a:lnTo>
                      <a:lnTo>
                        <a:pt x="3692" y="1048"/>
                      </a:lnTo>
                      <a:lnTo>
                        <a:pt x="3049" y="1477"/>
                      </a:lnTo>
                      <a:lnTo>
                        <a:pt x="2441" y="1965"/>
                      </a:lnTo>
                      <a:lnTo>
                        <a:pt x="2156" y="2239"/>
                      </a:lnTo>
                      <a:lnTo>
                        <a:pt x="1882" y="2525"/>
                      </a:lnTo>
                      <a:lnTo>
                        <a:pt x="1405" y="3144"/>
                      </a:lnTo>
                      <a:lnTo>
                        <a:pt x="1001" y="3799"/>
                      </a:lnTo>
                      <a:lnTo>
                        <a:pt x="655" y="4489"/>
                      </a:lnTo>
                      <a:lnTo>
                        <a:pt x="381" y="5204"/>
                      </a:lnTo>
                      <a:lnTo>
                        <a:pt x="191" y="5942"/>
                      </a:lnTo>
                      <a:lnTo>
                        <a:pt x="60" y="6704"/>
                      </a:lnTo>
                      <a:lnTo>
                        <a:pt x="0" y="7478"/>
                      </a:lnTo>
                      <a:lnTo>
                        <a:pt x="12" y="7871"/>
                      </a:lnTo>
                      <a:lnTo>
                        <a:pt x="0" y="8252"/>
                      </a:lnTo>
                      <a:lnTo>
                        <a:pt x="60" y="9026"/>
                      </a:lnTo>
                      <a:lnTo>
                        <a:pt x="191" y="9788"/>
                      </a:lnTo>
                      <a:lnTo>
                        <a:pt x="393" y="10526"/>
                      </a:lnTo>
                      <a:lnTo>
                        <a:pt x="667" y="11240"/>
                      </a:lnTo>
                      <a:lnTo>
                        <a:pt x="1012" y="11931"/>
                      </a:lnTo>
                      <a:lnTo>
                        <a:pt x="1417" y="12586"/>
                      </a:lnTo>
                      <a:lnTo>
                        <a:pt x="1894" y="13205"/>
                      </a:lnTo>
                      <a:lnTo>
                        <a:pt x="2156" y="13491"/>
                      </a:lnTo>
                      <a:lnTo>
                        <a:pt x="2441" y="13765"/>
                      </a:lnTo>
                      <a:lnTo>
                        <a:pt x="3049" y="14253"/>
                      </a:lnTo>
                      <a:lnTo>
                        <a:pt x="3692" y="14681"/>
                      </a:lnTo>
                      <a:lnTo>
                        <a:pt x="4358" y="15027"/>
                      </a:lnTo>
                      <a:lnTo>
                        <a:pt x="5061" y="15312"/>
                      </a:lnTo>
                      <a:lnTo>
                        <a:pt x="5775" y="15515"/>
                      </a:lnTo>
                      <a:lnTo>
                        <a:pt x="6502" y="15658"/>
                      </a:lnTo>
                      <a:lnTo>
                        <a:pt x="7240" y="15729"/>
                      </a:lnTo>
                      <a:lnTo>
                        <a:pt x="7978" y="15729"/>
                      </a:lnTo>
                      <a:lnTo>
                        <a:pt x="8716" y="15658"/>
                      </a:lnTo>
                      <a:lnTo>
                        <a:pt x="9442" y="15515"/>
                      </a:lnTo>
                      <a:lnTo>
                        <a:pt x="10157" y="15312"/>
                      </a:lnTo>
                      <a:lnTo>
                        <a:pt x="10859" y="15027"/>
                      </a:lnTo>
                      <a:lnTo>
                        <a:pt x="11526" y="14681"/>
                      </a:lnTo>
                      <a:lnTo>
                        <a:pt x="12169" y="14253"/>
                      </a:lnTo>
                      <a:lnTo>
                        <a:pt x="12776" y="13765"/>
                      </a:lnTo>
                      <a:lnTo>
                        <a:pt x="13062" y="13491"/>
                      </a:lnTo>
                      <a:lnTo>
                        <a:pt x="13324" y="13205"/>
                      </a:lnTo>
                      <a:lnTo>
                        <a:pt x="13800" y="12586"/>
                      </a:lnTo>
                      <a:lnTo>
                        <a:pt x="14217" y="11931"/>
                      </a:lnTo>
                      <a:lnTo>
                        <a:pt x="14550" y="11240"/>
                      </a:lnTo>
                      <a:lnTo>
                        <a:pt x="14824" y="10526"/>
                      </a:lnTo>
                      <a:lnTo>
                        <a:pt x="15027" y="9788"/>
                      </a:lnTo>
                      <a:lnTo>
                        <a:pt x="15158" y="9026"/>
                      </a:lnTo>
                      <a:lnTo>
                        <a:pt x="15205" y="8252"/>
                      </a:lnTo>
                      <a:lnTo>
                        <a:pt x="15205" y="7871"/>
                      </a:lnTo>
                      <a:lnTo>
                        <a:pt x="15205" y="7478"/>
                      </a:lnTo>
                      <a:lnTo>
                        <a:pt x="15158" y="6704"/>
                      </a:lnTo>
                      <a:lnTo>
                        <a:pt x="15027" y="5942"/>
                      </a:lnTo>
                      <a:lnTo>
                        <a:pt x="14824" y="5204"/>
                      </a:lnTo>
                      <a:lnTo>
                        <a:pt x="14550" y="4489"/>
                      </a:lnTo>
                      <a:lnTo>
                        <a:pt x="14205" y="3799"/>
                      </a:lnTo>
                      <a:lnTo>
                        <a:pt x="13800" y="3144"/>
                      </a:lnTo>
                      <a:lnTo>
                        <a:pt x="13324" y="2525"/>
                      </a:lnTo>
                      <a:lnTo>
                        <a:pt x="13062" y="2239"/>
                      </a:lnTo>
                      <a:lnTo>
                        <a:pt x="12776" y="1965"/>
                      </a:lnTo>
                      <a:lnTo>
                        <a:pt x="12169" y="1477"/>
                      </a:lnTo>
                      <a:lnTo>
                        <a:pt x="11526" y="1048"/>
                      </a:lnTo>
                      <a:lnTo>
                        <a:pt x="10859" y="703"/>
                      </a:lnTo>
                      <a:lnTo>
                        <a:pt x="10157" y="417"/>
                      </a:lnTo>
                      <a:lnTo>
                        <a:pt x="9442" y="215"/>
                      </a:lnTo>
                      <a:lnTo>
                        <a:pt x="8716" y="72"/>
                      </a:lnTo>
                      <a:lnTo>
                        <a:pt x="7978"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29"/>
                <p:cNvSpPr/>
                <p:nvPr/>
              </p:nvSpPr>
              <p:spPr>
                <a:xfrm>
                  <a:off x="1979238" y="4665893"/>
                  <a:ext cx="86650" cy="100826"/>
                </a:xfrm>
                <a:custGeom>
                  <a:rect b="b" l="l" r="r" t="t"/>
                  <a:pathLst>
                    <a:path extrusionOk="0" h="15242" w="13099">
                      <a:moveTo>
                        <a:pt x="1" y="1"/>
                      </a:moveTo>
                      <a:lnTo>
                        <a:pt x="1" y="9014"/>
                      </a:lnTo>
                      <a:lnTo>
                        <a:pt x="25" y="9717"/>
                      </a:lnTo>
                      <a:lnTo>
                        <a:pt x="215" y="10979"/>
                      </a:lnTo>
                      <a:lnTo>
                        <a:pt x="572" y="12110"/>
                      </a:lnTo>
                      <a:lnTo>
                        <a:pt x="965" y="12860"/>
                      </a:lnTo>
                      <a:lnTo>
                        <a:pt x="1275" y="13324"/>
                      </a:lnTo>
                      <a:lnTo>
                        <a:pt x="1453" y="13539"/>
                      </a:lnTo>
                      <a:lnTo>
                        <a:pt x="1632" y="13741"/>
                      </a:lnTo>
                      <a:lnTo>
                        <a:pt x="2037" y="14122"/>
                      </a:lnTo>
                      <a:lnTo>
                        <a:pt x="2477" y="14432"/>
                      </a:lnTo>
                      <a:lnTo>
                        <a:pt x="2954" y="14705"/>
                      </a:lnTo>
                      <a:lnTo>
                        <a:pt x="3478" y="14908"/>
                      </a:lnTo>
                      <a:lnTo>
                        <a:pt x="4049" y="15075"/>
                      </a:lnTo>
                      <a:lnTo>
                        <a:pt x="4656" y="15182"/>
                      </a:lnTo>
                      <a:lnTo>
                        <a:pt x="5311" y="15229"/>
                      </a:lnTo>
                      <a:lnTo>
                        <a:pt x="5657" y="15241"/>
                      </a:lnTo>
                      <a:lnTo>
                        <a:pt x="6014" y="15229"/>
                      </a:lnTo>
                      <a:lnTo>
                        <a:pt x="6728" y="15134"/>
                      </a:lnTo>
                      <a:lnTo>
                        <a:pt x="7407" y="14944"/>
                      </a:lnTo>
                      <a:lnTo>
                        <a:pt x="8074" y="14670"/>
                      </a:lnTo>
                      <a:lnTo>
                        <a:pt x="8395" y="14491"/>
                      </a:lnTo>
                      <a:lnTo>
                        <a:pt x="8681" y="14324"/>
                      </a:lnTo>
                      <a:lnTo>
                        <a:pt x="9229" y="13943"/>
                      </a:lnTo>
                      <a:lnTo>
                        <a:pt x="9717" y="13491"/>
                      </a:lnTo>
                      <a:lnTo>
                        <a:pt x="10133" y="12991"/>
                      </a:lnTo>
                      <a:lnTo>
                        <a:pt x="10324" y="12705"/>
                      </a:lnTo>
                      <a:lnTo>
                        <a:pt x="10443" y="12705"/>
                      </a:lnTo>
                      <a:lnTo>
                        <a:pt x="10443" y="14765"/>
                      </a:lnTo>
                      <a:lnTo>
                        <a:pt x="13098" y="14765"/>
                      </a:lnTo>
                      <a:lnTo>
                        <a:pt x="13098" y="1"/>
                      </a:lnTo>
                      <a:lnTo>
                        <a:pt x="10312" y="1"/>
                      </a:lnTo>
                      <a:lnTo>
                        <a:pt x="10312" y="8121"/>
                      </a:lnTo>
                      <a:lnTo>
                        <a:pt x="10300" y="8550"/>
                      </a:lnTo>
                      <a:lnTo>
                        <a:pt x="10169" y="9407"/>
                      </a:lnTo>
                      <a:lnTo>
                        <a:pt x="9895" y="10217"/>
                      </a:lnTo>
                      <a:lnTo>
                        <a:pt x="9479" y="10979"/>
                      </a:lnTo>
                      <a:lnTo>
                        <a:pt x="9229" y="11324"/>
                      </a:lnTo>
                      <a:lnTo>
                        <a:pt x="8967" y="11645"/>
                      </a:lnTo>
                      <a:lnTo>
                        <a:pt x="8336" y="12169"/>
                      </a:lnTo>
                      <a:lnTo>
                        <a:pt x="7609" y="12526"/>
                      </a:lnTo>
                      <a:lnTo>
                        <a:pt x="6823" y="12693"/>
                      </a:lnTo>
                      <a:lnTo>
                        <a:pt x="6407" y="12705"/>
                      </a:lnTo>
                      <a:lnTo>
                        <a:pt x="5966" y="12693"/>
                      </a:lnTo>
                      <a:lnTo>
                        <a:pt x="5168" y="12562"/>
                      </a:lnTo>
                      <a:lnTo>
                        <a:pt x="4490" y="12312"/>
                      </a:lnTo>
                      <a:lnTo>
                        <a:pt x="3918" y="11919"/>
                      </a:lnTo>
                      <a:lnTo>
                        <a:pt x="3454" y="11407"/>
                      </a:lnTo>
                      <a:lnTo>
                        <a:pt x="3120" y="10764"/>
                      </a:lnTo>
                      <a:lnTo>
                        <a:pt x="2882" y="9990"/>
                      </a:lnTo>
                      <a:lnTo>
                        <a:pt x="2775" y="9085"/>
                      </a:lnTo>
                      <a:lnTo>
                        <a:pt x="2763" y="8585"/>
                      </a:lnTo>
                      <a:lnTo>
                        <a:pt x="2763"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29"/>
                <p:cNvSpPr/>
                <p:nvPr/>
              </p:nvSpPr>
              <p:spPr>
                <a:xfrm>
                  <a:off x="2081552" y="4620765"/>
                  <a:ext cx="98226" cy="146033"/>
                </a:xfrm>
                <a:custGeom>
                  <a:rect b="b" l="l" r="r" t="t"/>
                  <a:pathLst>
                    <a:path extrusionOk="0" h="22076" w="14849">
                      <a:moveTo>
                        <a:pt x="7240" y="8894"/>
                      </a:moveTo>
                      <a:lnTo>
                        <a:pt x="8097" y="8930"/>
                      </a:lnTo>
                      <a:lnTo>
                        <a:pt x="8955" y="9121"/>
                      </a:lnTo>
                      <a:lnTo>
                        <a:pt x="9752" y="9490"/>
                      </a:lnTo>
                      <a:lnTo>
                        <a:pt x="10491" y="10014"/>
                      </a:lnTo>
                      <a:lnTo>
                        <a:pt x="10812" y="10347"/>
                      </a:lnTo>
                      <a:lnTo>
                        <a:pt x="11157" y="10752"/>
                      </a:lnTo>
                      <a:lnTo>
                        <a:pt x="11693" y="11657"/>
                      </a:lnTo>
                      <a:lnTo>
                        <a:pt x="12038" y="12645"/>
                      </a:lnTo>
                      <a:lnTo>
                        <a:pt x="12193" y="13681"/>
                      </a:lnTo>
                      <a:lnTo>
                        <a:pt x="12181" y="14217"/>
                      </a:lnTo>
                      <a:lnTo>
                        <a:pt x="12193" y="14741"/>
                      </a:lnTo>
                      <a:lnTo>
                        <a:pt x="12038" y="15788"/>
                      </a:lnTo>
                      <a:lnTo>
                        <a:pt x="11693" y="16777"/>
                      </a:lnTo>
                      <a:lnTo>
                        <a:pt x="11157" y="17682"/>
                      </a:lnTo>
                      <a:lnTo>
                        <a:pt x="10812" y="18086"/>
                      </a:lnTo>
                      <a:lnTo>
                        <a:pt x="10479" y="18432"/>
                      </a:lnTo>
                      <a:lnTo>
                        <a:pt x="9717" y="18979"/>
                      </a:lnTo>
                      <a:lnTo>
                        <a:pt x="8871" y="19348"/>
                      </a:lnTo>
                      <a:lnTo>
                        <a:pt x="7954" y="19527"/>
                      </a:lnTo>
                      <a:lnTo>
                        <a:pt x="7478" y="19539"/>
                      </a:lnTo>
                      <a:lnTo>
                        <a:pt x="7014" y="19527"/>
                      </a:lnTo>
                      <a:lnTo>
                        <a:pt x="6097" y="19337"/>
                      </a:lnTo>
                      <a:lnTo>
                        <a:pt x="5252" y="18967"/>
                      </a:lnTo>
                      <a:lnTo>
                        <a:pt x="4501" y="18420"/>
                      </a:lnTo>
                      <a:lnTo>
                        <a:pt x="4180" y="18086"/>
                      </a:lnTo>
                      <a:lnTo>
                        <a:pt x="3835" y="17682"/>
                      </a:lnTo>
                      <a:lnTo>
                        <a:pt x="3287" y="16777"/>
                      </a:lnTo>
                      <a:lnTo>
                        <a:pt x="2930" y="15788"/>
                      </a:lnTo>
                      <a:lnTo>
                        <a:pt x="2775" y="14753"/>
                      </a:lnTo>
                      <a:lnTo>
                        <a:pt x="2787" y="14217"/>
                      </a:lnTo>
                      <a:lnTo>
                        <a:pt x="2775" y="13681"/>
                      </a:lnTo>
                      <a:lnTo>
                        <a:pt x="2930" y="12645"/>
                      </a:lnTo>
                      <a:lnTo>
                        <a:pt x="3287" y="11657"/>
                      </a:lnTo>
                      <a:lnTo>
                        <a:pt x="3835" y="10752"/>
                      </a:lnTo>
                      <a:lnTo>
                        <a:pt x="4180" y="10347"/>
                      </a:lnTo>
                      <a:lnTo>
                        <a:pt x="4299" y="10216"/>
                      </a:lnTo>
                      <a:lnTo>
                        <a:pt x="4430" y="10097"/>
                      </a:lnTo>
                      <a:lnTo>
                        <a:pt x="4775" y="9787"/>
                      </a:lnTo>
                      <a:lnTo>
                        <a:pt x="5549" y="9323"/>
                      </a:lnTo>
                      <a:lnTo>
                        <a:pt x="6371" y="9025"/>
                      </a:lnTo>
                      <a:lnTo>
                        <a:pt x="7240" y="8894"/>
                      </a:lnTo>
                      <a:close/>
                      <a:moveTo>
                        <a:pt x="12074" y="0"/>
                      </a:moveTo>
                      <a:lnTo>
                        <a:pt x="12074" y="6823"/>
                      </a:lnTo>
                      <a:lnTo>
                        <a:pt x="12193" y="8871"/>
                      </a:lnTo>
                      <a:lnTo>
                        <a:pt x="12074" y="8871"/>
                      </a:lnTo>
                      <a:lnTo>
                        <a:pt x="11884" y="8585"/>
                      </a:lnTo>
                      <a:lnTo>
                        <a:pt x="11443" y="8061"/>
                      </a:lnTo>
                      <a:lnTo>
                        <a:pt x="10931" y="7609"/>
                      </a:lnTo>
                      <a:lnTo>
                        <a:pt x="10371" y="7216"/>
                      </a:lnTo>
                      <a:lnTo>
                        <a:pt x="10074" y="7061"/>
                      </a:lnTo>
                      <a:lnTo>
                        <a:pt x="9717" y="6882"/>
                      </a:lnTo>
                      <a:lnTo>
                        <a:pt x="8978" y="6596"/>
                      </a:lnTo>
                      <a:lnTo>
                        <a:pt x="8204" y="6418"/>
                      </a:lnTo>
                      <a:lnTo>
                        <a:pt x="7430" y="6323"/>
                      </a:lnTo>
                      <a:lnTo>
                        <a:pt x="7038" y="6323"/>
                      </a:lnTo>
                      <a:lnTo>
                        <a:pt x="6680" y="6335"/>
                      </a:lnTo>
                      <a:lnTo>
                        <a:pt x="5978" y="6406"/>
                      </a:lnTo>
                      <a:lnTo>
                        <a:pt x="5299" y="6561"/>
                      </a:lnTo>
                      <a:lnTo>
                        <a:pt x="4632" y="6775"/>
                      </a:lnTo>
                      <a:lnTo>
                        <a:pt x="4001" y="7061"/>
                      </a:lnTo>
                      <a:lnTo>
                        <a:pt x="3406" y="7418"/>
                      </a:lnTo>
                      <a:lnTo>
                        <a:pt x="2846" y="7835"/>
                      </a:lnTo>
                      <a:lnTo>
                        <a:pt x="2322" y="8323"/>
                      </a:lnTo>
                      <a:lnTo>
                        <a:pt x="2096" y="8585"/>
                      </a:lnTo>
                      <a:lnTo>
                        <a:pt x="1834" y="8883"/>
                      </a:lnTo>
                      <a:lnTo>
                        <a:pt x="1370" y="9502"/>
                      </a:lnTo>
                      <a:lnTo>
                        <a:pt x="977" y="10145"/>
                      </a:lnTo>
                      <a:lnTo>
                        <a:pt x="644" y="10835"/>
                      </a:lnTo>
                      <a:lnTo>
                        <a:pt x="370" y="11550"/>
                      </a:lnTo>
                      <a:lnTo>
                        <a:pt x="179" y="12288"/>
                      </a:lnTo>
                      <a:lnTo>
                        <a:pt x="48" y="13038"/>
                      </a:lnTo>
                      <a:lnTo>
                        <a:pt x="1" y="13812"/>
                      </a:lnTo>
                      <a:lnTo>
                        <a:pt x="13" y="14205"/>
                      </a:lnTo>
                      <a:lnTo>
                        <a:pt x="1" y="14586"/>
                      </a:lnTo>
                      <a:lnTo>
                        <a:pt x="48" y="15360"/>
                      </a:lnTo>
                      <a:lnTo>
                        <a:pt x="179" y="16110"/>
                      </a:lnTo>
                      <a:lnTo>
                        <a:pt x="370" y="16848"/>
                      </a:lnTo>
                      <a:lnTo>
                        <a:pt x="644" y="17562"/>
                      </a:lnTo>
                      <a:lnTo>
                        <a:pt x="977" y="18253"/>
                      </a:lnTo>
                      <a:lnTo>
                        <a:pt x="1370" y="18896"/>
                      </a:lnTo>
                      <a:lnTo>
                        <a:pt x="1834" y="19515"/>
                      </a:lnTo>
                      <a:lnTo>
                        <a:pt x="2096" y="19813"/>
                      </a:lnTo>
                      <a:lnTo>
                        <a:pt x="2322" y="20075"/>
                      </a:lnTo>
                      <a:lnTo>
                        <a:pt x="2834" y="20563"/>
                      </a:lnTo>
                      <a:lnTo>
                        <a:pt x="3394" y="20980"/>
                      </a:lnTo>
                      <a:lnTo>
                        <a:pt x="4001" y="21337"/>
                      </a:lnTo>
                      <a:lnTo>
                        <a:pt x="4632" y="21623"/>
                      </a:lnTo>
                      <a:lnTo>
                        <a:pt x="5287" y="21837"/>
                      </a:lnTo>
                      <a:lnTo>
                        <a:pt x="5978" y="21992"/>
                      </a:lnTo>
                      <a:lnTo>
                        <a:pt x="6680" y="22063"/>
                      </a:lnTo>
                      <a:lnTo>
                        <a:pt x="7038" y="22075"/>
                      </a:lnTo>
                      <a:lnTo>
                        <a:pt x="7430" y="22075"/>
                      </a:lnTo>
                      <a:lnTo>
                        <a:pt x="8204" y="21980"/>
                      </a:lnTo>
                      <a:lnTo>
                        <a:pt x="8978" y="21801"/>
                      </a:lnTo>
                      <a:lnTo>
                        <a:pt x="9717" y="21515"/>
                      </a:lnTo>
                      <a:lnTo>
                        <a:pt x="10074" y="21349"/>
                      </a:lnTo>
                      <a:lnTo>
                        <a:pt x="10371" y="21182"/>
                      </a:lnTo>
                      <a:lnTo>
                        <a:pt x="10931" y="20789"/>
                      </a:lnTo>
                      <a:lnTo>
                        <a:pt x="11443" y="20337"/>
                      </a:lnTo>
                      <a:lnTo>
                        <a:pt x="11884" y="19813"/>
                      </a:lnTo>
                      <a:lnTo>
                        <a:pt x="12074" y="19527"/>
                      </a:lnTo>
                      <a:lnTo>
                        <a:pt x="12193" y="19527"/>
                      </a:lnTo>
                      <a:lnTo>
                        <a:pt x="12193" y="21587"/>
                      </a:lnTo>
                      <a:lnTo>
                        <a:pt x="14848" y="21587"/>
                      </a:lnTo>
                      <a:lnTo>
                        <a:pt x="14848"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Title">
  <p:cSld name="CUSTOM_6">
    <p:spTree>
      <p:nvGrpSpPr>
        <p:cNvPr id="71" name="Shape 71"/>
        <p:cNvGrpSpPr/>
        <p:nvPr/>
      </p:nvGrpSpPr>
      <p:grpSpPr>
        <a:xfrm>
          <a:off x="0" y="0"/>
          <a:ext cx="0" cy="0"/>
          <a:chOff x="0" y="0"/>
          <a:chExt cx="0" cy="0"/>
        </a:xfrm>
      </p:grpSpPr>
      <p:pic>
        <p:nvPicPr>
          <p:cNvPr id="72" name="Google Shape;72;p30"/>
          <p:cNvPicPr preferRelativeResize="0"/>
          <p:nvPr/>
        </p:nvPicPr>
        <p:blipFill rotWithShape="1">
          <a:blip r:embed="rId2">
            <a:alphaModFix/>
          </a:blip>
          <a:srcRect b="0" l="0" r="0" t="0"/>
          <a:stretch/>
        </p:blipFill>
        <p:spPr>
          <a:xfrm>
            <a:off x="3" y="0"/>
            <a:ext cx="9144003" cy="5143522"/>
          </a:xfrm>
          <a:prstGeom prst="rect">
            <a:avLst/>
          </a:prstGeom>
          <a:noFill/>
          <a:ln>
            <a:noFill/>
          </a:ln>
        </p:spPr>
      </p:pic>
      <p:sp>
        <p:nvSpPr>
          <p:cNvPr id="73" name="Google Shape;73;p30"/>
          <p:cNvSpPr txBox="1"/>
          <p:nvPr>
            <p:ph type="title"/>
          </p:nvPr>
        </p:nvSpPr>
        <p:spPr>
          <a:xfrm>
            <a:off x="457200" y="1536250"/>
            <a:ext cx="5459100" cy="20694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sz="2600"/>
            </a:lvl1pPr>
            <a:lvl2pPr lvl="1" algn="l">
              <a:lnSpc>
                <a:spcPct val="100000"/>
              </a:lnSpc>
              <a:spcBef>
                <a:spcPts val="0"/>
              </a:spcBef>
              <a:spcAft>
                <a:spcPts val="0"/>
              </a:spcAft>
              <a:buSzPts val="2800"/>
              <a:buNone/>
              <a:defRPr sz="3600"/>
            </a:lvl2pPr>
            <a:lvl3pPr lvl="2" algn="l">
              <a:lnSpc>
                <a:spcPct val="100000"/>
              </a:lnSpc>
              <a:spcBef>
                <a:spcPts val="0"/>
              </a:spcBef>
              <a:spcAft>
                <a:spcPts val="0"/>
              </a:spcAft>
              <a:buSzPts val="2800"/>
              <a:buNone/>
              <a:defRPr sz="3600"/>
            </a:lvl3pPr>
            <a:lvl4pPr lvl="3" algn="l">
              <a:lnSpc>
                <a:spcPct val="100000"/>
              </a:lnSpc>
              <a:spcBef>
                <a:spcPts val="0"/>
              </a:spcBef>
              <a:spcAft>
                <a:spcPts val="0"/>
              </a:spcAft>
              <a:buSzPts val="2800"/>
              <a:buNone/>
              <a:defRPr sz="3600"/>
            </a:lvl4pPr>
            <a:lvl5pPr lvl="4" algn="l">
              <a:lnSpc>
                <a:spcPct val="100000"/>
              </a:lnSpc>
              <a:spcBef>
                <a:spcPts val="0"/>
              </a:spcBef>
              <a:spcAft>
                <a:spcPts val="0"/>
              </a:spcAft>
              <a:buSzPts val="2800"/>
              <a:buNone/>
              <a:defRPr sz="3600"/>
            </a:lvl5pPr>
            <a:lvl6pPr lvl="5" algn="l">
              <a:lnSpc>
                <a:spcPct val="100000"/>
              </a:lnSpc>
              <a:spcBef>
                <a:spcPts val="0"/>
              </a:spcBef>
              <a:spcAft>
                <a:spcPts val="0"/>
              </a:spcAft>
              <a:buSzPts val="2800"/>
              <a:buNone/>
              <a:defRPr sz="3600"/>
            </a:lvl6pPr>
            <a:lvl7pPr lvl="6" algn="l">
              <a:lnSpc>
                <a:spcPct val="100000"/>
              </a:lnSpc>
              <a:spcBef>
                <a:spcPts val="0"/>
              </a:spcBef>
              <a:spcAft>
                <a:spcPts val="0"/>
              </a:spcAft>
              <a:buSzPts val="2800"/>
              <a:buNone/>
              <a:defRPr sz="3600"/>
            </a:lvl7pPr>
            <a:lvl8pPr lvl="7" algn="l">
              <a:lnSpc>
                <a:spcPct val="100000"/>
              </a:lnSpc>
              <a:spcBef>
                <a:spcPts val="0"/>
              </a:spcBef>
              <a:spcAft>
                <a:spcPts val="0"/>
              </a:spcAft>
              <a:buSzPts val="2800"/>
              <a:buNone/>
              <a:defRPr sz="3600"/>
            </a:lvl8pPr>
            <a:lvl9pPr lvl="8" algn="l">
              <a:lnSpc>
                <a:spcPct val="100000"/>
              </a:lnSpc>
              <a:spcBef>
                <a:spcPts val="0"/>
              </a:spcBef>
              <a:spcAft>
                <a:spcPts val="0"/>
              </a:spcAft>
              <a:buSzPts val="2800"/>
              <a:buNone/>
              <a:defRPr sz="3600"/>
            </a:lvl9pPr>
          </a:lstStyle>
          <a:p/>
        </p:txBody>
      </p:sp>
      <p:pic>
        <p:nvPicPr>
          <p:cNvPr id="74" name="Google Shape;74;p30"/>
          <p:cNvPicPr preferRelativeResize="0"/>
          <p:nvPr/>
        </p:nvPicPr>
        <p:blipFill rotWithShape="1">
          <a:blip r:embed="rId3">
            <a:alphaModFix/>
          </a:blip>
          <a:srcRect b="0" l="0" r="0" t="0"/>
          <a:stretch/>
        </p:blipFill>
        <p:spPr>
          <a:xfrm>
            <a:off x="457194" y="460254"/>
            <a:ext cx="1370957" cy="260621"/>
          </a:xfrm>
          <a:prstGeom prst="rect">
            <a:avLst/>
          </a:prstGeom>
          <a:noFill/>
          <a:ln>
            <a:noFill/>
          </a:ln>
        </p:spPr>
      </p:pic>
      <p:sp>
        <p:nvSpPr>
          <p:cNvPr id="75" name="Google Shape;75;p30"/>
          <p:cNvSpPr txBox="1"/>
          <p:nvPr>
            <p:ph idx="1" type="subTitle"/>
          </p:nvPr>
        </p:nvSpPr>
        <p:spPr>
          <a:xfrm>
            <a:off x="455725" y="3688350"/>
            <a:ext cx="2004000" cy="930000"/>
          </a:xfrm>
          <a:prstGeom prst="rect">
            <a:avLst/>
          </a:prstGeom>
          <a:noFill/>
          <a:ln>
            <a:noFill/>
          </a:ln>
        </p:spPr>
        <p:txBody>
          <a:bodyPr anchorCtr="0" anchor="b" bIns="91425" lIns="91425" spcFirstLastPara="1" rIns="91425" wrap="square" tIns="91425">
            <a:normAutofit/>
          </a:bodyPr>
          <a:lstStyle>
            <a:lvl1pPr lvl="0" algn="l">
              <a:lnSpc>
                <a:spcPct val="115000"/>
              </a:lnSpc>
              <a:spcBef>
                <a:spcPts val="0"/>
              </a:spcBef>
              <a:spcAft>
                <a:spcPts val="0"/>
              </a:spcAft>
              <a:buSzPts val="1800"/>
              <a:buNone/>
              <a:defRPr/>
            </a:lvl1pPr>
            <a:lvl2pPr lvl="1" algn="l">
              <a:lnSpc>
                <a:spcPct val="115000"/>
              </a:lnSpc>
              <a:spcBef>
                <a:spcPts val="1200"/>
              </a:spcBef>
              <a:spcAft>
                <a:spcPts val="0"/>
              </a:spcAft>
              <a:buSzPts val="1400"/>
              <a:buNone/>
              <a:defRPr/>
            </a:lvl2pPr>
            <a:lvl3pPr lvl="2" algn="l">
              <a:lnSpc>
                <a:spcPct val="115000"/>
              </a:lnSpc>
              <a:spcBef>
                <a:spcPts val="1200"/>
              </a:spcBef>
              <a:spcAft>
                <a:spcPts val="0"/>
              </a:spcAft>
              <a:buSzPts val="1400"/>
              <a:buNone/>
              <a:defRPr/>
            </a:lvl3pPr>
            <a:lvl4pPr lvl="3" algn="l">
              <a:lnSpc>
                <a:spcPct val="115000"/>
              </a:lnSpc>
              <a:spcBef>
                <a:spcPts val="1200"/>
              </a:spcBef>
              <a:spcAft>
                <a:spcPts val="0"/>
              </a:spcAft>
              <a:buSzPts val="1400"/>
              <a:buNone/>
              <a:defRPr/>
            </a:lvl4pPr>
            <a:lvl5pPr lvl="4" algn="l">
              <a:lnSpc>
                <a:spcPct val="115000"/>
              </a:lnSpc>
              <a:spcBef>
                <a:spcPts val="1200"/>
              </a:spcBef>
              <a:spcAft>
                <a:spcPts val="0"/>
              </a:spcAft>
              <a:buSzPts val="1400"/>
              <a:buNone/>
              <a:defRPr/>
            </a:lvl5pPr>
            <a:lvl6pPr lvl="5" algn="l">
              <a:lnSpc>
                <a:spcPct val="115000"/>
              </a:lnSpc>
              <a:spcBef>
                <a:spcPts val="1200"/>
              </a:spcBef>
              <a:spcAft>
                <a:spcPts val="0"/>
              </a:spcAft>
              <a:buSzPts val="1400"/>
              <a:buNone/>
              <a:defRPr/>
            </a:lvl6pPr>
            <a:lvl7pPr lvl="6" algn="l">
              <a:lnSpc>
                <a:spcPct val="115000"/>
              </a:lnSpc>
              <a:spcBef>
                <a:spcPts val="1200"/>
              </a:spcBef>
              <a:spcAft>
                <a:spcPts val="0"/>
              </a:spcAft>
              <a:buSzPts val="1400"/>
              <a:buNone/>
              <a:defRPr/>
            </a:lvl7pPr>
            <a:lvl8pPr lvl="7" algn="l">
              <a:lnSpc>
                <a:spcPct val="115000"/>
              </a:lnSpc>
              <a:spcBef>
                <a:spcPts val="1200"/>
              </a:spcBef>
              <a:spcAft>
                <a:spcPts val="0"/>
              </a:spcAft>
              <a:buSzPts val="1400"/>
              <a:buNone/>
              <a:defRPr/>
            </a:lvl8pPr>
            <a:lvl9pPr lvl="8" algn="l">
              <a:lnSpc>
                <a:spcPct val="115000"/>
              </a:lnSpc>
              <a:spcBef>
                <a:spcPts val="1200"/>
              </a:spcBef>
              <a:spcAft>
                <a:spcPts val="1200"/>
              </a:spcAft>
              <a:buSzPts val="1400"/>
              <a:buNone/>
              <a:defRPr/>
            </a:lvl9pPr>
          </a:lstStyle>
          <a:p/>
        </p:txBody>
      </p:sp>
      <p:sp>
        <p:nvSpPr>
          <p:cNvPr id="76" name="Google Shape;76;p30"/>
          <p:cNvSpPr txBox="1"/>
          <p:nvPr/>
        </p:nvSpPr>
        <p:spPr>
          <a:xfrm>
            <a:off x="6762575" y="-301"/>
            <a:ext cx="1924200" cy="460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rgbClr val="BDC1C6"/>
                </a:solidFill>
                <a:latin typeface="Arial"/>
                <a:ea typeface="Arial"/>
                <a:cs typeface="Arial"/>
                <a:sym typeface="Arial"/>
              </a:rPr>
              <a:t>Proprietary + Confidential</a:t>
            </a:r>
            <a:endParaRPr b="0" i="0" sz="600" u="none" cap="none" strike="noStrike">
              <a:solidFill>
                <a:srgbClr val="BDC1C6"/>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Content 2">
  <p:cSld name="CUSTOM_2_3_3">
    <p:spTree>
      <p:nvGrpSpPr>
        <p:cNvPr id="77" name="Shape 77"/>
        <p:cNvGrpSpPr/>
        <p:nvPr/>
      </p:nvGrpSpPr>
      <p:grpSpPr>
        <a:xfrm>
          <a:off x="0" y="0"/>
          <a:ext cx="0" cy="0"/>
          <a:chOff x="0" y="0"/>
          <a:chExt cx="0" cy="0"/>
        </a:xfrm>
      </p:grpSpPr>
      <p:sp>
        <p:nvSpPr>
          <p:cNvPr id="78" name="Google Shape;78;p31"/>
          <p:cNvSpPr txBox="1"/>
          <p:nvPr>
            <p:ph idx="1" type="body"/>
          </p:nvPr>
        </p:nvSpPr>
        <p:spPr>
          <a:xfrm>
            <a:off x="457175" y="1536250"/>
            <a:ext cx="4077000" cy="31518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79" name="Google Shape;79;p31"/>
          <p:cNvSpPr txBox="1"/>
          <p:nvPr>
            <p:ph type="title"/>
          </p:nvPr>
        </p:nvSpPr>
        <p:spPr>
          <a:xfrm>
            <a:off x="457200" y="365760"/>
            <a:ext cx="8229900" cy="4572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sz="2400"/>
            </a:lvl1pPr>
            <a:lvl2pPr lvl="1" algn="l">
              <a:lnSpc>
                <a:spcPct val="100000"/>
              </a:lnSpc>
              <a:spcBef>
                <a:spcPts val="0"/>
              </a:spcBef>
              <a:spcAft>
                <a:spcPts val="0"/>
              </a:spcAft>
              <a:buSzPts val="2800"/>
              <a:buNone/>
              <a:defRPr sz="2400"/>
            </a:lvl2pPr>
            <a:lvl3pPr lvl="2" algn="l">
              <a:lnSpc>
                <a:spcPct val="100000"/>
              </a:lnSpc>
              <a:spcBef>
                <a:spcPts val="0"/>
              </a:spcBef>
              <a:spcAft>
                <a:spcPts val="0"/>
              </a:spcAft>
              <a:buSzPts val="2800"/>
              <a:buNone/>
              <a:defRPr sz="2400"/>
            </a:lvl3pPr>
            <a:lvl4pPr lvl="3" algn="l">
              <a:lnSpc>
                <a:spcPct val="100000"/>
              </a:lnSpc>
              <a:spcBef>
                <a:spcPts val="0"/>
              </a:spcBef>
              <a:spcAft>
                <a:spcPts val="0"/>
              </a:spcAft>
              <a:buSzPts val="2800"/>
              <a:buNone/>
              <a:defRPr sz="2400"/>
            </a:lvl4pPr>
            <a:lvl5pPr lvl="4" algn="l">
              <a:lnSpc>
                <a:spcPct val="100000"/>
              </a:lnSpc>
              <a:spcBef>
                <a:spcPts val="0"/>
              </a:spcBef>
              <a:spcAft>
                <a:spcPts val="0"/>
              </a:spcAft>
              <a:buSzPts val="2800"/>
              <a:buNone/>
              <a:defRPr sz="2400"/>
            </a:lvl5pPr>
            <a:lvl6pPr lvl="5" algn="l">
              <a:lnSpc>
                <a:spcPct val="100000"/>
              </a:lnSpc>
              <a:spcBef>
                <a:spcPts val="0"/>
              </a:spcBef>
              <a:spcAft>
                <a:spcPts val="0"/>
              </a:spcAft>
              <a:buSzPts val="2800"/>
              <a:buNone/>
              <a:defRPr sz="2400"/>
            </a:lvl6pPr>
            <a:lvl7pPr lvl="6" algn="l">
              <a:lnSpc>
                <a:spcPct val="100000"/>
              </a:lnSpc>
              <a:spcBef>
                <a:spcPts val="0"/>
              </a:spcBef>
              <a:spcAft>
                <a:spcPts val="0"/>
              </a:spcAft>
              <a:buSzPts val="2800"/>
              <a:buNone/>
              <a:defRPr sz="2400"/>
            </a:lvl7pPr>
            <a:lvl8pPr lvl="7" algn="l">
              <a:lnSpc>
                <a:spcPct val="100000"/>
              </a:lnSpc>
              <a:spcBef>
                <a:spcPts val="0"/>
              </a:spcBef>
              <a:spcAft>
                <a:spcPts val="0"/>
              </a:spcAft>
              <a:buSzPts val="2800"/>
              <a:buNone/>
              <a:defRPr sz="2400"/>
            </a:lvl8pPr>
            <a:lvl9pPr lvl="8" algn="l">
              <a:lnSpc>
                <a:spcPct val="100000"/>
              </a:lnSpc>
              <a:spcBef>
                <a:spcPts val="0"/>
              </a:spcBef>
              <a:spcAft>
                <a:spcPts val="0"/>
              </a:spcAft>
              <a:buSzPts val="2800"/>
              <a:buNone/>
              <a:defRPr sz="2400"/>
            </a:lvl9pPr>
          </a:lstStyle>
          <a:p/>
        </p:txBody>
      </p:sp>
      <p:pic>
        <p:nvPicPr>
          <p:cNvPr id="80" name="Google Shape;80;p31"/>
          <p:cNvPicPr preferRelativeResize="0"/>
          <p:nvPr/>
        </p:nvPicPr>
        <p:blipFill rotWithShape="1">
          <a:blip r:embed="rId2">
            <a:alphaModFix/>
          </a:blip>
          <a:srcRect b="0" l="0" r="0" t="0"/>
          <a:stretch/>
        </p:blipFill>
        <p:spPr>
          <a:xfrm>
            <a:off x="8027650" y="4857963"/>
            <a:ext cx="659356" cy="115363"/>
          </a:xfrm>
          <a:prstGeom prst="rect">
            <a:avLst/>
          </a:prstGeom>
          <a:noFill/>
          <a:ln>
            <a:noFill/>
          </a:ln>
        </p:spPr>
      </p:pic>
      <p:sp>
        <p:nvSpPr>
          <p:cNvPr id="81" name="Google Shape;81;p31"/>
          <p:cNvSpPr txBox="1"/>
          <p:nvPr/>
        </p:nvSpPr>
        <p:spPr>
          <a:xfrm>
            <a:off x="6762575" y="-301"/>
            <a:ext cx="1924200" cy="460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rgbClr val="BDC1C6"/>
                </a:solidFill>
                <a:latin typeface="Arial"/>
                <a:ea typeface="Arial"/>
                <a:cs typeface="Arial"/>
                <a:sym typeface="Arial"/>
              </a:rPr>
              <a:t>Proprietary + Confidential</a:t>
            </a:r>
            <a:endParaRPr b="0" i="0" sz="600" u="none" cap="none" strike="noStrike">
              <a:solidFill>
                <a:srgbClr val="BDC1C6"/>
              </a:solidFill>
              <a:latin typeface="Arial"/>
              <a:ea typeface="Arial"/>
              <a:cs typeface="Arial"/>
              <a:sym typeface="Arial"/>
            </a:endParaRPr>
          </a:p>
        </p:txBody>
      </p:sp>
      <p:sp>
        <p:nvSpPr>
          <p:cNvPr id="82" name="Google Shape;82;p31"/>
          <p:cNvSpPr txBox="1"/>
          <p:nvPr>
            <p:ph idx="12" type="sldNum"/>
          </p:nvPr>
        </p:nvSpPr>
        <p:spPr>
          <a:xfrm>
            <a:off x="8556784" y="4749851"/>
            <a:ext cx="548700" cy="393600"/>
          </a:xfrm>
          <a:prstGeom prst="rect">
            <a:avLst/>
          </a:prstGeom>
          <a:noFill/>
          <a:ln>
            <a:noFill/>
          </a:ln>
        </p:spPr>
        <p:txBody>
          <a:bodyPr anchorCtr="0" anchor="b" bIns="91425" lIns="91425" spcFirstLastPara="1" rIns="91425" wrap="square" tIns="91425">
            <a:norm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_Three columns">
  <p:cSld name="CUSTOM_3">
    <p:spTree>
      <p:nvGrpSpPr>
        <p:cNvPr id="83" name="Shape 83"/>
        <p:cNvGrpSpPr/>
        <p:nvPr/>
      </p:nvGrpSpPr>
      <p:grpSpPr>
        <a:xfrm>
          <a:off x="0" y="0"/>
          <a:ext cx="0" cy="0"/>
          <a:chOff x="0" y="0"/>
          <a:chExt cx="0" cy="0"/>
        </a:xfrm>
      </p:grpSpPr>
      <p:sp>
        <p:nvSpPr>
          <p:cNvPr id="84" name="Google Shape;84;p32"/>
          <p:cNvSpPr txBox="1"/>
          <p:nvPr>
            <p:ph type="title"/>
          </p:nvPr>
        </p:nvSpPr>
        <p:spPr>
          <a:xfrm>
            <a:off x="457175" y="460250"/>
            <a:ext cx="4077000" cy="999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sz="1800"/>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sp>
        <p:nvSpPr>
          <p:cNvPr id="85" name="Google Shape;85;p32"/>
          <p:cNvSpPr txBox="1"/>
          <p:nvPr>
            <p:ph idx="1" type="body"/>
          </p:nvPr>
        </p:nvSpPr>
        <p:spPr>
          <a:xfrm>
            <a:off x="457175" y="1536250"/>
            <a:ext cx="2688300" cy="31518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6" name="Google Shape;86;p32"/>
          <p:cNvSpPr txBox="1"/>
          <p:nvPr>
            <p:ph idx="2" type="body"/>
          </p:nvPr>
        </p:nvSpPr>
        <p:spPr>
          <a:xfrm>
            <a:off x="3227825" y="1536250"/>
            <a:ext cx="2688300" cy="31518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7" name="Google Shape;87;p32"/>
          <p:cNvSpPr txBox="1"/>
          <p:nvPr>
            <p:ph idx="3" type="body"/>
          </p:nvPr>
        </p:nvSpPr>
        <p:spPr>
          <a:xfrm>
            <a:off x="5998550" y="1536250"/>
            <a:ext cx="2688300" cy="31518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pic>
        <p:nvPicPr>
          <p:cNvPr id="88" name="Google Shape;88;p32"/>
          <p:cNvPicPr preferRelativeResize="0"/>
          <p:nvPr/>
        </p:nvPicPr>
        <p:blipFill rotWithShape="1">
          <a:blip r:embed="rId2">
            <a:alphaModFix/>
          </a:blip>
          <a:srcRect b="0" l="0" r="0" t="0"/>
          <a:stretch/>
        </p:blipFill>
        <p:spPr>
          <a:xfrm>
            <a:off x="8027650" y="4857963"/>
            <a:ext cx="659356" cy="115363"/>
          </a:xfrm>
          <a:prstGeom prst="rect">
            <a:avLst/>
          </a:prstGeom>
          <a:noFill/>
          <a:ln>
            <a:noFill/>
          </a:ln>
        </p:spPr>
      </p:pic>
      <p:sp>
        <p:nvSpPr>
          <p:cNvPr id="89" name="Google Shape;89;p32"/>
          <p:cNvSpPr txBox="1"/>
          <p:nvPr/>
        </p:nvSpPr>
        <p:spPr>
          <a:xfrm>
            <a:off x="6762575" y="-301"/>
            <a:ext cx="1924200" cy="460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rgbClr val="BDC1C6"/>
                </a:solidFill>
                <a:latin typeface="Arial"/>
                <a:ea typeface="Arial"/>
                <a:cs typeface="Arial"/>
                <a:sym typeface="Arial"/>
              </a:rPr>
              <a:t>Proprietary + Confidential</a:t>
            </a:r>
            <a:endParaRPr b="0" i="0" sz="600" u="none" cap="none" strike="noStrike">
              <a:solidFill>
                <a:srgbClr val="BDC1C6"/>
              </a:solidFill>
              <a:latin typeface="Arial"/>
              <a:ea typeface="Arial"/>
              <a:cs typeface="Arial"/>
              <a:sym typeface="Arial"/>
            </a:endParaRPr>
          </a:p>
        </p:txBody>
      </p:sp>
      <p:sp>
        <p:nvSpPr>
          <p:cNvPr id="90" name="Google Shape;90;p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Content 3">
  <p:cSld name="CUSTOM_2_3_4">
    <p:spTree>
      <p:nvGrpSpPr>
        <p:cNvPr id="91" name="Shape 91"/>
        <p:cNvGrpSpPr/>
        <p:nvPr/>
      </p:nvGrpSpPr>
      <p:grpSpPr>
        <a:xfrm>
          <a:off x="0" y="0"/>
          <a:ext cx="0" cy="0"/>
          <a:chOff x="0" y="0"/>
          <a:chExt cx="0" cy="0"/>
        </a:xfrm>
      </p:grpSpPr>
      <p:sp>
        <p:nvSpPr>
          <p:cNvPr id="92" name="Google Shape;92;p33"/>
          <p:cNvSpPr txBox="1"/>
          <p:nvPr>
            <p:ph idx="1" type="body"/>
          </p:nvPr>
        </p:nvSpPr>
        <p:spPr>
          <a:xfrm>
            <a:off x="457175" y="1098050"/>
            <a:ext cx="8229900" cy="3590100"/>
          </a:xfrm>
          <a:prstGeom prst="rect">
            <a:avLst/>
          </a:prstGeom>
          <a:noFill/>
          <a:ln>
            <a:noFill/>
          </a:ln>
        </p:spPr>
        <p:txBody>
          <a:bodyPr anchorCtr="0" anchor="t" bIns="91425" lIns="91425" spcFirstLastPara="1" rIns="91425" wrap="square" tIns="91425">
            <a:normAutofit/>
          </a:bodyPr>
          <a:lstStyle>
            <a:lvl1pPr indent="-298450" lvl="0" marL="457200" algn="l">
              <a:lnSpc>
                <a:spcPct val="115000"/>
              </a:lnSpc>
              <a:spcBef>
                <a:spcPts val="0"/>
              </a:spcBef>
              <a:spcAft>
                <a:spcPts val="0"/>
              </a:spcAft>
              <a:buSzPts val="1100"/>
              <a:buChar char="●"/>
              <a:defRPr sz="1100"/>
            </a:lvl1pPr>
            <a:lvl2pPr indent="-298450" lvl="1" marL="914400" algn="l">
              <a:lnSpc>
                <a:spcPct val="115000"/>
              </a:lnSpc>
              <a:spcBef>
                <a:spcPts val="0"/>
              </a:spcBef>
              <a:spcAft>
                <a:spcPts val="0"/>
              </a:spcAft>
              <a:buSzPts val="1100"/>
              <a:buChar char="○"/>
              <a:defRPr sz="1100"/>
            </a:lvl2pPr>
            <a:lvl3pPr indent="-298450" lvl="2" marL="1371600" algn="l">
              <a:lnSpc>
                <a:spcPct val="115000"/>
              </a:lnSpc>
              <a:spcBef>
                <a:spcPts val="0"/>
              </a:spcBef>
              <a:spcAft>
                <a:spcPts val="0"/>
              </a:spcAft>
              <a:buSzPts val="1100"/>
              <a:buChar char="■"/>
              <a:defRPr sz="1100"/>
            </a:lvl3pPr>
            <a:lvl4pPr indent="-298450" lvl="3" marL="1828800" algn="l">
              <a:lnSpc>
                <a:spcPct val="115000"/>
              </a:lnSpc>
              <a:spcBef>
                <a:spcPts val="0"/>
              </a:spcBef>
              <a:spcAft>
                <a:spcPts val="0"/>
              </a:spcAft>
              <a:buSzPts val="1100"/>
              <a:buChar char="●"/>
              <a:defRPr sz="1100"/>
            </a:lvl4pPr>
            <a:lvl5pPr indent="-298450" lvl="4" marL="2286000" algn="l">
              <a:lnSpc>
                <a:spcPct val="115000"/>
              </a:lnSpc>
              <a:spcBef>
                <a:spcPts val="0"/>
              </a:spcBef>
              <a:spcAft>
                <a:spcPts val="0"/>
              </a:spcAft>
              <a:buSzPts val="1100"/>
              <a:buChar char="○"/>
              <a:defRPr sz="1100"/>
            </a:lvl5pPr>
            <a:lvl6pPr indent="-298450" lvl="5" marL="2743200" algn="l">
              <a:lnSpc>
                <a:spcPct val="115000"/>
              </a:lnSpc>
              <a:spcBef>
                <a:spcPts val="0"/>
              </a:spcBef>
              <a:spcAft>
                <a:spcPts val="0"/>
              </a:spcAft>
              <a:buSzPts val="1100"/>
              <a:buChar char="■"/>
              <a:defRPr sz="1100"/>
            </a:lvl6pPr>
            <a:lvl7pPr indent="-298450" lvl="6" marL="3200400" algn="l">
              <a:lnSpc>
                <a:spcPct val="115000"/>
              </a:lnSpc>
              <a:spcBef>
                <a:spcPts val="0"/>
              </a:spcBef>
              <a:spcAft>
                <a:spcPts val="0"/>
              </a:spcAft>
              <a:buSzPts val="1100"/>
              <a:buChar char="●"/>
              <a:defRPr sz="1100"/>
            </a:lvl7pPr>
            <a:lvl8pPr indent="-298450" lvl="7" marL="3657600" algn="l">
              <a:lnSpc>
                <a:spcPct val="115000"/>
              </a:lnSpc>
              <a:spcBef>
                <a:spcPts val="0"/>
              </a:spcBef>
              <a:spcAft>
                <a:spcPts val="0"/>
              </a:spcAft>
              <a:buSzPts val="1100"/>
              <a:buChar char="○"/>
              <a:defRPr sz="1100"/>
            </a:lvl8pPr>
            <a:lvl9pPr indent="-298450" lvl="8" marL="4114800" algn="l">
              <a:lnSpc>
                <a:spcPct val="115000"/>
              </a:lnSpc>
              <a:spcBef>
                <a:spcPts val="0"/>
              </a:spcBef>
              <a:spcAft>
                <a:spcPts val="0"/>
              </a:spcAft>
              <a:buSzPts val="1100"/>
              <a:buChar char="■"/>
              <a:defRPr sz="1100"/>
            </a:lvl9pPr>
          </a:lstStyle>
          <a:p/>
        </p:txBody>
      </p:sp>
      <p:sp>
        <p:nvSpPr>
          <p:cNvPr id="93" name="Google Shape;93;p33"/>
          <p:cNvSpPr txBox="1"/>
          <p:nvPr>
            <p:ph type="title"/>
          </p:nvPr>
        </p:nvSpPr>
        <p:spPr>
          <a:xfrm>
            <a:off x="457175" y="460250"/>
            <a:ext cx="8229900" cy="460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sz="2000"/>
            </a:lvl1pPr>
            <a:lvl2pPr lvl="1" algn="l">
              <a:lnSpc>
                <a:spcPct val="100000"/>
              </a:lnSpc>
              <a:spcBef>
                <a:spcPts val="0"/>
              </a:spcBef>
              <a:spcAft>
                <a:spcPts val="0"/>
              </a:spcAft>
              <a:buSzPts val="2800"/>
              <a:buNone/>
              <a:defRPr sz="2000"/>
            </a:lvl2pPr>
            <a:lvl3pPr lvl="2" algn="l">
              <a:lnSpc>
                <a:spcPct val="100000"/>
              </a:lnSpc>
              <a:spcBef>
                <a:spcPts val="0"/>
              </a:spcBef>
              <a:spcAft>
                <a:spcPts val="0"/>
              </a:spcAft>
              <a:buSzPts val="2800"/>
              <a:buNone/>
              <a:defRPr sz="2000"/>
            </a:lvl3pPr>
            <a:lvl4pPr lvl="3" algn="l">
              <a:lnSpc>
                <a:spcPct val="100000"/>
              </a:lnSpc>
              <a:spcBef>
                <a:spcPts val="0"/>
              </a:spcBef>
              <a:spcAft>
                <a:spcPts val="0"/>
              </a:spcAft>
              <a:buSzPts val="2800"/>
              <a:buNone/>
              <a:defRPr sz="2000"/>
            </a:lvl4pPr>
            <a:lvl5pPr lvl="4" algn="l">
              <a:lnSpc>
                <a:spcPct val="100000"/>
              </a:lnSpc>
              <a:spcBef>
                <a:spcPts val="0"/>
              </a:spcBef>
              <a:spcAft>
                <a:spcPts val="0"/>
              </a:spcAft>
              <a:buSzPts val="2800"/>
              <a:buNone/>
              <a:defRPr sz="2000"/>
            </a:lvl5pPr>
            <a:lvl6pPr lvl="5" algn="l">
              <a:lnSpc>
                <a:spcPct val="100000"/>
              </a:lnSpc>
              <a:spcBef>
                <a:spcPts val="0"/>
              </a:spcBef>
              <a:spcAft>
                <a:spcPts val="0"/>
              </a:spcAft>
              <a:buSzPts val="2800"/>
              <a:buNone/>
              <a:defRPr sz="2000"/>
            </a:lvl6pPr>
            <a:lvl7pPr lvl="6" algn="l">
              <a:lnSpc>
                <a:spcPct val="100000"/>
              </a:lnSpc>
              <a:spcBef>
                <a:spcPts val="0"/>
              </a:spcBef>
              <a:spcAft>
                <a:spcPts val="0"/>
              </a:spcAft>
              <a:buSzPts val="2800"/>
              <a:buNone/>
              <a:defRPr sz="2000"/>
            </a:lvl7pPr>
            <a:lvl8pPr lvl="7" algn="l">
              <a:lnSpc>
                <a:spcPct val="100000"/>
              </a:lnSpc>
              <a:spcBef>
                <a:spcPts val="0"/>
              </a:spcBef>
              <a:spcAft>
                <a:spcPts val="0"/>
              </a:spcAft>
              <a:buSzPts val="2800"/>
              <a:buNone/>
              <a:defRPr sz="2000"/>
            </a:lvl8pPr>
            <a:lvl9pPr lvl="8" algn="l">
              <a:lnSpc>
                <a:spcPct val="100000"/>
              </a:lnSpc>
              <a:spcBef>
                <a:spcPts val="0"/>
              </a:spcBef>
              <a:spcAft>
                <a:spcPts val="0"/>
              </a:spcAft>
              <a:buSzPts val="2800"/>
              <a:buNone/>
              <a:defRPr sz="2000"/>
            </a:lvl9pPr>
          </a:lstStyle>
          <a:p/>
        </p:txBody>
      </p:sp>
      <p:pic>
        <p:nvPicPr>
          <p:cNvPr id="94" name="Google Shape;94;p33"/>
          <p:cNvPicPr preferRelativeResize="0"/>
          <p:nvPr/>
        </p:nvPicPr>
        <p:blipFill rotWithShape="1">
          <a:blip r:embed="rId2">
            <a:alphaModFix/>
          </a:blip>
          <a:srcRect b="0" l="0" r="0" t="0"/>
          <a:stretch/>
        </p:blipFill>
        <p:spPr>
          <a:xfrm>
            <a:off x="8027650" y="4857963"/>
            <a:ext cx="659356" cy="115363"/>
          </a:xfrm>
          <a:prstGeom prst="rect">
            <a:avLst/>
          </a:prstGeom>
          <a:noFill/>
          <a:ln>
            <a:noFill/>
          </a:ln>
        </p:spPr>
      </p:pic>
      <p:sp>
        <p:nvSpPr>
          <p:cNvPr id="95" name="Google Shape;95;p33"/>
          <p:cNvSpPr txBox="1"/>
          <p:nvPr/>
        </p:nvSpPr>
        <p:spPr>
          <a:xfrm>
            <a:off x="6762575" y="-301"/>
            <a:ext cx="1924200" cy="460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rgbClr val="BDC1C6"/>
                </a:solidFill>
                <a:latin typeface="Arial"/>
                <a:ea typeface="Arial"/>
                <a:cs typeface="Arial"/>
                <a:sym typeface="Arial"/>
              </a:rPr>
              <a:t>Proprietary + Confidential</a:t>
            </a:r>
            <a:endParaRPr b="0" i="0" sz="600" u="none" cap="none" strike="noStrike">
              <a:solidFill>
                <a:srgbClr val="BDC1C6"/>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Content 4">
  <p:cSld name="CUSTOM_2_3_5">
    <p:spTree>
      <p:nvGrpSpPr>
        <p:cNvPr id="96" name="Shape 96"/>
        <p:cNvGrpSpPr/>
        <p:nvPr/>
      </p:nvGrpSpPr>
      <p:grpSpPr>
        <a:xfrm>
          <a:off x="0" y="0"/>
          <a:ext cx="0" cy="0"/>
          <a:chOff x="0" y="0"/>
          <a:chExt cx="0" cy="0"/>
        </a:xfrm>
      </p:grpSpPr>
      <p:sp>
        <p:nvSpPr>
          <p:cNvPr id="97" name="Google Shape;97;p34"/>
          <p:cNvSpPr txBox="1"/>
          <p:nvPr>
            <p:ph type="title"/>
          </p:nvPr>
        </p:nvSpPr>
        <p:spPr>
          <a:xfrm>
            <a:off x="571450" y="352781"/>
            <a:ext cx="5080200" cy="352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8" name="Google Shape;98;p34"/>
          <p:cNvSpPr txBox="1"/>
          <p:nvPr>
            <p:ph idx="1" type="body"/>
          </p:nvPr>
        </p:nvSpPr>
        <p:spPr>
          <a:xfrm>
            <a:off x="685825" y="933433"/>
            <a:ext cx="5080200" cy="3172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Content">
  <p:cSld name="CUSTOM_2_3_6">
    <p:spTree>
      <p:nvGrpSpPr>
        <p:cNvPr id="99" name="Shape 99"/>
        <p:cNvGrpSpPr/>
        <p:nvPr/>
      </p:nvGrpSpPr>
      <p:grpSpPr>
        <a:xfrm>
          <a:off x="0" y="0"/>
          <a:ext cx="0" cy="0"/>
          <a:chOff x="0" y="0"/>
          <a:chExt cx="0" cy="0"/>
        </a:xfrm>
      </p:grpSpPr>
      <p:sp>
        <p:nvSpPr>
          <p:cNvPr id="100" name="Google Shape;100;p35"/>
          <p:cNvSpPr txBox="1"/>
          <p:nvPr>
            <p:ph idx="1" type="body"/>
          </p:nvPr>
        </p:nvSpPr>
        <p:spPr>
          <a:xfrm>
            <a:off x="457175" y="1536250"/>
            <a:ext cx="5459100" cy="3082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01" name="Google Shape;101;p35"/>
          <p:cNvSpPr txBox="1"/>
          <p:nvPr>
            <p:ph type="title"/>
          </p:nvPr>
        </p:nvSpPr>
        <p:spPr>
          <a:xfrm>
            <a:off x="457175" y="460250"/>
            <a:ext cx="5459100" cy="999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02" name="Google Shape;102;p35"/>
          <p:cNvPicPr preferRelativeResize="0"/>
          <p:nvPr/>
        </p:nvPicPr>
        <p:blipFill rotWithShape="1">
          <a:blip r:embed="rId2">
            <a:alphaModFix/>
          </a:blip>
          <a:srcRect b="0" l="0" r="0" t="0"/>
          <a:stretch/>
        </p:blipFill>
        <p:spPr>
          <a:xfrm>
            <a:off x="8027650" y="4857963"/>
            <a:ext cx="659356" cy="115363"/>
          </a:xfrm>
          <a:prstGeom prst="rect">
            <a:avLst/>
          </a:prstGeom>
          <a:noFill/>
          <a:ln>
            <a:noFill/>
          </a:ln>
        </p:spPr>
      </p:pic>
      <p:sp>
        <p:nvSpPr>
          <p:cNvPr id="103" name="Google Shape;103;p35"/>
          <p:cNvSpPr txBox="1"/>
          <p:nvPr/>
        </p:nvSpPr>
        <p:spPr>
          <a:xfrm>
            <a:off x="6762575" y="-301"/>
            <a:ext cx="1924200" cy="460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rgbClr val="BDC1C6"/>
                </a:solidFill>
                <a:latin typeface="Arial"/>
                <a:ea typeface="Arial"/>
                <a:cs typeface="Arial"/>
                <a:sym typeface="Arial"/>
              </a:rPr>
              <a:t>Proprietary + Confidential</a:t>
            </a:r>
            <a:endParaRPr b="0" i="0" sz="600" u="none" cap="none" strike="noStrike">
              <a:solidFill>
                <a:srgbClr val="BDC1C6"/>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_Three columns">
  <p:cSld name="CUSTOM_3_1">
    <p:spTree>
      <p:nvGrpSpPr>
        <p:cNvPr id="104" name="Shape 104"/>
        <p:cNvGrpSpPr/>
        <p:nvPr/>
      </p:nvGrpSpPr>
      <p:grpSpPr>
        <a:xfrm>
          <a:off x="0" y="0"/>
          <a:ext cx="0" cy="0"/>
          <a:chOff x="0" y="0"/>
          <a:chExt cx="0" cy="0"/>
        </a:xfrm>
      </p:grpSpPr>
      <p:sp>
        <p:nvSpPr>
          <p:cNvPr id="105" name="Google Shape;105;p36"/>
          <p:cNvSpPr txBox="1"/>
          <p:nvPr>
            <p:ph type="title"/>
          </p:nvPr>
        </p:nvSpPr>
        <p:spPr>
          <a:xfrm>
            <a:off x="457175" y="460250"/>
            <a:ext cx="4077000" cy="999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6" name="Google Shape;106;p36"/>
          <p:cNvSpPr txBox="1"/>
          <p:nvPr>
            <p:ph idx="1" type="body"/>
          </p:nvPr>
        </p:nvSpPr>
        <p:spPr>
          <a:xfrm>
            <a:off x="457175" y="1536250"/>
            <a:ext cx="2688300" cy="3082200"/>
          </a:xfrm>
          <a:prstGeom prst="rect">
            <a:avLst/>
          </a:prstGeom>
          <a:noFill/>
          <a:ln>
            <a:noFill/>
          </a:ln>
        </p:spPr>
        <p:txBody>
          <a:bodyPr anchorCtr="0" anchor="t" bIns="0" lIns="0" spcFirstLastPara="1" rIns="91450" wrap="square" tIns="0">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07" name="Google Shape;107;p36"/>
          <p:cNvSpPr txBox="1"/>
          <p:nvPr>
            <p:ph idx="2" type="body"/>
          </p:nvPr>
        </p:nvSpPr>
        <p:spPr>
          <a:xfrm>
            <a:off x="3227825" y="1536250"/>
            <a:ext cx="2688300" cy="3082200"/>
          </a:xfrm>
          <a:prstGeom prst="rect">
            <a:avLst/>
          </a:prstGeom>
          <a:noFill/>
          <a:ln>
            <a:noFill/>
          </a:ln>
        </p:spPr>
        <p:txBody>
          <a:bodyPr anchorCtr="0" anchor="t" bIns="0" lIns="0" spcFirstLastPara="1" rIns="91450" wrap="square" tIns="0">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08" name="Google Shape;108;p36"/>
          <p:cNvSpPr txBox="1"/>
          <p:nvPr>
            <p:ph idx="3" type="body"/>
          </p:nvPr>
        </p:nvSpPr>
        <p:spPr>
          <a:xfrm>
            <a:off x="5998550" y="1536250"/>
            <a:ext cx="2688300" cy="3082200"/>
          </a:xfrm>
          <a:prstGeom prst="rect">
            <a:avLst/>
          </a:prstGeom>
          <a:noFill/>
          <a:ln>
            <a:noFill/>
          </a:ln>
        </p:spPr>
        <p:txBody>
          <a:bodyPr anchorCtr="0" anchor="t" bIns="0" lIns="0" spcFirstLastPara="1" rIns="91450" wrap="square" tIns="0">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pic>
        <p:nvPicPr>
          <p:cNvPr id="109" name="Google Shape;109;p36"/>
          <p:cNvPicPr preferRelativeResize="0"/>
          <p:nvPr/>
        </p:nvPicPr>
        <p:blipFill rotWithShape="1">
          <a:blip r:embed="rId2">
            <a:alphaModFix/>
          </a:blip>
          <a:srcRect b="0" l="0" r="0" t="0"/>
          <a:stretch/>
        </p:blipFill>
        <p:spPr>
          <a:xfrm>
            <a:off x="8027650" y="4857963"/>
            <a:ext cx="659356" cy="115363"/>
          </a:xfrm>
          <a:prstGeom prst="rect">
            <a:avLst/>
          </a:prstGeom>
          <a:noFill/>
          <a:ln>
            <a:noFill/>
          </a:ln>
        </p:spPr>
      </p:pic>
      <p:sp>
        <p:nvSpPr>
          <p:cNvPr id="110" name="Google Shape;110;p36"/>
          <p:cNvSpPr txBox="1"/>
          <p:nvPr/>
        </p:nvSpPr>
        <p:spPr>
          <a:xfrm>
            <a:off x="6762575" y="-301"/>
            <a:ext cx="1924200" cy="460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rgbClr val="BDC1C6"/>
                </a:solidFill>
                <a:latin typeface="Arial"/>
                <a:ea typeface="Arial"/>
                <a:cs typeface="Arial"/>
                <a:sym typeface="Arial"/>
              </a:rPr>
              <a:t>Proprietary + Confidential</a:t>
            </a:r>
            <a:endParaRPr b="0" i="0" sz="600" u="none" cap="none" strike="noStrike">
              <a:solidFill>
                <a:srgbClr val="BDC1C6"/>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Content 5">
  <p:cSld name="CUSTOM_2_3_7">
    <p:spTree>
      <p:nvGrpSpPr>
        <p:cNvPr id="111" name="Shape 111"/>
        <p:cNvGrpSpPr/>
        <p:nvPr/>
      </p:nvGrpSpPr>
      <p:grpSpPr>
        <a:xfrm>
          <a:off x="0" y="0"/>
          <a:ext cx="0" cy="0"/>
          <a:chOff x="0" y="0"/>
          <a:chExt cx="0" cy="0"/>
        </a:xfrm>
      </p:grpSpPr>
      <p:sp>
        <p:nvSpPr>
          <p:cNvPr id="112" name="Google Shape;112;p37"/>
          <p:cNvSpPr txBox="1"/>
          <p:nvPr>
            <p:ph idx="1" type="body"/>
          </p:nvPr>
        </p:nvSpPr>
        <p:spPr>
          <a:xfrm>
            <a:off x="457175" y="1536250"/>
            <a:ext cx="4077000" cy="31518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3" name="Google Shape;113;p37"/>
          <p:cNvSpPr txBox="1"/>
          <p:nvPr>
            <p:ph type="title"/>
          </p:nvPr>
        </p:nvSpPr>
        <p:spPr>
          <a:xfrm>
            <a:off x="457200" y="365760"/>
            <a:ext cx="8229900" cy="4572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sz="2400"/>
            </a:lvl1pPr>
            <a:lvl2pPr lvl="1" algn="l">
              <a:lnSpc>
                <a:spcPct val="100000"/>
              </a:lnSpc>
              <a:spcBef>
                <a:spcPts val="0"/>
              </a:spcBef>
              <a:spcAft>
                <a:spcPts val="0"/>
              </a:spcAft>
              <a:buSzPts val="2800"/>
              <a:buNone/>
              <a:defRPr sz="2400"/>
            </a:lvl2pPr>
            <a:lvl3pPr lvl="2" algn="l">
              <a:lnSpc>
                <a:spcPct val="100000"/>
              </a:lnSpc>
              <a:spcBef>
                <a:spcPts val="0"/>
              </a:spcBef>
              <a:spcAft>
                <a:spcPts val="0"/>
              </a:spcAft>
              <a:buSzPts val="2800"/>
              <a:buNone/>
              <a:defRPr sz="2400"/>
            </a:lvl3pPr>
            <a:lvl4pPr lvl="3" algn="l">
              <a:lnSpc>
                <a:spcPct val="100000"/>
              </a:lnSpc>
              <a:spcBef>
                <a:spcPts val="0"/>
              </a:spcBef>
              <a:spcAft>
                <a:spcPts val="0"/>
              </a:spcAft>
              <a:buSzPts val="2800"/>
              <a:buNone/>
              <a:defRPr sz="2400"/>
            </a:lvl4pPr>
            <a:lvl5pPr lvl="4" algn="l">
              <a:lnSpc>
                <a:spcPct val="100000"/>
              </a:lnSpc>
              <a:spcBef>
                <a:spcPts val="0"/>
              </a:spcBef>
              <a:spcAft>
                <a:spcPts val="0"/>
              </a:spcAft>
              <a:buSzPts val="2800"/>
              <a:buNone/>
              <a:defRPr sz="2400"/>
            </a:lvl5pPr>
            <a:lvl6pPr lvl="5" algn="l">
              <a:lnSpc>
                <a:spcPct val="100000"/>
              </a:lnSpc>
              <a:spcBef>
                <a:spcPts val="0"/>
              </a:spcBef>
              <a:spcAft>
                <a:spcPts val="0"/>
              </a:spcAft>
              <a:buSzPts val="2800"/>
              <a:buNone/>
              <a:defRPr sz="2400"/>
            </a:lvl6pPr>
            <a:lvl7pPr lvl="6" algn="l">
              <a:lnSpc>
                <a:spcPct val="100000"/>
              </a:lnSpc>
              <a:spcBef>
                <a:spcPts val="0"/>
              </a:spcBef>
              <a:spcAft>
                <a:spcPts val="0"/>
              </a:spcAft>
              <a:buSzPts val="2800"/>
              <a:buNone/>
              <a:defRPr sz="2400"/>
            </a:lvl7pPr>
            <a:lvl8pPr lvl="7" algn="l">
              <a:lnSpc>
                <a:spcPct val="100000"/>
              </a:lnSpc>
              <a:spcBef>
                <a:spcPts val="0"/>
              </a:spcBef>
              <a:spcAft>
                <a:spcPts val="0"/>
              </a:spcAft>
              <a:buSzPts val="2800"/>
              <a:buNone/>
              <a:defRPr sz="2400"/>
            </a:lvl8pPr>
            <a:lvl9pPr lvl="8" algn="l">
              <a:lnSpc>
                <a:spcPct val="100000"/>
              </a:lnSpc>
              <a:spcBef>
                <a:spcPts val="0"/>
              </a:spcBef>
              <a:spcAft>
                <a:spcPts val="0"/>
              </a:spcAft>
              <a:buSzPts val="2800"/>
              <a:buNone/>
              <a:defRPr sz="2400"/>
            </a:lvl9pPr>
          </a:lstStyle>
          <a:p/>
        </p:txBody>
      </p:sp>
      <p:pic>
        <p:nvPicPr>
          <p:cNvPr id="114" name="Google Shape;114;p37"/>
          <p:cNvPicPr preferRelativeResize="0"/>
          <p:nvPr/>
        </p:nvPicPr>
        <p:blipFill rotWithShape="1">
          <a:blip r:embed="rId2">
            <a:alphaModFix/>
          </a:blip>
          <a:srcRect b="0" l="0" r="0" t="0"/>
          <a:stretch/>
        </p:blipFill>
        <p:spPr>
          <a:xfrm>
            <a:off x="8027650" y="4857963"/>
            <a:ext cx="659356" cy="115363"/>
          </a:xfrm>
          <a:prstGeom prst="rect">
            <a:avLst/>
          </a:prstGeom>
          <a:noFill/>
          <a:ln>
            <a:noFill/>
          </a:ln>
        </p:spPr>
      </p:pic>
      <p:sp>
        <p:nvSpPr>
          <p:cNvPr id="115" name="Google Shape;115;p37"/>
          <p:cNvSpPr txBox="1"/>
          <p:nvPr/>
        </p:nvSpPr>
        <p:spPr>
          <a:xfrm>
            <a:off x="6762575" y="-301"/>
            <a:ext cx="1924200" cy="460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rgbClr val="BDC1C6"/>
                </a:solidFill>
                <a:latin typeface="Arial"/>
                <a:ea typeface="Arial"/>
                <a:cs typeface="Arial"/>
                <a:sym typeface="Arial"/>
              </a:rPr>
              <a:t>Proprietary + Confidential</a:t>
            </a:r>
            <a:endParaRPr b="0" i="0" sz="600" u="none" cap="none" strike="noStrike">
              <a:solidFill>
                <a:srgbClr val="BDC1C6"/>
              </a:solidFill>
              <a:latin typeface="Arial"/>
              <a:ea typeface="Arial"/>
              <a:cs typeface="Arial"/>
              <a:sym typeface="Arial"/>
            </a:endParaRPr>
          </a:p>
        </p:txBody>
      </p:sp>
      <p:sp>
        <p:nvSpPr>
          <p:cNvPr id="116" name="Google Shape;116;p37"/>
          <p:cNvSpPr txBox="1"/>
          <p:nvPr>
            <p:ph idx="12" type="sldNum"/>
          </p:nvPr>
        </p:nvSpPr>
        <p:spPr>
          <a:xfrm>
            <a:off x="8556784" y="4749851"/>
            <a:ext cx="548700" cy="393600"/>
          </a:xfrm>
          <a:prstGeom prst="rect">
            <a:avLst/>
          </a:prstGeom>
          <a:noFill/>
          <a:ln>
            <a:noFill/>
          </a:ln>
        </p:spPr>
        <p:txBody>
          <a:bodyPr anchorCtr="0" anchor="b" bIns="91425" lIns="91425" spcFirstLastPara="1" rIns="91425" wrap="square" tIns="91425">
            <a:norm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Title 1">
  <p:cSld name="CUSTOM_6_1">
    <p:spTree>
      <p:nvGrpSpPr>
        <p:cNvPr id="117" name="Shape 117"/>
        <p:cNvGrpSpPr/>
        <p:nvPr/>
      </p:nvGrpSpPr>
      <p:grpSpPr>
        <a:xfrm>
          <a:off x="0" y="0"/>
          <a:ext cx="0" cy="0"/>
          <a:chOff x="0" y="0"/>
          <a:chExt cx="0" cy="0"/>
        </a:xfrm>
      </p:grpSpPr>
      <p:pic>
        <p:nvPicPr>
          <p:cNvPr id="118" name="Google Shape;118;p38"/>
          <p:cNvPicPr preferRelativeResize="0"/>
          <p:nvPr/>
        </p:nvPicPr>
        <p:blipFill rotWithShape="1">
          <a:blip r:embed="rId2">
            <a:alphaModFix/>
          </a:blip>
          <a:srcRect b="0" l="0" r="0" t="0"/>
          <a:stretch/>
        </p:blipFill>
        <p:spPr>
          <a:xfrm>
            <a:off x="3" y="0"/>
            <a:ext cx="9144003" cy="5143522"/>
          </a:xfrm>
          <a:prstGeom prst="rect">
            <a:avLst/>
          </a:prstGeom>
          <a:noFill/>
          <a:ln>
            <a:noFill/>
          </a:ln>
        </p:spPr>
      </p:pic>
      <p:sp>
        <p:nvSpPr>
          <p:cNvPr id="119" name="Google Shape;119;p38"/>
          <p:cNvSpPr txBox="1"/>
          <p:nvPr>
            <p:ph type="title"/>
          </p:nvPr>
        </p:nvSpPr>
        <p:spPr>
          <a:xfrm>
            <a:off x="457200" y="1536250"/>
            <a:ext cx="5459100" cy="20694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sz="2600"/>
            </a:lvl1pPr>
            <a:lvl2pPr lvl="1" algn="l">
              <a:lnSpc>
                <a:spcPct val="100000"/>
              </a:lnSpc>
              <a:spcBef>
                <a:spcPts val="0"/>
              </a:spcBef>
              <a:spcAft>
                <a:spcPts val="0"/>
              </a:spcAft>
              <a:buSzPts val="2800"/>
              <a:buNone/>
              <a:defRPr sz="3600"/>
            </a:lvl2pPr>
            <a:lvl3pPr lvl="2" algn="l">
              <a:lnSpc>
                <a:spcPct val="100000"/>
              </a:lnSpc>
              <a:spcBef>
                <a:spcPts val="0"/>
              </a:spcBef>
              <a:spcAft>
                <a:spcPts val="0"/>
              </a:spcAft>
              <a:buSzPts val="2800"/>
              <a:buNone/>
              <a:defRPr sz="3600"/>
            </a:lvl3pPr>
            <a:lvl4pPr lvl="3" algn="l">
              <a:lnSpc>
                <a:spcPct val="100000"/>
              </a:lnSpc>
              <a:spcBef>
                <a:spcPts val="0"/>
              </a:spcBef>
              <a:spcAft>
                <a:spcPts val="0"/>
              </a:spcAft>
              <a:buSzPts val="2800"/>
              <a:buNone/>
              <a:defRPr sz="3600"/>
            </a:lvl4pPr>
            <a:lvl5pPr lvl="4" algn="l">
              <a:lnSpc>
                <a:spcPct val="100000"/>
              </a:lnSpc>
              <a:spcBef>
                <a:spcPts val="0"/>
              </a:spcBef>
              <a:spcAft>
                <a:spcPts val="0"/>
              </a:spcAft>
              <a:buSzPts val="2800"/>
              <a:buNone/>
              <a:defRPr sz="3600"/>
            </a:lvl5pPr>
            <a:lvl6pPr lvl="5" algn="l">
              <a:lnSpc>
                <a:spcPct val="100000"/>
              </a:lnSpc>
              <a:spcBef>
                <a:spcPts val="0"/>
              </a:spcBef>
              <a:spcAft>
                <a:spcPts val="0"/>
              </a:spcAft>
              <a:buSzPts val="2800"/>
              <a:buNone/>
              <a:defRPr sz="3600"/>
            </a:lvl6pPr>
            <a:lvl7pPr lvl="6" algn="l">
              <a:lnSpc>
                <a:spcPct val="100000"/>
              </a:lnSpc>
              <a:spcBef>
                <a:spcPts val="0"/>
              </a:spcBef>
              <a:spcAft>
                <a:spcPts val="0"/>
              </a:spcAft>
              <a:buSzPts val="2800"/>
              <a:buNone/>
              <a:defRPr sz="3600"/>
            </a:lvl7pPr>
            <a:lvl8pPr lvl="7" algn="l">
              <a:lnSpc>
                <a:spcPct val="100000"/>
              </a:lnSpc>
              <a:spcBef>
                <a:spcPts val="0"/>
              </a:spcBef>
              <a:spcAft>
                <a:spcPts val="0"/>
              </a:spcAft>
              <a:buSzPts val="2800"/>
              <a:buNone/>
              <a:defRPr sz="3600"/>
            </a:lvl8pPr>
            <a:lvl9pPr lvl="8" algn="l">
              <a:lnSpc>
                <a:spcPct val="100000"/>
              </a:lnSpc>
              <a:spcBef>
                <a:spcPts val="0"/>
              </a:spcBef>
              <a:spcAft>
                <a:spcPts val="0"/>
              </a:spcAft>
              <a:buSzPts val="2800"/>
              <a:buNone/>
              <a:defRPr sz="3600"/>
            </a:lvl9pPr>
          </a:lstStyle>
          <a:p/>
        </p:txBody>
      </p:sp>
      <p:pic>
        <p:nvPicPr>
          <p:cNvPr id="120" name="Google Shape;120;p38"/>
          <p:cNvPicPr preferRelativeResize="0"/>
          <p:nvPr/>
        </p:nvPicPr>
        <p:blipFill rotWithShape="1">
          <a:blip r:embed="rId3">
            <a:alphaModFix/>
          </a:blip>
          <a:srcRect b="0" l="0" r="0" t="0"/>
          <a:stretch/>
        </p:blipFill>
        <p:spPr>
          <a:xfrm>
            <a:off x="457194" y="460254"/>
            <a:ext cx="1370957" cy="260621"/>
          </a:xfrm>
          <a:prstGeom prst="rect">
            <a:avLst/>
          </a:prstGeom>
          <a:noFill/>
          <a:ln>
            <a:noFill/>
          </a:ln>
        </p:spPr>
      </p:pic>
      <p:sp>
        <p:nvSpPr>
          <p:cNvPr id="121" name="Google Shape;121;p38"/>
          <p:cNvSpPr txBox="1"/>
          <p:nvPr>
            <p:ph idx="1" type="subTitle"/>
          </p:nvPr>
        </p:nvSpPr>
        <p:spPr>
          <a:xfrm>
            <a:off x="455725" y="3688350"/>
            <a:ext cx="2004000" cy="930000"/>
          </a:xfrm>
          <a:prstGeom prst="rect">
            <a:avLst/>
          </a:prstGeom>
          <a:noFill/>
          <a:ln>
            <a:noFill/>
          </a:ln>
        </p:spPr>
        <p:txBody>
          <a:bodyPr anchorCtr="0" anchor="b" bIns="91425" lIns="91425" spcFirstLastPara="1" rIns="91425" wrap="square" tIns="91425">
            <a:normAutofit/>
          </a:bodyPr>
          <a:lstStyle>
            <a:lvl1pPr lvl="0" algn="l">
              <a:lnSpc>
                <a:spcPct val="115000"/>
              </a:lnSpc>
              <a:spcBef>
                <a:spcPts val="0"/>
              </a:spcBef>
              <a:spcAft>
                <a:spcPts val="0"/>
              </a:spcAft>
              <a:buSzPts val="1800"/>
              <a:buNone/>
              <a:defRPr/>
            </a:lvl1pPr>
            <a:lvl2pPr lvl="1" algn="l">
              <a:lnSpc>
                <a:spcPct val="115000"/>
              </a:lnSpc>
              <a:spcBef>
                <a:spcPts val="1200"/>
              </a:spcBef>
              <a:spcAft>
                <a:spcPts val="0"/>
              </a:spcAft>
              <a:buSzPts val="1400"/>
              <a:buNone/>
              <a:defRPr/>
            </a:lvl2pPr>
            <a:lvl3pPr lvl="2" algn="l">
              <a:lnSpc>
                <a:spcPct val="115000"/>
              </a:lnSpc>
              <a:spcBef>
                <a:spcPts val="1200"/>
              </a:spcBef>
              <a:spcAft>
                <a:spcPts val="0"/>
              </a:spcAft>
              <a:buSzPts val="1400"/>
              <a:buNone/>
              <a:defRPr/>
            </a:lvl3pPr>
            <a:lvl4pPr lvl="3" algn="l">
              <a:lnSpc>
                <a:spcPct val="115000"/>
              </a:lnSpc>
              <a:spcBef>
                <a:spcPts val="1200"/>
              </a:spcBef>
              <a:spcAft>
                <a:spcPts val="0"/>
              </a:spcAft>
              <a:buSzPts val="1400"/>
              <a:buNone/>
              <a:defRPr/>
            </a:lvl4pPr>
            <a:lvl5pPr lvl="4" algn="l">
              <a:lnSpc>
                <a:spcPct val="115000"/>
              </a:lnSpc>
              <a:spcBef>
                <a:spcPts val="1200"/>
              </a:spcBef>
              <a:spcAft>
                <a:spcPts val="0"/>
              </a:spcAft>
              <a:buSzPts val="1400"/>
              <a:buNone/>
              <a:defRPr/>
            </a:lvl5pPr>
            <a:lvl6pPr lvl="5" algn="l">
              <a:lnSpc>
                <a:spcPct val="115000"/>
              </a:lnSpc>
              <a:spcBef>
                <a:spcPts val="1200"/>
              </a:spcBef>
              <a:spcAft>
                <a:spcPts val="0"/>
              </a:spcAft>
              <a:buSzPts val="1400"/>
              <a:buNone/>
              <a:defRPr/>
            </a:lvl6pPr>
            <a:lvl7pPr lvl="6" algn="l">
              <a:lnSpc>
                <a:spcPct val="115000"/>
              </a:lnSpc>
              <a:spcBef>
                <a:spcPts val="1200"/>
              </a:spcBef>
              <a:spcAft>
                <a:spcPts val="0"/>
              </a:spcAft>
              <a:buSzPts val="1400"/>
              <a:buNone/>
              <a:defRPr/>
            </a:lvl7pPr>
            <a:lvl8pPr lvl="7" algn="l">
              <a:lnSpc>
                <a:spcPct val="115000"/>
              </a:lnSpc>
              <a:spcBef>
                <a:spcPts val="1200"/>
              </a:spcBef>
              <a:spcAft>
                <a:spcPts val="0"/>
              </a:spcAft>
              <a:buSzPts val="1400"/>
              <a:buNone/>
              <a:defRPr/>
            </a:lvl8pPr>
            <a:lvl9pPr lvl="8" algn="l">
              <a:lnSpc>
                <a:spcPct val="115000"/>
              </a:lnSpc>
              <a:spcBef>
                <a:spcPts val="1200"/>
              </a:spcBef>
              <a:spcAft>
                <a:spcPts val="1200"/>
              </a:spcAft>
              <a:buSzPts val="1400"/>
              <a:buNone/>
              <a:defRPr/>
            </a:lvl9pPr>
          </a:lstStyle>
          <a:p/>
        </p:txBody>
      </p:sp>
      <p:sp>
        <p:nvSpPr>
          <p:cNvPr id="122" name="Google Shape;122;p38"/>
          <p:cNvSpPr txBox="1"/>
          <p:nvPr/>
        </p:nvSpPr>
        <p:spPr>
          <a:xfrm>
            <a:off x="6762575" y="-301"/>
            <a:ext cx="1924200" cy="460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rgbClr val="BDC1C6"/>
                </a:solidFill>
                <a:latin typeface="Arial"/>
                <a:ea typeface="Arial"/>
                <a:cs typeface="Arial"/>
                <a:sym typeface="Arial"/>
              </a:rPr>
              <a:t>Proprietary + Confidential</a:t>
            </a:r>
            <a:endParaRPr b="0" i="0" sz="600" u="none" cap="none" strike="noStrike">
              <a:solidFill>
                <a:srgbClr val="BDC1C6"/>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Content 6">
  <p:cSld name="CUSTOM_2_3_8">
    <p:spTree>
      <p:nvGrpSpPr>
        <p:cNvPr id="123" name="Shape 123"/>
        <p:cNvGrpSpPr/>
        <p:nvPr/>
      </p:nvGrpSpPr>
      <p:grpSpPr>
        <a:xfrm>
          <a:off x="0" y="0"/>
          <a:ext cx="0" cy="0"/>
          <a:chOff x="0" y="0"/>
          <a:chExt cx="0" cy="0"/>
        </a:xfrm>
      </p:grpSpPr>
      <p:sp>
        <p:nvSpPr>
          <p:cNvPr id="124" name="Google Shape;124;p39"/>
          <p:cNvSpPr txBox="1"/>
          <p:nvPr>
            <p:ph idx="1" type="body"/>
          </p:nvPr>
        </p:nvSpPr>
        <p:spPr>
          <a:xfrm>
            <a:off x="457175" y="1098050"/>
            <a:ext cx="8229900" cy="3590100"/>
          </a:xfrm>
          <a:prstGeom prst="rect">
            <a:avLst/>
          </a:prstGeom>
          <a:noFill/>
          <a:ln>
            <a:noFill/>
          </a:ln>
        </p:spPr>
        <p:txBody>
          <a:bodyPr anchorCtr="0" anchor="t" bIns="91425" lIns="91425" spcFirstLastPara="1" rIns="91425" wrap="square" tIns="91425">
            <a:normAutofit/>
          </a:bodyPr>
          <a:lstStyle>
            <a:lvl1pPr indent="-298450" lvl="0" marL="457200" algn="l">
              <a:lnSpc>
                <a:spcPct val="115000"/>
              </a:lnSpc>
              <a:spcBef>
                <a:spcPts val="0"/>
              </a:spcBef>
              <a:spcAft>
                <a:spcPts val="0"/>
              </a:spcAft>
              <a:buSzPts val="1100"/>
              <a:buChar char="●"/>
              <a:defRPr sz="1100"/>
            </a:lvl1pPr>
            <a:lvl2pPr indent="-298450" lvl="1" marL="914400" algn="l">
              <a:lnSpc>
                <a:spcPct val="115000"/>
              </a:lnSpc>
              <a:spcBef>
                <a:spcPts val="0"/>
              </a:spcBef>
              <a:spcAft>
                <a:spcPts val="0"/>
              </a:spcAft>
              <a:buSzPts val="1100"/>
              <a:buChar char="○"/>
              <a:defRPr sz="1100"/>
            </a:lvl2pPr>
            <a:lvl3pPr indent="-298450" lvl="2" marL="1371600" algn="l">
              <a:lnSpc>
                <a:spcPct val="115000"/>
              </a:lnSpc>
              <a:spcBef>
                <a:spcPts val="0"/>
              </a:spcBef>
              <a:spcAft>
                <a:spcPts val="0"/>
              </a:spcAft>
              <a:buSzPts val="1100"/>
              <a:buChar char="■"/>
              <a:defRPr sz="1100"/>
            </a:lvl3pPr>
            <a:lvl4pPr indent="-298450" lvl="3" marL="1828800" algn="l">
              <a:lnSpc>
                <a:spcPct val="115000"/>
              </a:lnSpc>
              <a:spcBef>
                <a:spcPts val="0"/>
              </a:spcBef>
              <a:spcAft>
                <a:spcPts val="0"/>
              </a:spcAft>
              <a:buSzPts val="1100"/>
              <a:buChar char="●"/>
              <a:defRPr sz="1100"/>
            </a:lvl4pPr>
            <a:lvl5pPr indent="-298450" lvl="4" marL="2286000" algn="l">
              <a:lnSpc>
                <a:spcPct val="115000"/>
              </a:lnSpc>
              <a:spcBef>
                <a:spcPts val="0"/>
              </a:spcBef>
              <a:spcAft>
                <a:spcPts val="0"/>
              </a:spcAft>
              <a:buSzPts val="1100"/>
              <a:buChar char="○"/>
              <a:defRPr sz="1100"/>
            </a:lvl5pPr>
            <a:lvl6pPr indent="-298450" lvl="5" marL="2743200" algn="l">
              <a:lnSpc>
                <a:spcPct val="115000"/>
              </a:lnSpc>
              <a:spcBef>
                <a:spcPts val="0"/>
              </a:spcBef>
              <a:spcAft>
                <a:spcPts val="0"/>
              </a:spcAft>
              <a:buSzPts val="1100"/>
              <a:buChar char="■"/>
              <a:defRPr sz="1100"/>
            </a:lvl6pPr>
            <a:lvl7pPr indent="-298450" lvl="6" marL="3200400" algn="l">
              <a:lnSpc>
                <a:spcPct val="115000"/>
              </a:lnSpc>
              <a:spcBef>
                <a:spcPts val="0"/>
              </a:spcBef>
              <a:spcAft>
                <a:spcPts val="0"/>
              </a:spcAft>
              <a:buSzPts val="1100"/>
              <a:buChar char="●"/>
              <a:defRPr sz="1100"/>
            </a:lvl7pPr>
            <a:lvl8pPr indent="-298450" lvl="7" marL="3657600" algn="l">
              <a:lnSpc>
                <a:spcPct val="115000"/>
              </a:lnSpc>
              <a:spcBef>
                <a:spcPts val="0"/>
              </a:spcBef>
              <a:spcAft>
                <a:spcPts val="0"/>
              </a:spcAft>
              <a:buSzPts val="1100"/>
              <a:buChar char="○"/>
              <a:defRPr sz="1100"/>
            </a:lvl8pPr>
            <a:lvl9pPr indent="-298450" lvl="8" marL="4114800" algn="l">
              <a:lnSpc>
                <a:spcPct val="115000"/>
              </a:lnSpc>
              <a:spcBef>
                <a:spcPts val="0"/>
              </a:spcBef>
              <a:spcAft>
                <a:spcPts val="0"/>
              </a:spcAft>
              <a:buSzPts val="1100"/>
              <a:buChar char="■"/>
              <a:defRPr sz="1100"/>
            </a:lvl9pPr>
          </a:lstStyle>
          <a:p/>
        </p:txBody>
      </p:sp>
      <p:sp>
        <p:nvSpPr>
          <p:cNvPr id="125" name="Google Shape;125;p39"/>
          <p:cNvSpPr txBox="1"/>
          <p:nvPr>
            <p:ph type="title"/>
          </p:nvPr>
        </p:nvSpPr>
        <p:spPr>
          <a:xfrm>
            <a:off x="457175" y="460250"/>
            <a:ext cx="8229900" cy="460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sz="2000"/>
            </a:lvl1pPr>
            <a:lvl2pPr lvl="1" algn="l">
              <a:lnSpc>
                <a:spcPct val="100000"/>
              </a:lnSpc>
              <a:spcBef>
                <a:spcPts val="0"/>
              </a:spcBef>
              <a:spcAft>
                <a:spcPts val="0"/>
              </a:spcAft>
              <a:buSzPts val="2800"/>
              <a:buNone/>
              <a:defRPr sz="2000"/>
            </a:lvl2pPr>
            <a:lvl3pPr lvl="2" algn="l">
              <a:lnSpc>
                <a:spcPct val="100000"/>
              </a:lnSpc>
              <a:spcBef>
                <a:spcPts val="0"/>
              </a:spcBef>
              <a:spcAft>
                <a:spcPts val="0"/>
              </a:spcAft>
              <a:buSzPts val="2800"/>
              <a:buNone/>
              <a:defRPr sz="2000"/>
            </a:lvl3pPr>
            <a:lvl4pPr lvl="3" algn="l">
              <a:lnSpc>
                <a:spcPct val="100000"/>
              </a:lnSpc>
              <a:spcBef>
                <a:spcPts val="0"/>
              </a:spcBef>
              <a:spcAft>
                <a:spcPts val="0"/>
              </a:spcAft>
              <a:buSzPts val="2800"/>
              <a:buNone/>
              <a:defRPr sz="2000"/>
            </a:lvl4pPr>
            <a:lvl5pPr lvl="4" algn="l">
              <a:lnSpc>
                <a:spcPct val="100000"/>
              </a:lnSpc>
              <a:spcBef>
                <a:spcPts val="0"/>
              </a:spcBef>
              <a:spcAft>
                <a:spcPts val="0"/>
              </a:spcAft>
              <a:buSzPts val="2800"/>
              <a:buNone/>
              <a:defRPr sz="2000"/>
            </a:lvl5pPr>
            <a:lvl6pPr lvl="5" algn="l">
              <a:lnSpc>
                <a:spcPct val="100000"/>
              </a:lnSpc>
              <a:spcBef>
                <a:spcPts val="0"/>
              </a:spcBef>
              <a:spcAft>
                <a:spcPts val="0"/>
              </a:spcAft>
              <a:buSzPts val="2800"/>
              <a:buNone/>
              <a:defRPr sz="2000"/>
            </a:lvl6pPr>
            <a:lvl7pPr lvl="6" algn="l">
              <a:lnSpc>
                <a:spcPct val="100000"/>
              </a:lnSpc>
              <a:spcBef>
                <a:spcPts val="0"/>
              </a:spcBef>
              <a:spcAft>
                <a:spcPts val="0"/>
              </a:spcAft>
              <a:buSzPts val="2800"/>
              <a:buNone/>
              <a:defRPr sz="2000"/>
            </a:lvl7pPr>
            <a:lvl8pPr lvl="7" algn="l">
              <a:lnSpc>
                <a:spcPct val="100000"/>
              </a:lnSpc>
              <a:spcBef>
                <a:spcPts val="0"/>
              </a:spcBef>
              <a:spcAft>
                <a:spcPts val="0"/>
              </a:spcAft>
              <a:buSzPts val="2800"/>
              <a:buNone/>
              <a:defRPr sz="2000"/>
            </a:lvl8pPr>
            <a:lvl9pPr lvl="8" algn="l">
              <a:lnSpc>
                <a:spcPct val="100000"/>
              </a:lnSpc>
              <a:spcBef>
                <a:spcPts val="0"/>
              </a:spcBef>
              <a:spcAft>
                <a:spcPts val="0"/>
              </a:spcAft>
              <a:buSzPts val="2800"/>
              <a:buNone/>
              <a:defRPr sz="2000"/>
            </a:lvl9pPr>
          </a:lstStyle>
          <a:p/>
        </p:txBody>
      </p:sp>
      <p:pic>
        <p:nvPicPr>
          <p:cNvPr id="126" name="Google Shape;126;p39"/>
          <p:cNvPicPr preferRelativeResize="0"/>
          <p:nvPr/>
        </p:nvPicPr>
        <p:blipFill rotWithShape="1">
          <a:blip r:embed="rId2">
            <a:alphaModFix/>
          </a:blip>
          <a:srcRect b="0" l="0" r="0" t="0"/>
          <a:stretch/>
        </p:blipFill>
        <p:spPr>
          <a:xfrm>
            <a:off x="8027650" y="4857963"/>
            <a:ext cx="659356" cy="115363"/>
          </a:xfrm>
          <a:prstGeom prst="rect">
            <a:avLst/>
          </a:prstGeom>
          <a:noFill/>
          <a:ln>
            <a:noFill/>
          </a:ln>
        </p:spPr>
      </p:pic>
      <p:sp>
        <p:nvSpPr>
          <p:cNvPr id="127" name="Google Shape;127;p39"/>
          <p:cNvSpPr txBox="1"/>
          <p:nvPr/>
        </p:nvSpPr>
        <p:spPr>
          <a:xfrm>
            <a:off x="6762575" y="-301"/>
            <a:ext cx="1924200" cy="460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rgbClr val="BDC1C6"/>
                </a:solidFill>
                <a:latin typeface="Arial"/>
                <a:ea typeface="Arial"/>
                <a:cs typeface="Arial"/>
                <a:sym typeface="Arial"/>
              </a:rPr>
              <a:t>Proprietary + Confidential</a:t>
            </a:r>
            <a:endParaRPr b="0" i="0" sz="600" u="none" cap="none" strike="noStrike">
              <a:solidFill>
                <a:srgbClr val="BDC1C6"/>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_Three columns 1">
  <p:cSld name="CUSTOM_3_2">
    <p:spTree>
      <p:nvGrpSpPr>
        <p:cNvPr id="128" name="Shape 128"/>
        <p:cNvGrpSpPr/>
        <p:nvPr/>
      </p:nvGrpSpPr>
      <p:grpSpPr>
        <a:xfrm>
          <a:off x="0" y="0"/>
          <a:ext cx="0" cy="0"/>
          <a:chOff x="0" y="0"/>
          <a:chExt cx="0" cy="0"/>
        </a:xfrm>
      </p:grpSpPr>
      <p:sp>
        <p:nvSpPr>
          <p:cNvPr id="129" name="Google Shape;129;p40"/>
          <p:cNvSpPr txBox="1"/>
          <p:nvPr>
            <p:ph type="title"/>
          </p:nvPr>
        </p:nvSpPr>
        <p:spPr>
          <a:xfrm>
            <a:off x="457175" y="460250"/>
            <a:ext cx="4077000" cy="999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sz="1800"/>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sp>
        <p:nvSpPr>
          <p:cNvPr id="130" name="Google Shape;130;p40"/>
          <p:cNvSpPr txBox="1"/>
          <p:nvPr>
            <p:ph idx="1" type="body"/>
          </p:nvPr>
        </p:nvSpPr>
        <p:spPr>
          <a:xfrm>
            <a:off x="457175" y="1536250"/>
            <a:ext cx="2688300" cy="31518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1" name="Google Shape;131;p40"/>
          <p:cNvSpPr txBox="1"/>
          <p:nvPr>
            <p:ph idx="2" type="body"/>
          </p:nvPr>
        </p:nvSpPr>
        <p:spPr>
          <a:xfrm>
            <a:off x="3227825" y="1536250"/>
            <a:ext cx="2688300" cy="31518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2" name="Google Shape;132;p40"/>
          <p:cNvSpPr txBox="1"/>
          <p:nvPr>
            <p:ph idx="3" type="body"/>
          </p:nvPr>
        </p:nvSpPr>
        <p:spPr>
          <a:xfrm>
            <a:off x="5998550" y="1536250"/>
            <a:ext cx="2688300" cy="31518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pic>
        <p:nvPicPr>
          <p:cNvPr id="133" name="Google Shape;133;p40"/>
          <p:cNvPicPr preferRelativeResize="0"/>
          <p:nvPr/>
        </p:nvPicPr>
        <p:blipFill rotWithShape="1">
          <a:blip r:embed="rId2">
            <a:alphaModFix/>
          </a:blip>
          <a:srcRect b="0" l="0" r="0" t="0"/>
          <a:stretch/>
        </p:blipFill>
        <p:spPr>
          <a:xfrm>
            <a:off x="8027650" y="4857963"/>
            <a:ext cx="659356" cy="115363"/>
          </a:xfrm>
          <a:prstGeom prst="rect">
            <a:avLst/>
          </a:prstGeom>
          <a:noFill/>
          <a:ln>
            <a:noFill/>
          </a:ln>
        </p:spPr>
      </p:pic>
      <p:sp>
        <p:nvSpPr>
          <p:cNvPr id="134" name="Google Shape;134;p40"/>
          <p:cNvSpPr txBox="1"/>
          <p:nvPr/>
        </p:nvSpPr>
        <p:spPr>
          <a:xfrm>
            <a:off x="6762575" y="-301"/>
            <a:ext cx="1924200" cy="460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rgbClr val="BDC1C6"/>
                </a:solidFill>
                <a:latin typeface="Arial"/>
                <a:ea typeface="Arial"/>
                <a:cs typeface="Arial"/>
                <a:sym typeface="Arial"/>
              </a:rPr>
              <a:t>Proprietary + Confidential</a:t>
            </a:r>
            <a:endParaRPr b="0" i="0" sz="600" u="none" cap="none" strike="noStrike">
              <a:solidFill>
                <a:srgbClr val="BDC1C6"/>
              </a:solidFill>
              <a:latin typeface="Arial"/>
              <a:ea typeface="Arial"/>
              <a:cs typeface="Arial"/>
              <a:sym typeface="Arial"/>
            </a:endParaRPr>
          </a:p>
        </p:txBody>
      </p:sp>
      <p:sp>
        <p:nvSpPr>
          <p:cNvPr id="135" name="Google Shape;135;p4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Content 7">
  <p:cSld name="CUSTOM_2_3">
    <p:spTree>
      <p:nvGrpSpPr>
        <p:cNvPr id="136" name="Shape 136"/>
        <p:cNvGrpSpPr/>
        <p:nvPr/>
      </p:nvGrpSpPr>
      <p:grpSpPr>
        <a:xfrm>
          <a:off x="0" y="0"/>
          <a:ext cx="0" cy="0"/>
          <a:chOff x="0" y="0"/>
          <a:chExt cx="0" cy="0"/>
        </a:xfrm>
      </p:grpSpPr>
      <p:sp>
        <p:nvSpPr>
          <p:cNvPr id="137" name="Google Shape;137;p41"/>
          <p:cNvSpPr txBox="1"/>
          <p:nvPr>
            <p:ph idx="1" type="body"/>
          </p:nvPr>
        </p:nvSpPr>
        <p:spPr>
          <a:xfrm>
            <a:off x="457175" y="1536250"/>
            <a:ext cx="4077000" cy="31518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8" name="Google Shape;138;p41"/>
          <p:cNvSpPr txBox="1"/>
          <p:nvPr>
            <p:ph type="title"/>
          </p:nvPr>
        </p:nvSpPr>
        <p:spPr>
          <a:xfrm>
            <a:off x="457175" y="460250"/>
            <a:ext cx="4077000" cy="999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sz="1800"/>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pic>
        <p:nvPicPr>
          <p:cNvPr id="139" name="Google Shape;139;p41"/>
          <p:cNvPicPr preferRelativeResize="0"/>
          <p:nvPr/>
        </p:nvPicPr>
        <p:blipFill rotWithShape="1">
          <a:blip r:embed="rId2">
            <a:alphaModFix/>
          </a:blip>
          <a:srcRect b="0" l="0" r="0" t="0"/>
          <a:stretch/>
        </p:blipFill>
        <p:spPr>
          <a:xfrm>
            <a:off x="8027650" y="4857963"/>
            <a:ext cx="659356" cy="115363"/>
          </a:xfrm>
          <a:prstGeom prst="rect">
            <a:avLst/>
          </a:prstGeom>
          <a:noFill/>
          <a:ln>
            <a:noFill/>
          </a:ln>
        </p:spPr>
      </p:pic>
      <p:sp>
        <p:nvSpPr>
          <p:cNvPr id="140" name="Google Shape;140;p41"/>
          <p:cNvSpPr txBox="1"/>
          <p:nvPr/>
        </p:nvSpPr>
        <p:spPr>
          <a:xfrm>
            <a:off x="6762575" y="-301"/>
            <a:ext cx="1924200" cy="460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rgbClr val="BDC1C6"/>
                </a:solidFill>
                <a:latin typeface="Arial"/>
                <a:ea typeface="Arial"/>
                <a:cs typeface="Arial"/>
                <a:sym typeface="Arial"/>
              </a:rPr>
              <a:t>Proprietary + Confidential</a:t>
            </a:r>
            <a:endParaRPr b="0" i="0" sz="600" u="none" cap="none" strike="noStrike">
              <a:solidFill>
                <a:srgbClr val="BDC1C6"/>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Blank">
  <p:cSld name="CUSTOM_4">
    <p:spTree>
      <p:nvGrpSpPr>
        <p:cNvPr id="141" name="Shape 141"/>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Quote">
  <p:cSld name="CUSTOM_3_1_1_1_1_1_2">
    <p:spTree>
      <p:nvGrpSpPr>
        <p:cNvPr id="142" name="Shape 142"/>
        <p:cNvGrpSpPr/>
        <p:nvPr/>
      </p:nvGrpSpPr>
      <p:grpSpPr>
        <a:xfrm>
          <a:off x="0" y="0"/>
          <a:ext cx="0" cy="0"/>
          <a:chOff x="0" y="0"/>
          <a:chExt cx="0" cy="0"/>
        </a:xfrm>
      </p:grpSpPr>
      <p:sp>
        <p:nvSpPr>
          <p:cNvPr id="143" name="Google Shape;143;p43"/>
          <p:cNvSpPr txBox="1"/>
          <p:nvPr>
            <p:ph type="title"/>
          </p:nvPr>
        </p:nvSpPr>
        <p:spPr>
          <a:xfrm>
            <a:off x="457200" y="1536250"/>
            <a:ext cx="6153900" cy="2075700"/>
          </a:xfrm>
          <a:prstGeom prst="rect">
            <a:avLst/>
          </a:prstGeom>
          <a:noFill/>
          <a:ln>
            <a:noFill/>
          </a:ln>
        </p:spPr>
        <p:txBody>
          <a:bodyPr anchorCtr="0" anchor="b" bIns="91425" lIns="91425" spcFirstLastPara="1" rIns="91425" wrap="square" tIns="91425">
            <a:normAutofit/>
          </a:bodyPr>
          <a:lstStyle>
            <a:lvl1pPr lvl="0" algn="l">
              <a:lnSpc>
                <a:spcPct val="125000"/>
              </a:lnSpc>
              <a:spcBef>
                <a:spcPts val="0"/>
              </a:spcBef>
              <a:spcAft>
                <a:spcPts val="0"/>
              </a:spcAft>
              <a:buSzPts val="2800"/>
              <a:buNone/>
              <a:defRPr sz="2400">
                <a:latin typeface="Arial"/>
                <a:ea typeface="Arial"/>
                <a:cs typeface="Arial"/>
                <a:sym typeface="Arial"/>
              </a:defRPr>
            </a:lvl1pPr>
            <a:lvl2pPr lvl="1" algn="l">
              <a:lnSpc>
                <a:spcPct val="125000"/>
              </a:lnSpc>
              <a:spcBef>
                <a:spcPts val="1000"/>
              </a:spcBef>
              <a:spcAft>
                <a:spcPts val="0"/>
              </a:spcAft>
              <a:buSzPts val="2800"/>
              <a:buNone/>
              <a:defRPr sz="2400">
                <a:latin typeface="Arial"/>
                <a:ea typeface="Arial"/>
                <a:cs typeface="Arial"/>
                <a:sym typeface="Arial"/>
              </a:defRPr>
            </a:lvl2pPr>
            <a:lvl3pPr lvl="2" algn="l">
              <a:lnSpc>
                <a:spcPct val="125000"/>
              </a:lnSpc>
              <a:spcBef>
                <a:spcPts val="1000"/>
              </a:spcBef>
              <a:spcAft>
                <a:spcPts val="0"/>
              </a:spcAft>
              <a:buSzPts val="2800"/>
              <a:buNone/>
              <a:defRPr sz="2400">
                <a:latin typeface="Arial"/>
                <a:ea typeface="Arial"/>
                <a:cs typeface="Arial"/>
                <a:sym typeface="Arial"/>
              </a:defRPr>
            </a:lvl3pPr>
            <a:lvl4pPr lvl="3" algn="l">
              <a:lnSpc>
                <a:spcPct val="125000"/>
              </a:lnSpc>
              <a:spcBef>
                <a:spcPts val="1000"/>
              </a:spcBef>
              <a:spcAft>
                <a:spcPts val="0"/>
              </a:spcAft>
              <a:buSzPts val="2800"/>
              <a:buNone/>
              <a:defRPr sz="2400">
                <a:latin typeface="Arial"/>
                <a:ea typeface="Arial"/>
                <a:cs typeface="Arial"/>
                <a:sym typeface="Arial"/>
              </a:defRPr>
            </a:lvl4pPr>
            <a:lvl5pPr lvl="4" algn="l">
              <a:lnSpc>
                <a:spcPct val="125000"/>
              </a:lnSpc>
              <a:spcBef>
                <a:spcPts val="1000"/>
              </a:spcBef>
              <a:spcAft>
                <a:spcPts val="0"/>
              </a:spcAft>
              <a:buSzPts val="2800"/>
              <a:buNone/>
              <a:defRPr sz="2400">
                <a:latin typeface="Arial"/>
                <a:ea typeface="Arial"/>
                <a:cs typeface="Arial"/>
                <a:sym typeface="Arial"/>
              </a:defRPr>
            </a:lvl5pPr>
            <a:lvl6pPr lvl="5" algn="l">
              <a:lnSpc>
                <a:spcPct val="125000"/>
              </a:lnSpc>
              <a:spcBef>
                <a:spcPts val="1000"/>
              </a:spcBef>
              <a:spcAft>
                <a:spcPts val="0"/>
              </a:spcAft>
              <a:buSzPts val="2800"/>
              <a:buNone/>
              <a:defRPr sz="2400">
                <a:latin typeface="Arial"/>
                <a:ea typeface="Arial"/>
                <a:cs typeface="Arial"/>
                <a:sym typeface="Arial"/>
              </a:defRPr>
            </a:lvl6pPr>
            <a:lvl7pPr lvl="6" algn="l">
              <a:lnSpc>
                <a:spcPct val="125000"/>
              </a:lnSpc>
              <a:spcBef>
                <a:spcPts val="1000"/>
              </a:spcBef>
              <a:spcAft>
                <a:spcPts val="0"/>
              </a:spcAft>
              <a:buSzPts val="2800"/>
              <a:buNone/>
              <a:defRPr sz="2400">
                <a:latin typeface="Arial"/>
                <a:ea typeface="Arial"/>
                <a:cs typeface="Arial"/>
                <a:sym typeface="Arial"/>
              </a:defRPr>
            </a:lvl7pPr>
            <a:lvl8pPr lvl="7" algn="l">
              <a:lnSpc>
                <a:spcPct val="125000"/>
              </a:lnSpc>
              <a:spcBef>
                <a:spcPts val="1000"/>
              </a:spcBef>
              <a:spcAft>
                <a:spcPts val="0"/>
              </a:spcAft>
              <a:buSzPts val="2800"/>
              <a:buNone/>
              <a:defRPr sz="2400">
                <a:latin typeface="Arial"/>
                <a:ea typeface="Arial"/>
                <a:cs typeface="Arial"/>
                <a:sym typeface="Arial"/>
              </a:defRPr>
            </a:lvl8pPr>
            <a:lvl9pPr lvl="8" algn="l">
              <a:lnSpc>
                <a:spcPct val="125000"/>
              </a:lnSpc>
              <a:spcBef>
                <a:spcPts val="1000"/>
              </a:spcBef>
              <a:spcAft>
                <a:spcPts val="1000"/>
              </a:spcAft>
              <a:buSzPts val="2800"/>
              <a:buNone/>
              <a:defRPr sz="2400">
                <a:latin typeface="Arial"/>
                <a:ea typeface="Arial"/>
                <a:cs typeface="Arial"/>
                <a:sym typeface="Arial"/>
              </a:defRPr>
            </a:lvl9pPr>
          </a:lstStyle>
          <a:p/>
        </p:txBody>
      </p:sp>
      <p:pic>
        <p:nvPicPr>
          <p:cNvPr id="144" name="Google Shape;144;p43"/>
          <p:cNvPicPr preferRelativeResize="0"/>
          <p:nvPr/>
        </p:nvPicPr>
        <p:blipFill rotWithShape="1">
          <a:blip r:embed="rId2">
            <a:alphaModFix/>
          </a:blip>
          <a:srcRect b="0" l="0" r="0" t="0"/>
          <a:stretch/>
        </p:blipFill>
        <p:spPr>
          <a:xfrm>
            <a:off x="8027650" y="4857963"/>
            <a:ext cx="659356" cy="115363"/>
          </a:xfrm>
          <a:prstGeom prst="rect">
            <a:avLst/>
          </a:prstGeom>
          <a:noFill/>
          <a:ln>
            <a:noFill/>
          </a:ln>
        </p:spPr>
      </p:pic>
      <p:sp>
        <p:nvSpPr>
          <p:cNvPr id="145" name="Google Shape;145;p43"/>
          <p:cNvSpPr txBox="1"/>
          <p:nvPr>
            <p:ph idx="1" type="subTitle"/>
          </p:nvPr>
        </p:nvSpPr>
        <p:spPr>
          <a:xfrm>
            <a:off x="457200" y="3688250"/>
            <a:ext cx="4076700" cy="999600"/>
          </a:xfrm>
          <a:prstGeom prst="rect">
            <a:avLst/>
          </a:prstGeom>
          <a:noFill/>
          <a:ln>
            <a:noFill/>
          </a:ln>
        </p:spPr>
        <p:txBody>
          <a:bodyPr anchorCtr="0" anchor="t" bIns="91425" lIns="91425" spcFirstLastPara="1" rIns="91425" wrap="square" tIns="91425">
            <a:normAutofit/>
          </a:bodyPr>
          <a:lstStyle>
            <a:lvl1pPr lvl="0" algn="l">
              <a:lnSpc>
                <a:spcPct val="150000"/>
              </a:lnSpc>
              <a:spcBef>
                <a:spcPts val="0"/>
              </a:spcBef>
              <a:spcAft>
                <a:spcPts val="0"/>
              </a:spcAft>
              <a:buSzPts val="1800"/>
              <a:buNone/>
              <a:defRPr/>
            </a:lvl1pPr>
            <a:lvl2pPr lvl="1" algn="l">
              <a:lnSpc>
                <a:spcPct val="150000"/>
              </a:lnSpc>
              <a:spcBef>
                <a:spcPts val="1200"/>
              </a:spcBef>
              <a:spcAft>
                <a:spcPts val="0"/>
              </a:spcAft>
              <a:buSzPts val="1400"/>
              <a:buNone/>
              <a:defRPr/>
            </a:lvl2pPr>
            <a:lvl3pPr lvl="2" algn="l">
              <a:lnSpc>
                <a:spcPct val="150000"/>
              </a:lnSpc>
              <a:spcBef>
                <a:spcPts val="1200"/>
              </a:spcBef>
              <a:spcAft>
                <a:spcPts val="0"/>
              </a:spcAft>
              <a:buSzPts val="1400"/>
              <a:buNone/>
              <a:defRPr/>
            </a:lvl3pPr>
            <a:lvl4pPr lvl="3" algn="l">
              <a:lnSpc>
                <a:spcPct val="150000"/>
              </a:lnSpc>
              <a:spcBef>
                <a:spcPts val="1200"/>
              </a:spcBef>
              <a:spcAft>
                <a:spcPts val="0"/>
              </a:spcAft>
              <a:buSzPts val="1400"/>
              <a:buNone/>
              <a:defRPr/>
            </a:lvl4pPr>
            <a:lvl5pPr lvl="4" algn="l">
              <a:lnSpc>
                <a:spcPct val="150000"/>
              </a:lnSpc>
              <a:spcBef>
                <a:spcPts val="1200"/>
              </a:spcBef>
              <a:spcAft>
                <a:spcPts val="0"/>
              </a:spcAft>
              <a:buSzPts val="1400"/>
              <a:buNone/>
              <a:defRPr/>
            </a:lvl5pPr>
            <a:lvl6pPr lvl="5" algn="l">
              <a:lnSpc>
                <a:spcPct val="150000"/>
              </a:lnSpc>
              <a:spcBef>
                <a:spcPts val="1200"/>
              </a:spcBef>
              <a:spcAft>
                <a:spcPts val="0"/>
              </a:spcAft>
              <a:buSzPts val="1400"/>
              <a:buNone/>
              <a:defRPr/>
            </a:lvl6pPr>
            <a:lvl7pPr lvl="6" algn="l">
              <a:lnSpc>
                <a:spcPct val="150000"/>
              </a:lnSpc>
              <a:spcBef>
                <a:spcPts val="1200"/>
              </a:spcBef>
              <a:spcAft>
                <a:spcPts val="0"/>
              </a:spcAft>
              <a:buSzPts val="1400"/>
              <a:buNone/>
              <a:defRPr/>
            </a:lvl7pPr>
            <a:lvl8pPr lvl="7" algn="l">
              <a:lnSpc>
                <a:spcPct val="150000"/>
              </a:lnSpc>
              <a:spcBef>
                <a:spcPts val="1200"/>
              </a:spcBef>
              <a:spcAft>
                <a:spcPts val="0"/>
              </a:spcAft>
              <a:buSzPts val="1400"/>
              <a:buNone/>
              <a:defRPr/>
            </a:lvl8pPr>
            <a:lvl9pPr lvl="8" algn="l">
              <a:lnSpc>
                <a:spcPct val="150000"/>
              </a:lnSpc>
              <a:spcBef>
                <a:spcPts val="1200"/>
              </a:spcBef>
              <a:spcAft>
                <a:spcPts val="1200"/>
              </a:spcAft>
              <a:buSzPts val="1400"/>
              <a:buNone/>
              <a:defRPr/>
            </a:lvl9pPr>
          </a:lstStyle>
          <a:p/>
        </p:txBody>
      </p:sp>
      <p:sp>
        <p:nvSpPr>
          <p:cNvPr id="146" name="Google Shape;146;p43"/>
          <p:cNvSpPr txBox="1"/>
          <p:nvPr/>
        </p:nvSpPr>
        <p:spPr>
          <a:xfrm>
            <a:off x="6762575" y="-301"/>
            <a:ext cx="1924200" cy="460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rgbClr val="BDC1C6"/>
                </a:solidFill>
                <a:latin typeface="Arial"/>
                <a:ea typeface="Arial"/>
                <a:cs typeface="Arial"/>
                <a:sym typeface="Arial"/>
              </a:rPr>
              <a:t>Proprietary + Confidential</a:t>
            </a:r>
            <a:endParaRPr b="0" i="0" sz="600" u="none" cap="none" strike="noStrike">
              <a:solidFill>
                <a:srgbClr val="BDC1C6"/>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_Break 1">
  <p:cSld name="CUSTOM_2_2_1">
    <p:spTree>
      <p:nvGrpSpPr>
        <p:cNvPr id="147" name="Shape 147"/>
        <p:cNvGrpSpPr/>
        <p:nvPr/>
      </p:nvGrpSpPr>
      <p:grpSpPr>
        <a:xfrm>
          <a:off x="0" y="0"/>
          <a:ext cx="0" cy="0"/>
          <a:chOff x="0" y="0"/>
          <a:chExt cx="0" cy="0"/>
        </a:xfrm>
      </p:grpSpPr>
      <p:sp>
        <p:nvSpPr>
          <p:cNvPr id="148" name="Google Shape;148;p44"/>
          <p:cNvSpPr txBox="1"/>
          <p:nvPr>
            <p:ph type="title"/>
          </p:nvPr>
        </p:nvSpPr>
        <p:spPr>
          <a:xfrm>
            <a:off x="761950" y="809375"/>
            <a:ext cx="5080200" cy="1762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800"/>
              <a:buNone/>
              <a:defRPr sz="3000"/>
            </a:lvl1pPr>
            <a:lvl2pPr lvl="1" algn="l">
              <a:lnSpc>
                <a:spcPct val="100000"/>
              </a:lnSpc>
              <a:spcBef>
                <a:spcPts val="0"/>
              </a:spcBef>
              <a:spcAft>
                <a:spcPts val="0"/>
              </a:spcAft>
              <a:buSzPts val="2800"/>
              <a:buNone/>
              <a:defRPr sz="3000"/>
            </a:lvl2pPr>
            <a:lvl3pPr lvl="2" algn="l">
              <a:lnSpc>
                <a:spcPct val="100000"/>
              </a:lnSpc>
              <a:spcBef>
                <a:spcPts val="0"/>
              </a:spcBef>
              <a:spcAft>
                <a:spcPts val="0"/>
              </a:spcAft>
              <a:buSzPts val="2800"/>
              <a:buNone/>
              <a:defRPr sz="3000"/>
            </a:lvl3pPr>
            <a:lvl4pPr lvl="3" algn="l">
              <a:lnSpc>
                <a:spcPct val="100000"/>
              </a:lnSpc>
              <a:spcBef>
                <a:spcPts val="0"/>
              </a:spcBef>
              <a:spcAft>
                <a:spcPts val="0"/>
              </a:spcAft>
              <a:buSzPts val="2800"/>
              <a:buNone/>
              <a:defRPr sz="3000"/>
            </a:lvl4pPr>
            <a:lvl5pPr lvl="4" algn="l">
              <a:lnSpc>
                <a:spcPct val="100000"/>
              </a:lnSpc>
              <a:spcBef>
                <a:spcPts val="0"/>
              </a:spcBef>
              <a:spcAft>
                <a:spcPts val="0"/>
              </a:spcAft>
              <a:buSzPts val="2800"/>
              <a:buNone/>
              <a:defRPr sz="3000"/>
            </a:lvl5pPr>
            <a:lvl6pPr lvl="5" algn="l">
              <a:lnSpc>
                <a:spcPct val="100000"/>
              </a:lnSpc>
              <a:spcBef>
                <a:spcPts val="0"/>
              </a:spcBef>
              <a:spcAft>
                <a:spcPts val="0"/>
              </a:spcAft>
              <a:buSzPts val="2800"/>
              <a:buNone/>
              <a:defRPr sz="3000"/>
            </a:lvl6pPr>
            <a:lvl7pPr lvl="6" algn="l">
              <a:lnSpc>
                <a:spcPct val="100000"/>
              </a:lnSpc>
              <a:spcBef>
                <a:spcPts val="0"/>
              </a:spcBef>
              <a:spcAft>
                <a:spcPts val="0"/>
              </a:spcAft>
              <a:buSzPts val="2800"/>
              <a:buNone/>
              <a:defRPr sz="3000"/>
            </a:lvl7pPr>
            <a:lvl8pPr lvl="7" algn="l">
              <a:lnSpc>
                <a:spcPct val="100000"/>
              </a:lnSpc>
              <a:spcBef>
                <a:spcPts val="0"/>
              </a:spcBef>
              <a:spcAft>
                <a:spcPts val="0"/>
              </a:spcAft>
              <a:buSzPts val="2800"/>
              <a:buNone/>
              <a:defRPr sz="3000"/>
            </a:lvl8pPr>
            <a:lvl9pPr lvl="8" algn="l">
              <a:lnSpc>
                <a:spcPct val="100000"/>
              </a:lnSpc>
              <a:spcBef>
                <a:spcPts val="0"/>
              </a:spcBef>
              <a:spcAft>
                <a:spcPts val="0"/>
              </a:spcAft>
              <a:buSzPts val="2800"/>
              <a:buNone/>
              <a:defRPr sz="3000"/>
            </a:lvl9pPr>
          </a:lstStyle>
          <a:p/>
        </p:txBody>
      </p:sp>
      <p:grpSp>
        <p:nvGrpSpPr>
          <p:cNvPr id="149" name="Google Shape;149;p44"/>
          <p:cNvGrpSpPr/>
          <p:nvPr/>
        </p:nvGrpSpPr>
        <p:grpSpPr>
          <a:xfrm>
            <a:off x="614120" y="4568626"/>
            <a:ext cx="1565658" cy="245350"/>
            <a:chOff x="614120" y="4568626"/>
            <a:chExt cx="1565658" cy="245350"/>
          </a:xfrm>
        </p:grpSpPr>
        <p:grpSp>
          <p:nvGrpSpPr>
            <p:cNvPr id="150" name="Google Shape;150;p44"/>
            <p:cNvGrpSpPr/>
            <p:nvPr/>
          </p:nvGrpSpPr>
          <p:grpSpPr>
            <a:xfrm>
              <a:off x="614120" y="4568626"/>
              <a:ext cx="290167" cy="233377"/>
              <a:chOff x="614120" y="4568626"/>
              <a:chExt cx="290167" cy="233377"/>
            </a:xfrm>
          </p:grpSpPr>
          <p:sp>
            <p:nvSpPr>
              <p:cNvPr id="151" name="Google Shape;151;p44"/>
              <p:cNvSpPr/>
              <p:nvPr/>
            </p:nvSpPr>
            <p:spPr>
              <a:xfrm>
                <a:off x="649563" y="4568626"/>
                <a:ext cx="184863" cy="83805"/>
              </a:xfrm>
              <a:custGeom>
                <a:rect b="b" l="l" r="r" t="t"/>
                <a:pathLst>
                  <a:path extrusionOk="0" h="12669" w="27946">
                    <a:moveTo>
                      <a:pt x="16372" y="0"/>
                    </a:moveTo>
                    <a:lnTo>
                      <a:pt x="14729" y="95"/>
                    </a:lnTo>
                    <a:lnTo>
                      <a:pt x="13098" y="345"/>
                    </a:lnTo>
                    <a:lnTo>
                      <a:pt x="11502" y="762"/>
                    </a:lnTo>
                    <a:lnTo>
                      <a:pt x="9942" y="1322"/>
                    </a:lnTo>
                    <a:lnTo>
                      <a:pt x="8430" y="2036"/>
                    </a:lnTo>
                    <a:lnTo>
                      <a:pt x="6989" y="2905"/>
                    </a:lnTo>
                    <a:lnTo>
                      <a:pt x="5620" y="3929"/>
                    </a:lnTo>
                    <a:lnTo>
                      <a:pt x="4334" y="5108"/>
                    </a:lnTo>
                    <a:lnTo>
                      <a:pt x="3739" y="5751"/>
                    </a:lnTo>
                    <a:lnTo>
                      <a:pt x="3405" y="6132"/>
                    </a:lnTo>
                    <a:lnTo>
                      <a:pt x="2798" y="6906"/>
                    </a:lnTo>
                    <a:lnTo>
                      <a:pt x="2227" y="7716"/>
                    </a:lnTo>
                    <a:lnTo>
                      <a:pt x="1703" y="8561"/>
                    </a:lnTo>
                    <a:lnTo>
                      <a:pt x="1238" y="9430"/>
                    </a:lnTo>
                    <a:lnTo>
                      <a:pt x="810" y="10335"/>
                    </a:lnTo>
                    <a:lnTo>
                      <a:pt x="453" y="11252"/>
                    </a:lnTo>
                    <a:lnTo>
                      <a:pt x="131" y="12192"/>
                    </a:lnTo>
                    <a:lnTo>
                      <a:pt x="0" y="12669"/>
                    </a:lnTo>
                    <a:lnTo>
                      <a:pt x="179" y="12573"/>
                    </a:lnTo>
                    <a:lnTo>
                      <a:pt x="595" y="12514"/>
                    </a:lnTo>
                    <a:lnTo>
                      <a:pt x="1203" y="12573"/>
                    </a:lnTo>
                    <a:lnTo>
                      <a:pt x="1310" y="12597"/>
                    </a:lnTo>
                    <a:lnTo>
                      <a:pt x="8930" y="11347"/>
                    </a:lnTo>
                    <a:lnTo>
                      <a:pt x="8978" y="11264"/>
                    </a:lnTo>
                    <a:lnTo>
                      <a:pt x="9252" y="10906"/>
                    </a:lnTo>
                    <a:lnTo>
                      <a:pt x="9442" y="10740"/>
                    </a:lnTo>
                    <a:lnTo>
                      <a:pt x="9526" y="10740"/>
                    </a:lnTo>
                    <a:lnTo>
                      <a:pt x="9847" y="10395"/>
                    </a:lnTo>
                    <a:lnTo>
                      <a:pt x="10538" y="9775"/>
                    </a:lnTo>
                    <a:lnTo>
                      <a:pt x="11276" y="9240"/>
                    </a:lnTo>
                    <a:lnTo>
                      <a:pt x="12050" y="8775"/>
                    </a:lnTo>
                    <a:lnTo>
                      <a:pt x="12847" y="8382"/>
                    </a:lnTo>
                    <a:lnTo>
                      <a:pt x="13681" y="8085"/>
                    </a:lnTo>
                    <a:lnTo>
                      <a:pt x="14538" y="7846"/>
                    </a:lnTo>
                    <a:lnTo>
                      <a:pt x="15407" y="7704"/>
                    </a:lnTo>
                    <a:lnTo>
                      <a:pt x="16289" y="7644"/>
                    </a:lnTo>
                    <a:lnTo>
                      <a:pt x="17170" y="7656"/>
                    </a:lnTo>
                    <a:lnTo>
                      <a:pt x="18039" y="7751"/>
                    </a:lnTo>
                    <a:lnTo>
                      <a:pt x="18908" y="7930"/>
                    </a:lnTo>
                    <a:lnTo>
                      <a:pt x="19765" y="8192"/>
                    </a:lnTo>
                    <a:lnTo>
                      <a:pt x="20599" y="8537"/>
                    </a:lnTo>
                    <a:lnTo>
                      <a:pt x="21408" y="8966"/>
                    </a:lnTo>
                    <a:lnTo>
                      <a:pt x="22182" y="9478"/>
                    </a:lnTo>
                    <a:lnTo>
                      <a:pt x="22551" y="9775"/>
                    </a:lnTo>
                    <a:lnTo>
                      <a:pt x="22551" y="9740"/>
                    </a:lnTo>
                    <a:lnTo>
                      <a:pt x="23956" y="9775"/>
                    </a:lnTo>
                    <a:lnTo>
                      <a:pt x="27767" y="5965"/>
                    </a:lnTo>
                    <a:lnTo>
                      <a:pt x="27945" y="4334"/>
                    </a:lnTo>
                    <a:lnTo>
                      <a:pt x="27267" y="3763"/>
                    </a:lnTo>
                    <a:lnTo>
                      <a:pt x="25862" y="2750"/>
                    </a:lnTo>
                    <a:lnTo>
                      <a:pt x="24385" y="1893"/>
                    </a:lnTo>
                    <a:lnTo>
                      <a:pt x="22849" y="1191"/>
                    </a:lnTo>
                    <a:lnTo>
                      <a:pt x="21266" y="655"/>
                    </a:lnTo>
                    <a:lnTo>
                      <a:pt x="19646" y="274"/>
                    </a:lnTo>
                    <a:lnTo>
                      <a:pt x="18015" y="60"/>
                    </a:lnTo>
                    <a:lnTo>
                      <a:pt x="16372"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44"/>
              <p:cNvSpPr/>
              <p:nvPr/>
            </p:nvSpPr>
            <p:spPr>
              <a:xfrm>
                <a:off x="752817" y="4597368"/>
                <a:ext cx="151470" cy="204556"/>
              </a:xfrm>
              <a:custGeom>
                <a:rect b="b" l="l" r="r" t="t"/>
                <a:pathLst>
                  <a:path extrusionOk="0" h="30923" w="22898">
                    <a:moveTo>
                      <a:pt x="12348" y="1"/>
                    </a:moveTo>
                    <a:lnTo>
                      <a:pt x="6942" y="5395"/>
                    </a:lnTo>
                    <a:lnTo>
                      <a:pt x="7359" y="5740"/>
                    </a:lnTo>
                    <a:lnTo>
                      <a:pt x="8109" y="6502"/>
                    </a:lnTo>
                    <a:lnTo>
                      <a:pt x="8764" y="7335"/>
                    </a:lnTo>
                    <a:lnTo>
                      <a:pt x="9324" y="8228"/>
                    </a:lnTo>
                    <a:lnTo>
                      <a:pt x="9788" y="9181"/>
                    </a:lnTo>
                    <a:lnTo>
                      <a:pt x="10133" y="10169"/>
                    </a:lnTo>
                    <a:lnTo>
                      <a:pt x="10372" y="11205"/>
                    </a:lnTo>
                    <a:lnTo>
                      <a:pt x="10491" y="12265"/>
                    </a:lnTo>
                    <a:lnTo>
                      <a:pt x="10503" y="12812"/>
                    </a:lnTo>
                    <a:lnTo>
                      <a:pt x="10503" y="13777"/>
                    </a:lnTo>
                    <a:lnTo>
                      <a:pt x="10991" y="13789"/>
                    </a:lnTo>
                    <a:lnTo>
                      <a:pt x="11920" y="13979"/>
                    </a:lnTo>
                    <a:lnTo>
                      <a:pt x="12777" y="14348"/>
                    </a:lnTo>
                    <a:lnTo>
                      <a:pt x="13539" y="14860"/>
                    </a:lnTo>
                    <a:lnTo>
                      <a:pt x="14182" y="15503"/>
                    </a:lnTo>
                    <a:lnTo>
                      <a:pt x="14694" y="16265"/>
                    </a:lnTo>
                    <a:lnTo>
                      <a:pt x="15051" y="17123"/>
                    </a:lnTo>
                    <a:lnTo>
                      <a:pt x="15241" y="18051"/>
                    </a:lnTo>
                    <a:lnTo>
                      <a:pt x="15265" y="18540"/>
                    </a:lnTo>
                    <a:lnTo>
                      <a:pt x="15241" y="19028"/>
                    </a:lnTo>
                    <a:lnTo>
                      <a:pt x="15051" y="19956"/>
                    </a:lnTo>
                    <a:lnTo>
                      <a:pt x="14694" y="20814"/>
                    </a:lnTo>
                    <a:lnTo>
                      <a:pt x="14182" y="21576"/>
                    </a:lnTo>
                    <a:lnTo>
                      <a:pt x="13539" y="22219"/>
                    </a:lnTo>
                    <a:lnTo>
                      <a:pt x="12777" y="22731"/>
                    </a:lnTo>
                    <a:lnTo>
                      <a:pt x="11920" y="23100"/>
                    </a:lnTo>
                    <a:lnTo>
                      <a:pt x="10991" y="23290"/>
                    </a:lnTo>
                    <a:lnTo>
                      <a:pt x="10503" y="23302"/>
                    </a:lnTo>
                    <a:lnTo>
                      <a:pt x="977" y="23302"/>
                    </a:lnTo>
                    <a:lnTo>
                      <a:pt x="1" y="24267"/>
                    </a:lnTo>
                    <a:lnTo>
                      <a:pt x="1" y="29958"/>
                    </a:lnTo>
                    <a:lnTo>
                      <a:pt x="977" y="30922"/>
                    </a:lnTo>
                    <a:lnTo>
                      <a:pt x="10503" y="30922"/>
                    </a:lnTo>
                    <a:lnTo>
                      <a:pt x="11134" y="30911"/>
                    </a:lnTo>
                    <a:lnTo>
                      <a:pt x="12384" y="30780"/>
                    </a:lnTo>
                    <a:lnTo>
                      <a:pt x="13598" y="30541"/>
                    </a:lnTo>
                    <a:lnTo>
                      <a:pt x="14765" y="30172"/>
                    </a:lnTo>
                    <a:lnTo>
                      <a:pt x="15873" y="29708"/>
                    </a:lnTo>
                    <a:lnTo>
                      <a:pt x="16932" y="29136"/>
                    </a:lnTo>
                    <a:lnTo>
                      <a:pt x="17921" y="28470"/>
                    </a:lnTo>
                    <a:lnTo>
                      <a:pt x="18837" y="27708"/>
                    </a:lnTo>
                    <a:lnTo>
                      <a:pt x="19671" y="26874"/>
                    </a:lnTo>
                    <a:lnTo>
                      <a:pt x="20433" y="25957"/>
                    </a:lnTo>
                    <a:lnTo>
                      <a:pt x="21100" y="24969"/>
                    </a:lnTo>
                    <a:lnTo>
                      <a:pt x="21671" y="23909"/>
                    </a:lnTo>
                    <a:lnTo>
                      <a:pt x="22147" y="22802"/>
                    </a:lnTo>
                    <a:lnTo>
                      <a:pt x="22505" y="21635"/>
                    </a:lnTo>
                    <a:lnTo>
                      <a:pt x="22755" y="20433"/>
                    </a:lnTo>
                    <a:lnTo>
                      <a:pt x="22886" y="19183"/>
                    </a:lnTo>
                    <a:lnTo>
                      <a:pt x="22898" y="18540"/>
                    </a:lnTo>
                    <a:lnTo>
                      <a:pt x="22886" y="17778"/>
                    </a:lnTo>
                    <a:lnTo>
                      <a:pt x="22695" y="16289"/>
                    </a:lnTo>
                    <a:lnTo>
                      <a:pt x="22338" y="14837"/>
                    </a:lnTo>
                    <a:lnTo>
                      <a:pt x="21802" y="13455"/>
                    </a:lnTo>
                    <a:lnTo>
                      <a:pt x="21112" y="12134"/>
                    </a:lnTo>
                    <a:lnTo>
                      <a:pt x="20266" y="10907"/>
                    </a:lnTo>
                    <a:lnTo>
                      <a:pt x="19278" y="9788"/>
                    </a:lnTo>
                    <a:lnTo>
                      <a:pt x="18147" y="8776"/>
                    </a:lnTo>
                    <a:lnTo>
                      <a:pt x="17528" y="8336"/>
                    </a:lnTo>
                    <a:lnTo>
                      <a:pt x="17349" y="7728"/>
                    </a:lnTo>
                    <a:lnTo>
                      <a:pt x="16944" y="6550"/>
                    </a:lnTo>
                    <a:lnTo>
                      <a:pt x="16444" y="5407"/>
                    </a:lnTo>
                    <a:lnTo>
                      <a:pt x="15861" y="4311"/>
                    </a:lnTo>
                    <a:lnTo>
                      <a:pt x="15206" y="3263"/>
                    </a:lnTo>
                    <a:lnTo>
                      <a:pt x="14479" y="2263"/>
                    </a:lnTo>
                    <a:lnTo>
                      <a:pt x="13682" y="1311"/>
                    </a:lnTo>
                    <a:lnTo>
                      <a:pt x="12813" y="418"/>
                    </a:lnTo>
                    <a:lnTo>
                      <a:pt x="1234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44"/>
              <p:cNvSpPr/>
              <p:nvPr/>
            </p:nvSpPr>
            <p:spPr>
              <a:xfrm>
                <a:off x="646726" y="4748673"/>
                <a:ext cx="112561" cy="53330"/>
              </a:xfrm>
              <a:custGeom>
                <a:rect b="b" l="l" r="r" t="t"/>
                <a:pathLst>
                  <a:path extrusionOk="0" h="8062" w="17016">
                    <a:moveTo>
                      <a:pt x="5513" y="1"/>
                    </a:moveTo>
                    <a:lnTo>
                      <a:pt x="4144" y="417"/>
                    </a:lnTo>
                    <a:lnTo>
                      <a:pt x="334" y="4227"/>
                    </a:lnTo>
                    <a:lnTo>
                      <a:pt x="0" y="5525"/>
                    </a:lnTo>
                    <a:lnTo>
                      <a:pt x="405" y="5823"/>
                    </a:lnTo>
                    <a:lnTo>
                      <a:pt x="1251" y="6359"/>
                    </a:lnTo>
                    <a:lnTo>
                      <a:pt x="2144" y="6835"/>
                    </a:lnTo>
                    <a:lnTo>
                      <a:pt x="3061" y="7228"/>
                    </a:lnTo>
                    <a:lnTo>
                      <a:pt x="4001" y="7549"/>
                    </a:lnTo>
                    <a:lnTo>
                      <a:pt x="4977" y="7799"/>
                    </a:lnTo>
                    <a:lnTo>
                      <a:pt x="5966" y="7966"/>
                    </a:lnTo>
                    <a:lnTo>
                      <a:pt x="6966" y="8049"/>
                    </a:lnTo>
                    <a:lnTo>
                      <a:pt x="7478" y="8061"/>
                    </a:lnTo>
                    <a:lnTo>
                      <a:pt x="17015" y="8061"/>
                    </a:lnTo>
                    <a:lnTo>
                      <a:pt x="17015" y="429"/>
                    </a:lnTo>
                    <a:lnTo>
                      <a:pt x="7478" y="429"/>
                    </a:lnTo>
                    <a:lnTo>
                      <a:pt x="6966" y="405"/>
                    </a:lnTo>
                    <a:lnTo>
                      <a:pt x="5978" y="191"/>
                    </a:lnTo>
                    <a:lnTo>
                      <a:pt x="551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44"/>
              <p:cNvSpPr/>
              <p:nvPr/>
            </p:nvSpPr>
            <p:spPr>
              <a:xfrm>
                <a:off x="614120" y="4638010"/>
                <a:ext cx="147290" cy="147376"/>
              </a:xfrm>
              <a:custGeom>
                <a:rect b="b" l="l" r="r" t="t"/>
                <a:pathLst>
                  <a:path extrusionOk="0" h="22279" w="22266">
                    <a:moveTo>
                      <a:pt x="12407" y="1"/>
                    </a:moveTo>
                    <a:lnTo>
                      <a:pt x="11764" y="13"/>
                    </a:lnTo>
                    <a:lnTo>
                      <a:pt x="10514" y="132"/>
                    </a:lnTo>
                    <a:lnTo>
                      <a:pt x="9299" y="382"/>
                    </a:lnTo>
                    <a:lnTo>
                      <a:pt x="8132" y="739"/>
                    </a:lnTo>
                    <a:lnTo>
                      <a:pt x="7025" y="1203"/>
                    </a:lnTo>
                    <a:lnTo>
                      <a:pt x="5965" y="1775"/>
                    </a:lnTo>
                    <a:lnTo>
                      <a:pt x="4977" y="2442"/>
                    </a:lnTo>
                    <a:lnTo>
                      <a:pt x="4060" y="3192"/>
                    </a:lnTo>
                    <a:lnTo>
                      <a:pt x="3215" y="4037"/>
                    </a:lnTo>
                    <a:lnTo>
                      <a:pt x="2465" y="4954"/>
                    </a:lnTo>
                    <a:lnTo>
                      <a:pt x="1798" y="5942"/>
                    </a:lnTo>
                    <a:lnTo>
                      <a:pt x="1226" y="6990"/>
                    </a:lnTo>
                    <a:lnTo>
                      <a:pt x="750" y="8097"/>
                    </a:lnTo>
                    <a:lnTo>
                      <a:pt x="393" y="9264"/>
                    </a:lnTo>
                    <a:lnTo>
                      <a:pt x="143" y="10479"/>
                    </a:lnTo>
                    <a:lnTo>
                      <a:pt x="12" y="11729"/>
                    </a:lnTo>
                    <a:lnTo>
                      <a:pt x="0" y="12360"/>
                    </a:lnTo>
                    <a:lnTo>
                      <a:pt x="12" y="13098"/>
                    </a:lnTo>
                    <a:lnTo>
                      <a:pt x="179" y="14527"/>
                    </a:lnTo>
                    <a:lnTo>
                      <a:pt x="512" y="15920"/>
                    </a:lnTo>
                    <a:lnTo>
                      <a:pt x="1000" y="17265"/>
                    </a:lnTo>
                    <a:lnTo>
                      <a:pt x="1631" y="18527"/>
                    </a:lnTo>
                    <a:lnTo>
                      <a:pt x="2405" y="19730"/>
                    </a:lnTo>
                    <a:lnTo>
                      <a:pt x="3310" y="20825"/>
                    </a:lnTo>
                    <a:lnTo>
                      <a:pt x="4358" y="21826"/>
                    </a:lnTo>
                    <a:lnTo>
                      <a:pt x="4929" y="22278"/>
                    </a:lnTo>
                    <a:lnTo>
                      <a:pt x="10454" y="16741"/>
                    </a:lnTo>
                    <a:lnTo>
                      <a:pt x="10014" y="16527"/>
                    </a:lnTo>
                    <a:lnTo>
                      <a:pt x="9240" y="15979"/>
                    </a:lnTo>
                    <a:lnTo>
                      <a:pt x="8609" y="15301"/>
                    </a:lnTo>
                    <a:lnTo>
                      <a:pt x="8120" y="14515"/>
                    </a:lnTo>
                    <a:lnTo>
                      <a:pt x="7799" y="13670"/>
                    </a:lnTo>
                    <a:lnTo>
                      <a:pt x="7644" y="12765"/>
                    </a:lnTo>
                    <a:lnTo>
                      <a:pt x="7656" y="11836"/>
                    </a:lnTo>
                    <a:lnTo>
                      <a:pt x="7870" y="10895"/>
                    </a:lnTo>
                    <a:lnTo>
                      <a:pt x="8061" y="10443"/>
                    </a:lnTo>
                    <a:lnTo>
                      <a:pt x="8275" y="10002"/>
                    </a:lnTo>
                    <a:lnTo>
                      <a:pt x="8823" y="9240"/>
                    </a:lnTo>
                    <a:lnTo>
                      <a:pt x="9502" y="8597"/>
                    </a:lnTo>
                    <a:lnTo>
                      <a:pt x="10276" y="8121"/>
                    </a:lnTo>
                    <a:lnTo>
                      <a:pt x="11133" y="7788"/>
                    </a:lnTo>
                    <a:lnTo>
                      <a:pt x="12038" y="7633"/>
                    </a:lnTo>
                    <a:lnTo>
                      <a:pt x="12967" y="7657"/>
                    </a:lnTo>
                    <a:lnTo>
                      <a:pt x="13895" y="7859"/>
                    </a:lnTo>
                    <a:lnTo>
                      <a:pt x="14348" y="8050"/>
                    </a:lnTo>
                    <a:lnTo>
                      <a:pt x="14741" y="8240"/>
                    </a:lnTo>
                    <a:lnTo>
                      <a:pt x="15455" y="8728"/>
                    </a:lnTo>
                    <a:lnTo>
                      <a:pt x="16062" y="9347"/>
                    </a:lnTo>
                    <a:lnTo>
                      <a:pt x="16562" y="10050"/>
                    </a:lnTo>
                    <a:lnTo>
                      <a:pt x="16753" y="10443"/>
                    </a:lnTo>
                    <a:lnTo>
                      <a:pt x="22266" y="4930"/>
                    </a:lnTo>
                    <a:lnTo>
                      <a:pt x="21825" y="4347"/>
                    </a:lnTo>
                    <a:lnTo>
                      <a:pt x="20825" y="3311"/>
                    </a:lnTo>
                    <a:lnTo>
                      <a:pt x="19730" y="2394"/>
                    </a:lnTo>
                    <a:lnTo>
                      <a:pt x="18539" y="1620"/>
                    </a:lnTo>
                    <a:lnTo>
                      <a:pt x="17277" y="989"/>
                    </a:lnTo>
                    <a:lnTo>
                      <a:pt x="15943" y="513"/>
                    </a:lnTo>
                    <a:lnTo>
                      <a:pt x="14550" y="179"/>
                    </a:lnTo>
                    <a:lnTo>
                      <a:pt x="13133" y="13"/>
                    </a:lnTo>
                    <a:lnTo>
                      <a:pt x="12407"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5" name="Google Shape;155;p44"/>
            <p:cNvGrpSpPr/>
            <p:nvPr/>
          </p:nvGrpSpPr>
          <p:grpSpPr>
            <a:xfrm>
              <a:off x="989660" y="4603434"/>
              <a:ext cx="1190118" cy="210542"/>
              <a:chOff x="989660" y="4603434"/>
              <a:chExt cx="1190118" cy="210542"/>
            </a:xfrm>
          </p:grpSpPr>
          <p:sp>
            <p:nvSpPr>
              <p:cNvPr id="156" name="Google Shape;156;p44"/>
              <p:cNvSpPr/>
              <p:nvPr/>
            </p:nvSpPr>
            <p:spPr>
              <a:xfrm>
                <a:off x="989660" y="4603434"/>
                <a:ext cx="646021" cy="210542"/>
              </a:xfrm>
              <a:custGeom>
                <a:rect b="b" l="l" r="r" t="t"/>
                <a:pathLst>
                  <a:path extrusionOk="0" h="31828" w="97660">
                    <a:moveTo>
                      <a:pt x="90813" y="11848"/>
                    </a:moveTo>
                    <a:lnTo>
                      <a:pt x="91289" y="11919"/>
                    </a:lnTo>
                    <a:lnTo>
                      <a:pt x="91754" y="12038"/>
                    </a:lnTo>
                    <a:lnTo>
                      <a:pt x="92194" y="12217"/>
                    </a:lnTo>
                    <a:lnTo>
                      <a:pt x="92409" y="12336"/>
                    </a:lnTo>
                    <a:lnTo>
                      <a:pt x="92599" y="12443"/>
                    </a:lnTo>
                    <a:lnTo>
                      <a:pt x="92933" y="12705"/>
                    </a:lnTo>
                    <a:lnTo>
                      <a:pt x="93206" y="13015"/>
                    </a:lnTo>
                    <a:lnTo>
                      <a:pt x="93433" y="13372"/>
                    </a:lnTo>
                    <a:lnTo>
                      <a:pt x="93528" y="13562"/>
                    </a:lnTo>
                    <a:lnTo>
                      <a:pt x="86408" y="16491"/>
                    </a:lnTo>
                    <a:lnTo>
                      <a:pt x="86396" y="16015"/>
                    </a:lnTo>
                    <a:lnTo>
                      <a:pt x="86539" y="15098"/>
                    </a:lnTo>
                    <a:lnTo>
                      <a:pt x="86860" y="14229"/>
                    </a:lnTo>
                    <a:lnTo>
                      <a:pt x="87372" y="13455"/>
                    </a:lnTo>
                    <a:lnTo>
                      <a:pt x="87694" y="13110"/>
                    </a:lnTo>
                    <a:lnTo>
                      <a:pt x="87979" y="12824"/>
                    </a:lnTo>
                    <a:lnTo>
                      <a:pt x="88646" y="12372"/>
                    </a:lnTo>
                    <a:lnTo>
                      <a:pt x="89372" y="12050"/>
                    </a:lnTo>
                    <a:lnTo>
                      <a:pt x="90158" y="11872"/>
                    </a:lnTo>
                    <a:lnTo>
                      <a:pt x="90563" y="11848"/>
                    </a:lnTo>
                    <a:close/>
                    <a:moveTo>
                      <a:pt x="32899" y="11907"/>
                    </a:moveTo>
                    <a:lnTo>
                      <a:pt x="33756" y="11931"/>
                    </a:lnTo>
                    <a:lnTo>
                      <a:pt x="34578" y="12110"/>
                    </a:lnTo>
                    <a:lnTo>
                      <a:pt x="35375" y="12443"/>
                    </a:lnTo>
                    <a:lnTo>
                      <a:pt x="36090" y="12943"/>
                    </a:lnTo>
                    <a:lnTo>
                      <a:pt x="36423" y="13265"/>
                    </a:lnTo>
                    <a:lnTo>
                      <a:pt x="36733" y="13646"/>
                    </a:lnTo>
                    <a:lnTo>
                      <a:pt x="37221" y="14467"/>
                    </a:lnTo>
                    <a:lnTo>
                      <a:pt x="37554" y="15348"/>
                    </a:lnTo>
                    <a:lnTo>
                      <a:pt x="37721" y="16265"/>
                    </a:lnTo>
                    <a:lnTo>
                      <a:pt x="37721" y="17194"/>
                    </a:lnTo>
                    <a:lnTo>
                      <a:pt x="37554" y="18111"/>
                    </a:lnTo>
                    <a:lnTo>
                      <a:pt x="37221" y="18992"/>
                    </a:lnTo>
                    <a:lnTo>
                      <a:pt x="36733" y="19801"/>
                    </a:lnTo>
                    <a:lnTo>
                      <a:pt x="36423" y="20182"/>
                    </a:lnTo>
                    <a:lnTo>
                      <a:pt x="36340" y="20266"/>
                    </a:lnTo>
                    <a:lnTo>
                      <a:pt x="36256" y="20349"/>
                    </a:lnTo>
                    <a:lnTo>
                      <a:pt x="35911" y="20647"/>
                    </a:lnTo>
                    <a:lnTo>
                      <a:pt x="35173" y="21099"/>
                    </a:lnTo>
                    <a:lnTo>
                      <a:pt x="34375" y="21397"/>
                    </a:lnTo>
                    <a:lnTo>
                      <a:pt x="33554" y="21540"/>
                    </a:lnTo>
                    <a:lnTo>
                      <a:pt x="32720" y="21516"/>
                    </a:lnTo>
                    <a:lnTo>
                      <a:pt x="31899" y="21326"/>
                    </a:lnTo>
                    <a:lnTo>
                      <a:pt x="31125" y="20992"/>
                    </a:lnTo>
                    <a:lnTo>
                      <a:pt x="30410" y="20492"/>
                    </a:lnTo>
                    <a:lnTo>
                      <a:pt x="30089" y="20182"/>
                    </a:lnTo>
                    <a:lnTo>
                      <a:pt x="30053" y="20182"/>
                    </a:lnTo>
                    <a:lnTo>
                      <a:pt x="29732" y="19801"/>
                    </a:lnTo>
                    <a:lnTo>
                      <a:pt x="29243" y="18980"/>
                    </a:lnTo>
                    <a:lnTo>
                      <a:pt x="28910" y="18099"/>
                    </a:lnTo>
                    <a:lnTo>
                      <a:pt x="28743" y="17182"/>
                    </a:lnTo>
                    <a:lnTo>
                      <a:pt x="28743" y="16253"/>
                    </a:lnTo>
                    <a:lnTo>
                      <a:pt x="28910" y="15336"/>
                    </a:lnTo>
                    <a:lnTo>
                      <a:pt x="29243" y="14455"/>
                    </a:lnTo>
                    <a:lnTo>
                      <a:pt x="29732" y="13634"/>
                    </a:lnTo>
                    <a:lnTo>
                      <a:pt x="30053" y="13265"/>
                    </a:lnTo>
                    <a:lnTo>
                      <a:pt x="30184" y="13134"/>
                    </a:lnTo>
                    <a:lnTo>
                      <a:pt x="30517" y="12824"/>
                    </a:lnTo>
                    <a:lnTo>
                      <a:pt x="31268" y="12360"/>
                    </a:lnTo>
                    <a:lnTo>
                      <a:pt x="32065" y="12050"/>
                    </a:lnTo>
                    <a:lnTo>
                      <a:pt x="32899" y="11907"/>
                    </a:lnTo>
                    <a:close/>
                    <a:moveTo>
                      <a:pt x="50318" y="11907"/>
                    </a:moveTo>
                    <a:lnTo>
                      <a:pt x="51164" y="11931"/>
                    </a:lnTo>
                    <a:lnTo>
                      <a:pt x="51997" y="12110"/>
                    </a:lnTo>
                    <a:lnTo>
                      <a:pt x="52783" y="12443"/>
                    </a:lnTo>
                    <a:lnTo>
                      <a:pt x="53509" y="12943"/>
                    </a:lnTo>
                    <a:lnTo>
                      <a:pt x="53831" y="13265"/>
                    </a:lnTo>
                    <a:lnTo>
                      <a:pt x="54152" y="13646"/>
                    </a:lnTo>
                    <a:lnTo>
                      <a:pt x="54641" y="14467"/>
                    </a:lnTo>
                    <a:lnTo>
                      <a:pt x="54974" y="15348"/>
                    </a:lnTo>
                    <a:lnTo>
                      <a:pt x="55129" y="16265"/>
                    </a:lnTo>
                    <a:lnTo>
                      <a:pt x="55129" y="17194"/>
                    </a:lnTo>
                    <a:lnTo>
                      <a:pt x="54974" y="18111"/>
                    </a:lnTo>
                    <a:lnTo>
                      <a:pt x="54641" y="18992"/>
                    </a:lnTo>
                    <a:lnTo>
                      <a:pt x="54152" y="19801"/>
                    </a:lnTo>
                    <a:lnTo>
                      <a:pt x="53831" y="20182"/>
                    </a:lnTo>
                    <a:lnTo>
                      <a:pt x="53759" y="20266"/>
                    </a:lnTo>
                    <a:lnTo>
                      <a:pt x="53664" y="20349"/>
                    </a:lnTo>
                    <a:lnTo>
                      <a:pt x="53331" y="20647"/>
                    </a:lnTo>
                    <a:lnTo>
                      <a:pt x="52593" y="21099"/>
                    </a:lnTo>
                    <a:lnTo>
                      <a:pt x="51795" y="21397"/>
                    </a:lnTo>
                    <a:lnTo>
                      <a:pt x="50961" y="21540"/>
                    </a:lnTo>
                    <a:lnTo>
                      <a:pt x="50128" y="21516"/>
                    </a:lnTo>
                    <a:lnTo>
                      <a:pt x="49306" y="21326"/>
                    </a:lnTo>
                    <a:lnTo>
                      <a:pt x="48532" y="20992"/>
                    </a:lnTo>
                    <a:lnTo>
                      <a:pt x="47818" y="20492"/>
                    </a:lnTo>
                    <a:lnTo>
                      <a:pt x="47508" y="20182"/>
                    </a:lnTo>
                    <a:lnTo>
                      <a:pt x="47461" y="20182"/>
                    </a:lnTo>
                    <a:lnTo>
                      <a:pt x="47139" y="19801"/>
                    </a:lnTo>
                    <a:lnTo>
                      <a:pt x="46651" y="18980"/>
                    </a:lnTo>
                    <a:lnTo>
                      <a:pt x="46318" y="18099"/>
                    </a:lnTo>
                    <a:lnTo>
                      <a:pt x="46163" y="17182"/>
                    </a:lnTo>
                    <a:lnTo>
                      <a:pt x="46163" y="16253"/>
                    </a:lnTo>
                    <a:lnTo>
                      <a:pt x="46318" y="15336"/>
                    </a:lnTo>
                    <a:lnTo>
                      <a:pt x="46651" y="14455"/>
                    </a:lnTo>
                    <a:lnTo>
                      <a:pt x="47139" y="13634"/>
                    </a:lnTo>
                    <a:lnTo>
                      <a:pt x="47461" y="13265"/>
                    </a:lnTo>
                    <a:lnTo>
                      <a:pt x="47592" y="13134"/>
                    </a:lnTo>
                    <a:lnTo>
                      <a:pt x="47937" y="12824"/>
                    </a:lnTo>
                    <a:lnTo>
                      <a:pt x="48675" y="12360"/>
                    </a:lnTo>
                    <a:lnTo>
                      <a:pt x="49485" y="12050"/>
                    </a:lnTo>
                    <a:lnTo>
                      <a:pt x="50318" y="11907"/>
                    </a:lnTo>
                    <a:close/>
                    <a:moveTo>
                      <a:pt x="68048" y="11907"/>
                    </a:moveTo>
                    <a:lnTo>
                      <a:pt x="68488" y="11919"/>
                    </a:lnTo>
                    <a:lnTo>
                      <a:pt x="69333" y="12098"/>
                    </a:lnTo>
                    <a:lnTo>
                      <a:pt x="70107" y="12455"/>
                    </a:lnTo>
                    <a:lnTo>
                      <a:pt x="70786" y="12967"/>
                    </a:lnTo>
                    <a:lnTo>
                      <a:pt x="71084" y="13289"/>
                    </a:lnTo>
                    <a:lnTo>
                      <a:pt x="71381" y="13658"/>
                    </a:lnTo>
                    <a:lnTo>
                      <a:pt x="71846" y="14479"/>
                    </a:lnTo>
                    <a:lnTo>
                      <a:pt x="72167" y="15360"/>
                    </a:lnTo>
                    <a:lnTo>
                      <a:pt x="72298" y="16289"/>
                    </a:lnTo>
                    <a:lnTo>
                      <a:pt x="72298" y="16765"/>
                    </a:lnTo>
                    <a:lnTo>
                      <a:pt x="72298" y="17230"/>
                    </a:lnTo>
                    <a:lnTo>
                      <a:pt x="72155" y="18146"/>
                    </a:lnTo>
                    <a:lnTo>
                      <a:pt x="71846" y="19016"/>
                    </a:lnTo>
                    <a:lnTo>
                      <a:pt x="71381" y="19813"/>
                    </a:lnTo>
                    <a:lnTo>
                      <a:pt x="71084" y="20182"/>
                    </a:lnTo>
                    <a:lnTo>
                      <a:pt x="70786" y="20504"/>
                    </a:lnTo>
                    <a:lnTo>
                      <a:pt x="70095" y="21028"/>
                    </a:lnTo>
                    <a:lnTo>
                      <a:pt x="69322" y="21373"/>
                    </a:lnTo>
                    <a:lnTo>
                      <a:pt x="68476" y="21552"/>
                    </a:lnTo>
                    <a:lnTo>
                      <a:pt x="68048" y="21552"/>
                    </a:lnTo>
                    <a:lnTo>
                      <a:pt x="67595" y="21540"/>
                    </a:lnTo>
                    <a:lnTo>
                      <a:pt x="66726" y="21361"/>
                    </a:lnTo>
                    <a:lnTo>
                      <a:pt x="65928" y="21016"/>
                    </a:lnTo>
                    <a:lnTo>
                      <a:pt x="65214" y="20504"/>
                    </a:lnTo>
                    <a:lnTo>
                      <a:pt x="64904" y="20182"/>
                    </a:lnTo>
                    <a:lnTo>
                      <a:pt x="64595" y="19825"/>
                    </a:lnTo>
                    <a:lnTo>
                      <a:pt x="64094" y="19028"/>
                    </a:lnTo>
                    <a:lnTo>
                      <a:pt x="63761" y="18158"/>
                    </a:lnTo>
                    <a:lnTo>
                      <a:pt x="63606" y="17230"/>
                    </a:lnTo>
                    <a:lnTo>
                      <a:pt x="63606" y="16765"/>
                    </a:lnTo>
                    <a:lnTo>
                      <a:pt x="63606" y="16277"/>
                    </a:lnTo>
                    <a:lnTo>
                      <a:pt x="63761" y="15348"/>
                    </a:lnTo>
                    <a:lnTo>
                      <a:pt x="64094" y="14455"/>
                    </a:lnTo>
                    <a:lnTo>
                      <a:pt x="64583" y="13658"/>
                    </a:lnTo>
                    <a:lnTo>
                      <a:pt x="64904" y="13289"/>
                    </a:lnTo>
                    <a:lnTo>
                      <a:pt x="65214" y="12967"/>
                    </a:lnTo>
                    <a:lnTo>
                      <a:pt x="65928" y="12455"/>
                    </a:lnTo>
                    <a:lnTo>
                      <a:pt x="66726" y="12098"/>
                    </a:lnTo>
                    <a:lnTo>
                      <a:pt x="67595" y="11919"/>
                    </a:lnTo>
                    <a:lnTo>
                      <a:pt x="68048" y="11907"/>
                    </a:lnTo>
                    <a:close/>
                    <a:moveTo>
                      <a:pt x="77763" y="822"/>
                    </a:moveTo>
                    <a:lnTo>
                      <a:pt x="77763" y="24219"/>
                    </a:lnTo>
                    <a:lnTo>
                      <a:pt x="81264" y="24219"/>
                    </a:lnTo>
                    <a:lnTo>
                      <a:pt x="81264" y="822"/>
                    </a:lnTo>
                    <a:close/>
                    <a:moveTo>
                      <a:pt x="32875" y="8788"/>
                    </a:moveTo>
                    <a:lnTo>
                      <a:pt x="32113" y="8859"/>
                    </a:lnTo>
                    <a:lnTo>
                      <a:pt x="31363" y="9002"/>
                    </a:lnTo>
                    <a:lnTo>
                      <a:pt x="30613" y="9216"/>
                    </a:lnTo>
                    <a:lnTo>
                      <a:pt x="29898" y="9502"/>
                    </a:lnTo>
                    <a:lnTo>
                      <a:pt x="29196" y="9859"/>
                    </a:lnTo>
                    <a:lnTo>
                      <a:pt x="28529" y="10288"/>
                    </a:lnTo>
                    <a:lnTo>
                      <a:pt x="27898" y="10776"/>
                    </a:lnTo>
                    <a:lnTo>
                      <a:pt x="27588" y="11062"/>
                    </a:lnTo>
                    <a:lnTo>
                      <a:pt x="27303" y="11360"/>
                    </a:lnTo>
                    <a:lnTo>
                      <a:pt x="26803" y="11991"/>
                    </a:lnTo>
                    <a:lnTo>
                      <a:pt x="26362" y="12657"/>
                    </a:lnTo>
                    <a:lnTo>
                      <a:pt x="26005" y="13360"/>
                    </a:lnTo>
                    <a:lnTo>
                      <a:pt x="25707" y="14086"/>
                    </a:lnTo>
                    <a:lnTo>
                      <a:pt x="25493" y="14825"/>
                    </a:lnTo>
                    <a:lnTo>
                      <a:pt x="25350" y="15587"/>
                    </a:lnTo>
                    <a:lnTo>
                      <a:pt x="25278" y="16349"/>
                    </a:lnTo>
                    <a:lnTo>
                      <a:pt x="25278" y="17122"/>
                    </a:lnTo>
                    <a:lnTo>
                      <a:pt x="25350" y="17885"/>
                    </a:lnTo>
                    <a:lnTo>
                      <a:pt x="25493" y="18647"/>
                    </a:lnTo>
                    <a:lnTo>
                      <a:pt x="25707" y="19385"/>
                    </a:lnTo>
                    <a:lnTo>
                      <a:pt x="26005" y="20111"/>
                    </a:lnTo>
                    <a:lnTo>
                      <a:pt x="26362" y="20814"/>
                    </a:lnTo>
                    <a:lnTo>
                      <a:pt x="26803" y="21480"/>
                    </a:lnTo>
                    <a:lnTo>
                      <a:pt x="27303" y="22111"/>
                    </a:lnTo>
                    <a:lnTo>
                      <a:pt x="27588" y="22421"/>
                    </a:lnTo>
                    <a:lnTo>
                      <a:pt x="27886" y="22695"/>
                    </a:lnTo>
                    <a:lnTo>
                      <a:pt x="28517" y="23195"/>
                    </a:lnTo>
                    <a:lnTo>
                      <a:pt x="29196" y="23624"/>
                    </a:lnTo>
                    <a:lnTo>
                      <a:pt x="29886" y="23969"/>
                    </a:lnTo>
                    <a:lnTo>
                      <a:pt x="30613" y="24255"/>
                    </a:lnTo>
                    <a:lnTo>
                      <a:pt x="31351" y="24469"/>
                    </a:lnTo>
                    <a:lnTo>
                      <a:pt x="32101" y="24612"/>
                    </a:lnTo>
                    <a:lnTo>
                      <a:pt x="32863" y="24683"/>
                    </a:lnTo>
                    <a:lnTo>
                      <a:pt x="33637" y="24683"/>
                    </a:lnTo>
                    <a:lnTo>
                      <a:pt x="34399" y="24612"/>
                    </a:lnTo>
                    <a:lnTo>
                      <a:pt x="35149" y="24469"/>
                    </a:lnTo>
                    <a:lnTo>
                      <a:pt x="35887" y="24255"/>
                    </a:lnTo>
                    <a:lnTo>
                      <a:pt x="36614" y="23969"/>
                    </a:lnTo>
                    <a:lnTo>
                      <a:pt x="37316" y="23624"/>
                    </a:lnTo>
                    <a:lnTo>
                      <a:pt x="37983" y="23195"/>
                    </a:lnTo>
                    <a:lnTo>
                      <a:pt x="38614" y="22695"/>
                    </a:lnTo>
                    <a:lnTo>
                      <a:pt x="38924" y="22421"/>
                    </a:lnTo>
                    <a:lnTo>
                      <a:pt x="39197" y="22111"/>
                    </a:lnTo>
                    <a:lnTo>
                      <a:pt x="39709" y="21480"/>
                    </a:lnTo>
                    <a:lnTo>
                      <a:pt x="40150" y="20814"/>
                    </a:lnTo>
                    <a:lnTo>
                      <a:pt x="40507" y="20111"/>
                    </a:lnTo>
                    <a:lnTo>
                      <a:pt x="40793" y="19385"/>
                    </a:lnTo>
                    <a:lnTo>
                      <a:pt x="41019" y="18647"/>
                    </a:lnTo>
                    <a:lnTo>
                      <a:pt x="41162" y="17885"/>
                    </a:lnTo>
                    <a:lnTo>
                      <a:pt x="41234" y="17122"/>
                    </a:lnTo>
                    <a:lnTo>
                      <a:pt x="41234" y="16349"/>
                    </a:lnTo>
                    <a:lnTo>
                      <a:pt x="41162" y="15587"/>
                    </a:lnTo>
                    <a:lnTo>
                      <a:pt x="41019" y="14825"/>
                    </a:lnTo>
                    <a:lnTo>
                      <a:pt x="40793" y="14086"/>
                    </a:lnTo>
                    <a:lnTo>
                      <a:pt x="40507" y="13360"/>
                    </a:lnTo>
                    <a:lnTo>
                      <a:pt x="40150" y="12657"/>
                    </a:lnTo>
                    <a:lnTo>
                      <a:pt x="39709" y="11991"/>
                    </a:lnTo>
                    <a:lnTo>
                      <a:pt x="39197" y="11360"/>
                    </a:lnTo>
                    <a:lnTo>
                      <a:pt x="38924" y="11062"/>
                    </a:lnTo>
                    <a:lnTo>
                      <a:pt x="38614" y="10776"/>
                    </a:lnTo>
                    <a:lnTo>
                      <a:pt x="37983" y="10288"/>
                    </a:lnTo>
                    <a:lnTo>
                      <a:pt x="37316" y="9859"/>
                    </a:lnTo>
                    <a:lnTo>
                      <a:pt x="36626" y="9502"/>
                    </a:lnTo>
                    <a:lnTo>
                      <a:pt x="35899" y="9216"/>
                    </a:lnTo>
                    <a:lnTo>
                      <a:pt x="35161" y="9002"/>
                    </a:lnTo>
                    <a:lnTo>
                      <a:pt x="34411" y="8859"/>
                    </a:lnTo>
                    <a:lnTo>
                      <a:pt x="33637" y="8788"/>
                    </a:lnTo>
                    <a:close/>
                    <a:moveTo>
                      <a:pt x="50306" y="8788"/>
                    </a:moveTo>
                    <a:lnTo>
                      <a:pt x="49544" y="8859"/>
                    </a:lnTo>
                    <a:lnTo>
                      <a:pt x="48782" y="9002"/>
                    </a:lnTo>
                    <a:lnTo>
                      <a:pt x="48044" y="9216"/>
                    </a:lnTo>
                    <a:lnTo>
                      <a:pt x="47318" y="9502"/>
                    </a:lnTo>
                    <a:lnTo>
                      <a:pt x="46627" y="9859"/>
                    </a:lnTo>
                    <a:lnTo>
                      <a:pt x="45960" y="10288"/>
                    </a:lnTo>
                    <a:lnTo>
                      <a:pt x="45318" y="10776"/>
                    </a:lnTo>
                    <a:lnTo>
                      <a:pt x="45020" y="11062"/>
                    </a:lnTo>
                    <a:lnTo>
                      <a:pt x="44734" y="11360"/>
                    </a:lnTo>
                    <a:lnTo>
                      <a:pt x="44222" y="11991"/>
                    </a:lnTo>
                    <a:lnTo>
                      <a:pt x="43793" y="12657"/>
                    </a:lnTo>
                    <a:lnTo>
                      <a:pt x="43424" y="13360"/>
                    </a:lnTo>
                    <a:lnTo>
                      <a:pt x="43139" y="14086"/>
                    </a:lnTo>
                    <a:lnTo>
                      <a:pt x="42924" y="14825"/>
                    </a:lnTo>
                    <a:lnTo>
                      <a:pt x="42781" y="15587"/>
                    </a:lnTo>
                    <a:lnTo>
                      <a:pt x="42710" y="16349"/>
                    </a:lnTo>
                    <a:lnTo>
                      <a:pt x="42710" y="17122"/>
                    </a:lnTo>
                    <a:lnTo>
                      <a:pt x="42781" y="17885"/>
                    </a:lnTo>
                    <a:lnTo>
                      <a:pt x="42924" y="18647"/>
                    </a:lnTo>
                    <a:lnTo>
                      <a:pt x="43139" y="19385"/>
                    </a:lnTo>
                    <a:lnTo>
                      <a:pt x="43424" y="20111"/>
                    </a:lnTo>
                    <a:lnTo>
                      <a:pt x="43793" y="20814"/>
                    </a:lnTo>
                    <a:lnTo>
                      <a:pt x="44222" y="21480"/>
                    </a:lnTo>
                    <a:lnTo>
                      <a:pt x="44734" y="22111"/>
                    </a:lnTo>
                    <a:lnTo>
                      <a:pt x="45020" y="22421"/>
                    </a:lnTo>
                    <a:lnTo>
                      <a:pt x="45318" y="22695"/>
                    </a:lnTo>
                    <a:lnTo>
                      <a:pt x="45949" y="23195"/>
                    </a:lnTo>
                    <a:lnTo>
                      <a:pt x="46615" y="23624"/>
                    </a:lnTo>
                    <a:lnTo>
                      <a:pt x="47318" y="23969"/>
                    </a:lnTo>
                    <a:lnTo>
                      <a:pt x="48032" y="24255"/>
                    </a:lnTo>
                    <a:lnTo>
                      <a:pt x="48782" y="24469"/>
                    </a:lnTo>
                    <a:lnTo>
                      <a:pt x="49533" y="24612"/>
                    </a:lnTo>
                    <a:lnTo>
                      <a:pt x="50295" y="24683"/>
                    </a:lnTo>
                    <a:lnTo>
                      <a:pt x="51057" y="24683"/>
                    </a:lnTo>
                    <a:lnTo>
                      <a:pt x="51819" y="24612"/>
                    </a:lnTo>
                    <a:lnTo>
                      <a:pt x="52581" y="24469"/>
                    </a:lnTo>
                    <a:lnTo>
                      <a:pt x="53319" y="24255"/>
                    </a:lnTo>
                    <a:lnTo>
                      <a:pt x="54045" y="23969"/>
                    </a:lnTo>
                    <a:lnTo>
                      <a:pt x="54736" y="23624"/>
                    </a:lnTo>
                    <a:lnTo>
                      <a:pt x="55414" y="23195"/>
                    </a:lnTo>
                    <a:lnTo>
                      <a:pt x="56046" y="22695"/>
                    </a:lnTo>
                    <a:lnTo>
                      <a:pt x="56343" y="22421"/>
                    </a:lnTo>
                    <a:lnTo>
                      <a:pt x="56629" y="22111"/>
                    </a:lnTo>
                    <a:lnTo>
                      <a:pt x="57129" y="21480"/>
                    </a:lnTo>
                    <a:lnTo>
                      <a:pt x="57570" y="20814"/>
                    </a:lnTo>
                    <a:lnTo>
                      <a:pt x="57927" y="20111"/>
                    </a:lnTo>
                    <a:lnTo>
                      <a:pt x="58213" y="19385"/>
                    </a:lnTo>
                    <a:lnTo>
                      <a:pt x="58439" y="18647"/>
                    </a:lnTo>
                    <a:lnTo>
                      <a:pt x="58582" y="17885"/>
                    </a:lnTo>
                    <a:lnTo>
                      <a:pt x="58653" y="17111"/>
                    </a:lnTo>
                    <a:lnTo>
                      <a:pt x="58653" y="16349"/>
                    </a:lnTo>
                    <a:lnTo>
                      <a:pt x="58582" y="15575"/>
                    </a:lnTo>
                    <a:lnTo>
                      <a:pt x="58439" y="14825"/>
                    </a:lnTo>
                    <a:lnTo>
                      <a:pt x="58213" y="14074"/>
                    </a:lnTo>
                    <a:lnTo>
                      <a:pt x="57927" y="13360"/>
                    </a:lnTo>
                    <a:lnTo>
                      <a:pt x="57570" y="12657"/>
                    </a:lnTo>
                    <a:lnTo>
                      <a:pt x="57129" y="11991"/>
                    </a:lnTo>
                    <a:lnTo>
                      <a:pt x="56629" y="11360"/>
                    </a:lnTo>
                    <a:lnTo>
                      <a:pt x="56343" y="11062"/>
                    </a:lnTo>
                    <a:lnTo>
                      <a:pt x="56046" y="10776"/>
                    </a:lnTo>
                    <a:lnTo>
                      <a:pt x="55414" y="10288"/>
                    </a:lnTo>
                    <a:lnTo>
                      <a:pt x="54748" y="9859"/>
                    </a:lnTo>
                    <a:lnTo>
                      <a:pt x="54045" y="9502"/>
                    </a:lnTo>
                    <a:lnTo>
                      <a:pt x="53331" y="9216"/>
                    </a:lnTo>
                    <a:lnTo>
                      <a:pt x="52593" y="9002"/>
                    </a:lnTo>
                    <a:lnTo>
                      <a:pt x="51831" y="8859"/>
                    </a:lnTo>
                    <a:lnTo>
                      <a:pt x="51068" y="8788"/>
                    </a:lnTo>
                    <a:close/>
                    <a:moveTo>
                      <a:pt x="11907" y="1"/>
                    </a:moveTo>
                    <a:lnTo>
                      <a:pt x="10681" y="108"/>
                    </a:lnTo>
                    <a:lnTo>
                      <a:pt x="9490" y="346"/>
                    </a:lnTo>
                    <a:lnTo>
                      <a:pt x="8311" y="691"/>
                    </a:lnTo>
                    <a:lnTo>
                      <a:pt x="7192" y="1156"/>
                    </a:lnTo>
                    <a:lnTo>
                      <a:pt x="6109" y="1727"/>
                    </a:lnTo>
                    <a:lnTo>
                      <a:pt x="5097" y="2406"/>
                    </a:lnTo>
                    <a:lnTo>
                      <a:pt x="4144" y="3192"/>
                    </a:lnTo>
                    <a:lnTo>
                      <a:pt x="3703" y="3632"/>
                    </a:lnTo>
                    <a:lnTo>
                      <a:pt x="3394" y="3942"/>
                    </a:lnTo>
                    <a:lnTo>
                      <a:pt x="2965" y="4406"/>
                    </a:lnTo>
                    <a:lnTo>
                      <a:pt x="2203" y="5371"/>
                    </a:lnTo>
                    <a:lnTo>
                      <a:pt x="1560" y="6383"/>
                    </a:lnTo>
                    <a:lnTo>
                      <a:pt x="1024" y="7454"/>
                    </a:lnTo>
                    <a:lnTo>
                      <a:pt x="608" y="8550"/>
                    </a:lnTo>
                    <a:lnTo>
                      <a:pt x="286" y="9681"/>
                    </a:lnTo>
                    <a:lnTo>
                      <a:pt x="96" y="10836"/>
                    </a:lnTo>
                    <a:lnTo>
                      <a:pt x="0" y="11991"/>
                    </a:lnTo>
                    <a:lnTo>
                      <a:pt x="24" y="13146"/>
                    </a:lnTo>
                    <a:lnTo>
                      <a:pt x="155" y="14301"/>
                    </a:lnTo>
                    <a:lnTo>
                      <a:pt x="393" y="15444"/>
                    </a:lnTo>
                    <a:lnTo>
                      <a:pt x="751" y="16563"/>
                    </a:lnTo>
                    <a:lnTo>
                      <a:pt x="1215" y="17646"/>
                    </a:lnTo>
                    <a:lnTo>
                      <a:pt x="1786" y="18682"/>
                    </a:lnTo>
                    <a:lnTo>
                      <a:pt x="2465" y="19682"/>
                    </a:lnTo>
                    <a:lnTo>
                      <a:pt x="3263" y="20623"/>
                    </a:lnTo>
                    <a:lnTo>
                      <a:pt x="3703" y="21064"/>
                    </a:lnTo>
                    <a:lnTo>
                      <a:pt x="4144" y="21492"/>
                    </a:lnTo>
                    <a:lnTo>
                      <a:pt x="5097" y="22278"/>
                    </a:lnTo>
                    <a:lnTo>
                      <a:pt x="6109" y="22969"/>
                    </a:lnTo>
                    <a:lnTo>
                      <a:pt x="7180" y="23540"/>
                    </a:lnTo>
                    <a:lnTo>
                      <a:pt x="8311" y="24005"/>
                    </a:lnTo>
                    <a:lnTo>
                      <a:pt x="9478" y="24350"/>
                    </a:lnTo>
                    <a:lnTo>
                      <a:pt x="10681" y="24576"/>
                    </a:lnTo>
                    <a:lnTo>
                      <a:pt x="11907" y="24695"/>
                    </a:lnTo>
                    <a:lnTo>
                      <a:pt x="12526" y="24695"/>
                    </a:lnTo>
                    <a:lnTo>
                      <a:pt x="13181" y="24683"/>
                    </a:lnTo>
                    <a:lnTo>
                      <a:pt x="14443" y="24576"/>
                    </a:lnTo>
                    <a:lnTo>
                      <a:pt x="15646" y="24362"/>
                    </a:lnTo>
                    <a:lnTo>
                      <a:pt x="16789" y="24028"/>
                    </a:lnTo>
                    <a:lnTo>
                      <a:pt x="17861" y="23588"/>
                    </a:lnTo>
                    <a:lnTo>
                      <a:pt x="18885" y="23040"/>
                    </a:lnTo>
                    <a:lnTo>
                      <a:pt x="19837" y="22385"/>
                    </a:lnTo>
                    <a:lnTo>
                      <a:pt x="20742" y="21623"/>
                    </a:lnTo>
                    <a:lnTo>
                      <a:pt x="21159" y="21195"/>
                    </a:lnTo>
                    <a:lnTo>
                      <a:pt x="21516" y="20825"/>
                    </a:lnTo>
                    <a:lnTo>
                      <a:pt x="22147" y="20028"/>
                    </a:lnTo>
                    <a:lnTo>
                      <a:pt x="22695" y="19170"/>
                    </a:lnTo>
                    <a:lnTo>
                      <a:pt x="23147" y="18242"/>
                    </a:lnTo>
                    <a:lnTo>
                      <a:pt x="23516" y="17253"/>
                    </a:lnTo>
                    <a:lnTo>
                      <a:pt x="23790" y="16206"/>
                    </a:lnTo>
                    <a:lnTo>
                      <a:pt x="23969" y="15086"/>
                    </a:lnTo>
                    <a:lnTo>
                      <a:pt x="24052" y="13908"/>
                    </a:lnTo>
                    <a:lnTo>
                      <a:pt x="24064" y="13289"/>
                    </a:lnTo>
                    <a:lnTo>
                      <a:pt x="24064" y="12753"/>
                    </a:lnTo>
                    <a:lnTo>
                      <a:pt x="23981" y="11705"/>
                    </a:lnTo>
                    <a:lnTo>
                      <a:pt x="23885" y="11181"/>
                    </a:lnTo>
                    <a:lnTo>
                      <a:pt x="12526" y="11181"/>
                    </a:lnTo>
                    <a:lnTo>
                      <a:pt x="12526" y="14574"/>
                    </a:lnTo>
                    <a:lnTo>
                      <a:pt x="20599" y="14574"/>
                    </a:lnTo>
                    <a:lnTo>
                      <a:pt x="20480" y="15265"/>
                    </a:lnTo>
                    <a:lnTo>
                      <a:pt x="20159" y="16491"/>
                    </a:lnTo>
                    <a:lnTo>
                      <a:pt x="19694" y="17563"/>
                    </a:lnTo>
                    <a:lnTo>
                      <a:pt x="19099" y="18456"/>
                    </a:lnTo>
                    <a:lnTo>
                      <a:pt x="18754" y="18825"/>
                    </a:lnTo>
                    <a:lnTo>
                      <a:pt x="18420" y="19135"/>
                    </a:lnTo>
                    <a:lnTo>
                      <a:pt x="17706" y="19682"/>
                    </a:lnTo>
                    <a:lnTo>
                      <a:pt x="16968" y="20147"/>
                    </a:lnTo>
                    <a:lnTo>
                      <a:pt x="16194" y="20540"/>
                    </a:lnTo>
                    <a:lnTo>
                      <a:pt x="15384" y="20849"/>
                    </a:lnTo>
                    <a:lnTo>
                      <a:pt x="14562" y="21075"/>
                    </a:lnTo>
                    <a:lnTo>
                      <a:pt x="13729" y="21230"/>
                    </a:lnTo>
                    <a:lnTo>
                      <a:pt x="12884" y="21302"/>
                    </a:lnTo>
                    <a:lnTo>
                      <a:pt x="12038" y="21290"/>
                    </a:lnTo>
                    <a:lnTo>
                      <a:pt x="11193" y="21195"/>
                    </a:lnTo>
                    <a:lnTo>
                      <a:pt x="10359" y="21028"/>
                    </a:lnTo>
                    <a:lnTo>
                      <a:pt x="9538" y="20778"/>
                    </a:lnTo>
                    <a:lnTo>
                      <a:pt x="8752" y="20456"/>
                    </a:lnTo>
                    <a:lnTo>
                      <a:pt x="7978" y="20052"/>
                    </a:lnTo>
                    <a:lnTo>
                      <a:pt x="7252" y="19563"/>
                    </a:lnTo>
                    <a:lnTo>
                      <a:pt x="6561" y="18992"/>
                    </a:lnTo>
                    <a:lnTo>
                      <a:pt x="6240" y="18682"/>
                    </a:lnTo>
                    <a:lnTo>
                      <a:pt x="5918" y="18349"/>
                    </a:lnTo>
                    <a:lnTo>
                      <a:pt x="5358" y="17634"/>
                    </a:lnTo>
                    <a:lnTo>
                      <a:pt x="4870" y="16884"/>
                    </a:lnTo>
                    <a:lnTo>
                      <a:pt x="4465" y="16099"/>
                    </a:lnTo>
                    <a:lnTo>
                      <a:pt x="4144" y="15289"/>
                    </a:lnTo>
                    <a:lnTo>
                      <a:pt x="3906" y="14455"/>
                    </a:lnTo>
                    <a:lnTo>
                      <a:pt x="3739" y="13610"/>
                    </a:lnTo>
                    <a:lnTo>
                      <a:pt x="3668" y="12753"/>
                    </a:lnTo>
                    <a:lnTo>
                      <a:pt x="3668" y="11895"/>
                    </a:lnTo>
                    <a:lnTo>
                      <a:pt x="3739" y="11038"/>
                    </a:lnTo>
                    <a:lnTo>
                      <a:pt x="3906" y="10193"/>
                    </a:lnTo>
                    <a:lnTo>
                      <a:pt x="4144" y="9359"/>
                    </a:lnTo>
                    <a:lnTo>
                      <a:pt x="4465" y="8550"/>
                    </a:lnTo>
                    <a:lnTo>
                      <a:pt x="4870" y="7764"/>
                    </a:lnTo>
                    <a:lnTo>
                      <a:pt x="5358" y="7014"/>
                    </a:lnTo>
                    <a:lnTo>
                      <a:pt x="5918" y="6299"/>
                    </a:lnTo>
                    <a:lnTo>
                      <a:pt x="6240" y="5966"/>
                    </a:lnTo>
                    <a:lnTo>
                      <a:pt x="6549" y="5656"/>
                    </a:lnTo>
                    <a:lnTo>
                      <a:pt x="7216" y="5085"/>
                    </a:lnTo>
                    <a:lnTo>
                      <a:pt x="7942" y="4585"/>
                    </a:lnTo>
                    <a:lnTo>
                      <a:pt x="8704" y="4180"/>
                    </a:lnTo>
                    <a:lnTo>
                      <a:pt x="9514" y="3835"/>
                    </a:lnTo>
                    <a:lnTo>
                      <a:pt x="10347" y="3585"/>
                    </a:lnTo>
                    <a:lnTo>
                      <a:pt x="11205" y="3430"/>
                    </a:lnTo>
                    <a:lnTo>
                      <a:pt x="12086" y="3347"/>
                    </a:lnTo>
                    <a:lnTo>
                      <a:pt x="12955" y="3347"/>
                    </a:lnTo>
                    <a:lnTo>
                      <a:pt x="13800" y="3418"/>
                    </a:lnTo>
                    <a:lnTo>
                      <a:pt x="14622" y="3573"/>
                    </a:lnTo>
                    <a:lnTo>
                      <a:pt x="15432" y="3811"/>
                    </a:lnTo>
                    <a:lnTo>
                      <a:pt x="16206" y="4120"/>
                    </a:lnTo>
                    <a:lnTo>
                      <a:pt x="16944" y="4501"/>
                    </a:lnTo>
                    <a:lnTo>
                      <a:pt x="17646" y="4966"/>
                    </a:lnTo>
                    <a:lnTo>
                      <a:pt x="18313" y="5490"/>
                    </a:lnTo>
                    <a:lnTo>
                      <a:pt x="18623" y="5775"/>
                    </a:lnTo>
                    <a:lnTo>
                      <a:pt x="21004" y="3394"/>
                    </a:lnTo>
                    <a:lnTo>
                      <a:pt x="20563" y="2989"/>
                    </a:lnTo>
                    <a:lnTo>
                      <a:pt x="19647" y="2251"/>
                    </a:lnTo>
                    <a:lnTo>
                      <a:pt x="18670" y="1608"/>
                    </a:lnTo>
                    <a:lnTo>
                      <a:pt x="17634" y="1072"/>
                    </a:lnTo>
                    <a:lnTo>
                      <a:pt x="16551" y="644"/>
                    </a:lnTo>
                    <a:lnTo>
                      <a:pt x="15432" y="322"/>
                    </a:lnTo>
                    <a:lnTo>
                      <a:pt x="14289" y="108"/>
                    </a:lnTo>
                    <a:lnTo>
                      <a:pt x="13122" y="1"/>
                    </a:lnTo>
                    <a:close/>
                    <a:moveTo>
                      <a:pt x="90111" y="8752"/>
                    </a:moveTo>
                    <a:lnTo>
                      <a:pt x="89372" y="8824"/>
                    </a:lnTo>
                    <a:lnTo>
                      <a:pt x="88646" y="8955"/>
                    </a:lnTo>
                    <a:lnTo>
                      <a:pt x="87932" y="9169"/>
                    </a:lnTo>
                    <a:lnTo>
                      <a:pt x="87253" y="9455"/>
                    </a:lnTo>
                    <a:lnTo>
                      <a:pt x="86598" y="9812"/>
                    </a:lnTo>
                    <a:lnTo>
                      <a:pt x="85991" y="10229"/>
                    </a:lnTo>
                    <a:lnTo>
                      <a:pt x="85419" y="10717"/>
                    </a:lnTo>
                    <a:lnTo>
                      <a:pt x="85157" y="10979"/>
                    </a:lnTo>
                    <a:lnTo>
                      <a:pt x="84884" y="11276"/>
                    </a:lnTo>
                    <a:lnTo>
                      <a:pt x="84407" y="11895"/>
                    </a:lnTo>
                    <a:lnTo>
                      <a:pt x="83979" y="12562"/>
                    </a:lnTo>
                    <a:lnTo>
                      <a:pt x="83633" y="13265"/>
                    </a:lnTo>
                    <a:lnTo>
                      <a:pt x="83348" y="13991"/>
                    </a:lnTo>
                    <a:lnTo>
                      <a:pt x="83145" y="14753"/>
                    </a:lnTo>
                    <a:lnTo>
                      <a:pt x="83014" y="15527"/>
                    </a:lnTo>
                    <a:lnTo>
                      <a:pt x="82967" y="16313"/>
                    </a:lnTo>
                    <a:lnTo>
                      <a:pt x="82979" y="16718"/>
                    </a:lnTo>
                    <a:lnTo>
                      <a:pt x="82967" y="17111"/>
                    </a:lnTo>
                    <a:lnTo>
                      <a:pt x="83038" y="17896"/>
                    </a:lnTo>
                    <a:lnTo>
                      <a:pt x="83169" y="18670"/>
                    </a:lnTo>
                    <a:lnTo>
                      <a:pt x="83383" y="19420"/>
                    </a:lnTo>
                    <a:lnTo>
                      <a:pt x="83669" y="20147"/>
                    </a:lnTo>
                    <a:lnTo>
                      <a:pt x="84026" y="20837"/>
                    </a:lnTo>
                    <a:lnTo>
                      <a:pt x="84467" y="21492"/>
                    </a:lnTo>
                    <a:lnTo>
                      <a:pt x="84955" y="22099"/>
                    </a:lnTo>
                    <a:lnTo>
                      <a:pt x="85241" y="22385"/>
                    </a:lnTo>
                    <a:lnTo>
                      <a:pt x="85515" y="22659"/>
                    </a:lnTo>
                    <a:lnTo>
                      <a:pt x="86122" y="23171"/>
                    </a:lnTo>
                    <a:lnTo>
                      <a:pt x="86765" y="23600"/>
                    </a:lnTo>
                    <a:lnTo>
                      <a:pt x="87444" y="23969"/>
                    </a:lnTo>
                    <a:lnTo>
                      <a:pt x="88158" y="24266"/>
                    </a:lnTo>
                    <a:lnTo>
                      <a:pt x="88908" y="24481"/>
                    </a:lnTo>
                    <a:lnTo>
                      <a:pt x="89670" y="24624"/>
                    </a:lnTo>
                    <a:lnTo>
                      <a:pt x="90456" y="24695"/>
                    </a:lnTo>
                    <a:lnTo>
                      <a:pt x="91385" y="24695"/>
                    </a:lnTo>
                    <a:lnTo>
                      <a:pt x="92444" y="24564"/>
                    </a:lnTo>
                    <a:lnTo>
                      <a:pt x="93468" y="24290"/>
                    </a:lnTo>
                    <a:lnTo>
                      <a:pt x="94445" y="23862"/>
                    </a:lnTo>
                    <a:lnTo>
                      <a:pt x="94909" y="23588"/>
                    </a:lnTo>
                    <a:lnTo>
                      <a:pt x="95278" y="23350"/>
                    </a:lnTo>
                    <a:lnTo>
                      <a:pt x="95981" y="22802"/>
                    </a:lnTo>
                    <a:lnTo>
                      <a:pt x="96624" y="22195"/>
                    </a:lnTo>
                    <a:lnTo>
                      <a:pt x="97207" y="21528"/>
                    </a:lnTo>
                    <a:lnTo>
                      <a:pt x="97469" y="21171"/>
                    </a:lnTo>
                    <a:lnTo>
                      <a:pt x="94766" y="19349"/>
                    </a:lnTo>
                    <a:lnTo>
                      <a:pt x="94600" y="19599"/>
                    </a:lnTo>
                    <a:lnTo>
                      <a:pt x="94242" y="20052"/>
                    </a:lnTo>
                    <a:lnTo>
                      <a:pt x="93814" y="20456"/>
                    </a:lnTo>
                    <a:lnTo>
                      <a:pt x="93361" y="20802"/>
                    </a:lnTo>
                    <a:lnTo>
                      <a:pt x="92849" y="21087"/>
                    </a:lnTo>
                    <a:lnTo>
                      <a:pt x="92313" y="21302"/>
                    </a:lnTo>
                    <a:lnTo>
                      <a:pt x="91754" y="21457"/>
                    </a:lnTo>
                    <a:lnTo>
                      <a:pt x="91170" y="21528"/>
                    </a:lnTo>
                    <a:lnTo>
                      <a:pt x="90873" y="21540"/>
                    </a:lnTo>
                    <a:lnTo>
                      <a:pt x="90563" y="21540"/>
                    </a:lnTo>
                    <a:lnTo>
                      <a:pt x="89956" y="21468"/>
                    </a:lnTo>
                    <a:lnTo>
                      <a:pt x="89372" y="21314"/>
                    </a:lnTo>
                    <a:lnTo>
                      <a:pt x="88825" y="21064"/>
                    </a:lnTo>
                    <a:lnTo>
                      <a:pt x="88313" y="20754"/>
                    </a:lnTo>
                    <a:lnTo>
                      <a:pt x="87860" y="20361"/>
                    </a:lnTo>
                    <a:lnTo>
                      <a:pt x="87467" y="19909"/>
                    </a:lnTo>
                    <a:lnTo>
                      <a:pt x="87134" y="19397"/>
                    </a:lnTo>
                    <a:lnTo>
                      <a:pt x="87003" y="19111"/>
                    </a:lnTo>
                    <a:lnTo>
                      <a:pt x="97660" y="14705"/>
                    </a:lnTo>
                    <a:lnTo>
                      <a:pt x="97302" y="13801"/>
                    </a:lnTo>
                    <a:lnTo>
                      <a:pt x="97136" y="13396"/>
                    </a:lnTo>
                    <a:lnTo>
                      <a:pt x="96743" y="12610"/>
                    </a:lnTo>
                    <a:lnTo>
                      <a:pt x="96517" y="12241"/>
                    </a:lnTo>
                    <a:lnTo>
                      <a:pt x="96231" y="11800"/>
                    </a:lnTo>
                    <a:lnTo>
                      <a:pt x="95588" y="11002"/>
                    </a:lnTo>
                    <a:lnTo>
                      <a:pt x="95219" y="10621"/>
                    </a:lnTo>
                    <a:lnTo>
                      <a:pt x="94992" y="10419"/>
                    </a:lnTo>
                    <a:lnTo>
                      <a:pt x="94516" y="10026"/>
                    </a:lnTo>
                    <a:lnTo>
                      <a:pt x="93992" y="9681"/>
                    </a:lnTo>
                    <a:lnTo>
                      <a:pt x="93456" y="9395"/>
                    </a:lnTo>
                    <a:lnTo>
                      <a:pt x="93171" y="9276"/>
                    </a:lnTo>
                    <a:lnTo>
                      <a:pt x="92849" y="9145"/>
                    </a:lnTo>
                    <a:lnTo>
                      <a:pt x="92194" y="8955"/>
                    </a:lnTo>
                    <a:lnTo>
                      <a:pt x="91516" y="8812"/>
                    </a:lnTo>
                    <a:lnTo>
                      <a:pt x="90837" y="8752"/>
                    </a:lnTo>
                    <a:close/>
                    <a:moveTo>
                      <a:pt x="67750" y="8764"/>
                    </a:moveTo>
                    <a:lnTo>
                      <a:pt x="67369" y="8776"/>
                    </a:lnTo>
                    <a:lnTo>
                      <a:pt x="66619" y="8847"/>
                    </a:lnTo>
                    <a:lnTo>
                      <a:pt x="65892" y="9002"/>
                    </a:lnTo>
                    <a:lnTo>
                      <a:pt x="65178" y="9228"/>
                    </a:lnTo>
                    <a:lnTo>
                      <a:pt x="64499" y="9538"/>
                    </a:lnTo>
                    <a:lnTo>
                      <a:pt x="63856" y="9895"/>
                    </a:lnTo>
                    <a:lnTo>
                      <a:pt x="63249" y="10336"/>
                    </a:lnTo>
                    <a:lnTo>
                      <a:pt x="62678" y="10824"/>
                    </a:lnTo>
                    <a:lnTo>
                      <a:pt x="62416" y="11098"/>
                    </a:lnTo>
                    <a:lnTo>
                      <a:pt x="62142" y="11395"/>
                    </a:lnTo>
                    <a:lnTo>
                      <a:pt x="61642" y="12003"/>
                    </a:lnTo>
                    <a:lnTo>
                      <a:pt x="61213" y="12657"/>
                    </a:lnTo>
                    <a:lnTo>
                      <a:pt x="60844" y="13348"/>
                    </a:lnTo>
                    <a:lnTo>
                      <a:pt x="60546" y="14062"/>
                    </a:lnTo>
                    <a:lnTo>
                      <a:pt x="60332" y="14813"/>
                    </a:lnTo>
                    <a:lnTo>
                      <a:pt x="60189" y="15587"/>
                    </a:lnTo>
                    <a:lnTo>
                      <a:pt x="60130" y="16360"/>
                    </a:lnTo>
                    <a:lnTo>
                      <a:pt x="60130" y="16753"/>
                    </a:lnTo>
                    <a:lnTo>
                      <a:pt x="60130" y="17158"/>
                    </a:lnTo>
                    <a:lnTo>
                      <a:pt x="60189" y="17932"/>
                    </a:lnTo>
                    <a:lnTo>
                      <a:pt x="60344" y="18706"/>
                    </a:lnTo>
                    <a:lnTo>
                      <a:pt x="60558" y="19444"/>
                    </a:lnTo>
                    <a:lnTo>
                      <a:pt x="60844" y="20159"/>
                    </a:lnTo>
                    <a:lnTo>
                      <a:pt x="61213" y="20849"/>
                    </a:lnTo>
                    <a:lnTo>
                      <a:pt x="61642" y="21492"/>
                    </a:lnTo>
                    <a:lnTo>
                      <a:pt x="62142" y="22088"/>
                    </a:lnTo>
                    <a:lnTo>
                      <a:pt x="62416" y="22373"/>
                    </a:lnTo>
                    <a:lnTo>
                      <a:pt x="62678" y="22647"/>
                    </a:lnTo>
                    <a:lnTo>
                      <a:pt x="63249" y="23135"/>
                    </a:lnTo>
                    <a:lnTo>
                      <a:pt x="63856" y="23576"/>
                    </a:lnTo>
                    <a:lnTo>
                      <a:pt x="64511" y="23933"/>
                    </a:lnTo>
                    <a:lnTo>
                      <a:pt x="65190" y="24231"/>
                    </a:lnTo>
                    <a:lnTo>
                      <a:pt x="65892" y="24457"/>
                    </a:lnTo>
                    <a:lnTo>
                      <a:pt x="66619" y="24612"/>
                    </a:lnTo>
                    <a:lnTo>
                      <a:pt x="67369" y="24683"/>
                    </a:lnTo>
                    <a:lnTo>
                      <a:pt x="67750" y="24695"/>
                    </a:lnTo>
                    <a:lnTo>
                      <a:pt x="68083" y="24683"/>
                    </a:lnTo>
                    <a:lnTo>
                      <a:pt x="68714" y="24636"/>
                    </a:lnTo>
                    <a:lnTo>
                      <a:pt x="69322" y="24517"/>
                    </a:lnTo>
                    <a:lnTo>
                      <a:pt x="69881" y="24350"/>
                    </a:lnTo>
                    <a:lnTo>
                      <a:pt x="70405" y="24124"/>
                    </a:lnTo>
                    <a:lnTo>
                      <a:pt x="70893" y="23838"/>
                    </a:lnTo>
                    <a:lnTo>
                      <a:pt x="71334" y="23493"/>
                    </a:lnTo>
                    <a:lnTo>
                      <a:pt x="71739" y="23100"/>
                    </a:lnTo>
                    <a:lnTo>
                      <a:pt x="71929" y="22873"/>
                    </a:lnTo>
                    <a:lnTo>
                      <a:pt x="72048" y="22873"/>
                    </a:lnTo>
                    <a:lnTo>
                      <a:pt x="72048" y="24016"/>
                    </a:lnTo>
                    <a:lnTo>
                      <a:pt x="72036" y="24576"/>
                    </a:lnTo>
                    <a:lnTo>
                      <a:pt x="71893" y="25576"/>
                    </a:lnTo>
                    <a:lnTo>
                      <a:pt x="71620" y="26445"/>
                    </a:lnTo>
                    <a:lnTo>
                      <a:pt x="71191" y="27172"/>
                    </a:lnTo>
                    <a:lnTo>
                      <a:pt x="70917" y="27493"/>
                    </a:lnTo>
                    <a:lnTo>
                      <a:pt x="70596" y="27791"/>
                    </a:lnTo>
                    <a:lnTo>
                      <a:pt x="69881" y="28255"/>
                    </a:lnTo>
                    <a:lnTo>
                      <a:pt x="69083" y="28565"/>
                    </a:lnTo>
                    <a:lnTo>
                      <a:pt x="68238" y="28708"/>
                    </a:lnTo>
                    <a:lnTo>
                      <a:pt x="67809" y="28696"/>
                    </a:lnTo>
                    <a:lnTo>
                      <a:pt x="67464" y="28696"/>
                    </a:lnTo>
                    <a:lnTo>
                      <a:pt x="66809" y="28589"/>
                    </a:lnTo>
                    <a:lnTo>
                      <a:pt x="66166" y="28374"/>
                    </a:lnTo>
                    <a:lnTo>
                      <a:pt x="65583" y="28053"/>
                    </a:lnTo>
                    <a:lnTo>
                      <a:pt x="65309" y="27850"/>
                    </a:lnTo>
                    <a:lnTo>
                      <a:pt x="65059" y="27636"/>
                    </a:lnTo>
                    <a:lnTo>
                      <a:pt x="64630" y="27184"/>
                    </a:lnTo>
                    <a:lnTo>
                      <a:pt x="64249" y="26684"/>
                    </a:lnTo>
                    <a:lnTo>
                      <a:pt x="63928" y="26136"/>
                    </a:lnTo>
                    <a:lnTo>
                      <a:pt x="63809" y="25850"/>
                    </a:lnTo>
                    <a:lnTo>
                      <a:pt x="60749" y="27112"/>
                    </a:lnTo>
                    <a:lnTo>
                      <a:pt x="60975" y="27600"/>
                    </a:lnTo>
                    <a:lnTo>
                      <a:pt x="61523" y="28517"/>
                    </a:lnTo>
                    <a:lnTo>
                      <a:pt x="62166" y="29339"/>
                    </a:lnTo>
                    <a:lnTo>
                      <a:pt x="62928" y="30077"/>
                    </a:lnTo>
                    <a:lnTo>
                      <a:pt x="63344" y="30410"/>
                    </a:lnTo>
                    <a:lnTo>
                      <a:pt x="63833" y="30756"/>
                    </a:lnTo>
                    <a:lnTo>
                      <a:pt x="64892" y="31303"/>
                    </a:lnTo>
                    <a:lnTo>
                      <a:pt x="66023" y="31660"/>
                    </a:lnTo>
                    <a:lnTo>
                      <a:pt x="67202" y="31827"/>
                    </a:lnTo>
                    <a:lnTo>
                      <a:pt x="68178" y="31827"/>
                    </a:lnTo>
                    <a:lnTo>
                      <a:pt x="68929" y="31780"/>
                    </a:lnTo>
                    <a:lnTo>
                      <a:pt x="69667" y="31660"/>
                    </a:lnTo>
                    <a:lnTo>
                      <a:pt x="70381" y="31470"/>
                    </a:lnTo>
                    <a:lnTo>
                      <a:pt x="71072" y="31196"/>
                    </a:lnTo>
                    <a:lnTo>
                      <a:pt x="71739" y="30875"/>
                    </a:lnTo>
                    <a:lnTo>
                      <a:pt x="72370" y="30470"/>
                    </a:lnTo>
                    <a:lnTo>
                      <a:pt x="72965" y="30005"/>
                    </a:lnTo>
                    <a:lnTo>
                      <a:pt x="73239" y="29755"/>
                    </a:lnTo>
                    <a:lnTo>
                      <a:pt x="73501" y="29493"/>
                    </a:lnTo>
                    <a:lnTo>
                      <a:pt x="73965" y="28910"/>
                    </a:lnTo>
                    <a:lnTo>
                      <a:pt x="74358" y="28267"/>
                    </a:lnTo>
                    <a:lnTo>
                      <a:pt x="74691" y="27553"/>
                    </a:lnTo>
                    <a:lnTo>
                      <a:pt x="74965" y="26767"/>
                    </a:lnTo>
                    <a:lnTo>
                      <a:pt x="75156" y="25933"/>
                    </a:lnTo>
                    <a:lnTo>
                      <a:pt x="75299" y="25017"/>
                    </a:lnTo>
                    <a:lnTo>
                      <a:pt x="75358" y="24040"/>
                    </a:lnTo>
                    <a:lnTo>
                      <a:pt x="75370" y="23528"/>
                    </a:lnTo>
                    <a:lnTo>
                      <a:pt x="75370" y="9240"/>
                    </a:lnTo>
                    <a:lnTo>
                      <a:pt x="72048" y="9240"/>
                    </a:lnTo>
                    <a:lnTo>
                      <a:pt x="72048" y="10538"/>
                    </a:lnTo>
                    <a:lnTo>
                      <a:pt x="71929" y="10538"/>
                    </a:lnTo>
                    <a:lnTo>
                      <a:pt x="71750" y="10336"/>
                    </a:lnTo>
                    <a:lnTo>
                      <a:pt x="71358" y="9967"/>
                    </a:lnTo>
                    <a:lnTo>
                      <a:pt x="70917" y="9645"/>
                    </a:lnTo>
                    <a:lnTo>
                      <a:pt x="70453" y="9383"/>
                    </a:lnTo>
                    <a:lnTo>
                      <a:pt x="70203" y="9276"/>
                    </a:lnTo>
                    <a:lnTo>
                      <a:pt x="69905" y="9145"/>
                    </a:lnTo>
                    <a:lnTo>
                      <a:pt x="69310" y="8955"/>
                    </a:lnTo>
                    <a:lnTo>
                      <a:pt x="68690" y="8824"/>
                    </a:lnTo>
                    <a:lnTo>
                      <a:pt x="68059" y="8764"/>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7" name="Google Shape;157;p44"/>
              <p:cNvGrpSpPr/>
              <p:nvPr/>
            </p:nvGrpSpPr>
            <p:grpSpPr>
              <a:xfrm>
                <a:off x="1682774" y="4617610"/>
                <a:ext cx="497004" cy="149188"/>
                <a:chOff x="1682774" y="4617610"/>
                <a:chExt cx="497004" cy="149188"/>
              </a:xfrm>
            </p:grpSpPr>
            <p:sp>
              <p:nvSpPr>
                <p:cNvPr id="158" name="Google Shape;158;p44"/>
                <p:cNvSpPr/>
                <p:nvPr/>
              </p:nvSpPr>
              <p:spPr>
                <a:xfrm>
                  <a:off x="1682774" y="4617610"/>
                  <a:ext cx="130752" cy="149188"/>
                </a:xfrm>
                <a:custGeom>
                  <a:rect b="b" l="l" r="r" t="t"/>
                  <a:pathLst>
                    <a:path extrusionOk="0" h="22553" w="19766">
                      <a:moveTo>
                        <a:pt x="10765" y="1"/>
                      </a:moveTo>
                      <a:lnTo>
                        <a:pt x="10193" y="25"/>
                      </a:lnTo>
                      <a:lnTo>
                        <a:pt x="9086" y="156"/>
                      </a:lnTo>
                      <a:lnTo>
                        <a:pt x="8014" y="406"/>
                      </a:lnTo>
                      <a:lnTo>
                        <a:pt x="6978" y="751"/>
                      </a:lnTo>
                      <a:lnTo>
                        <a:pt x="6002" y="1192"/>
                      </a:lnTo>
                      <a:lnTo>
                        <a:pt x="5085" y="1715"/>
                      </a:lnTo>
                      <a:lnTo>
                        <a:pt x="4216" y="2335"/>
                      </a:lnTo>
                      <a:lnTo>
                        <a:pt x="3418" y="3025"/>
                      </a:lnTo>
                      <a:lnTo>
                        <a:pt x="2692" y="3787"/>
                      </a:lnTo>
                      <a:lnTo>
                        <a:pt x="2037" y="4621"/>
                      </a:lnTo>
                      <a:lnTo>
                        <a:pt x="1453" y="5514"/>
                      </a:lnTo>
                      <a:lnTo>
                        <a:pt x="977" y="6466"/>
                      </a:lnTo>
                      <a:lnTo>
                        <a:pt x="572" y="7466"/>
                      </a:lnTo>
                      <a:lnTo>
                        <a:pt x="275" y="8502"/>
                      </a:lnTo>
                      <a:lnTo>
                        <a:pt x="84" y="9586"/>
                      </a:lnTo>
                      <a:lnTo>
                        <a:pt x="1" y="10693"/>
                      </a:lnTo>
                      <a:lnTo>
                        <a:pt x="1" y="11265"/>
                      </a:lnTo>
                      <a:lnTo>
                        <a:pt x="1" y="11729"/>
                      </a:lnTo>
                      <a:lnTo>
                        <a:pt x="13" y="12300"/>
                      </a:lnTo>
                      <a:lnTo>
                        <a:pt x="144" y="13408"/>
                      </a:lnTo>
                      <a:lnTo>
                        <a:pt x="382" y="14479"/>
                      </a:lnTo>
                      <a:lnTo>
                        <a:pt x="727" y="15503"/>
                      </a:lnTo>
                      <a:lnTo>
                        <a:pt x="1168" y="16480"/>
                      </a:lnTo>
                      <a:lnTo>
                        <a:pt x="1692" y="17408"/>
                      </a:lnTo>
                      <a:lnTo>
                        <a:pt x="2299" y="18278"/>
                      </a:lnTo>
                      <a:lnTo>
                        <a:pt x="2977" y="19087"/>
                      </a:lnTo>
                      <a:lnTo>
                        <a:pt x="3740" y="19814"/>
                      </a:lnTo>
                      <a:lnTo>
                        <a:pt x="4573" y="20480"/>
                      </a:lnTo>
                      <a:lnTo>
                        <a:pt x="5466" y="21052"/>
                      </a:lnTo>
                      <a:lnTo>
                        <a:pt x="6407" y="21552"/>
                      </a:lnTo>
                      <a:lnTo>
                        <a:pt x="7407" y="21945"/>
                      </a:lnTo>
                      <a:lnTo>
                        <a:pt x="8443" y="22254"/>
                      </a:lnTo>
                      <a:lnTo>
                        <a:pt x="9526" y="22457"/>
                      </a:lnTo>
                      <a:lnTo>
                        <a:pt x="10634" y="22552"/>
                      </a:lnTo>
                      <a:lnTo>
                        <a:pt x="11205" y="22552"/>
                      </a:lnTo>
                      <a:lnTo>
                        <a:pt x="11836" y="22540"/>
                      </a:lnTo>
                      <a:lnTo>
                        <a:pt x="13074" y="22409"/>
                      </a:lnTo>
                      <a:lnTo>
                        <a:pt x="14301" y="22147"/>
                      </a:lnTo>
                      <a:lnTo>
                        <a:pt x="15480" y="21742"/>
                      </a:lnTo>
                      <a:lnTo>
                        <a:pt x="16063" y="21492"/>
                      </a:lnTo>
                      <a:lnTo>
                        <a:pt x="16587" y="21242"/>
                      </a:lnTo>
                      <a:lnTo>
                        <a:pt x="17599" y="20647"/>
                      </a:lnTo>
                      <a:lnTo>
                        <a:pt x="18528" y="19933"/>
                      </a:lnTo>
                      <a:lnTo>
                        <a:pt x="19373" y="19123"/>
                      </a:lnTo>
                      <a:lnTo>
                        <a:pt x="19766" y="18682"/>
                      </a:lnTo>
                      <a:lnTo>
                        <a:pt x="17825" y="16742"/>
                      </a:lnTo>
                      <a:lnTo>
                        <a:pt x="17516" y="17111"/>
                      </a:lnTo>
                      <a:lnTo>
                        <a:pt x="16837" y="17789"/>
                      </a:lnTo>
                      <a:lnTo>
                        <a:pt x="16087" y="18373"/>
                      </a:lnTo>
                      <a:lnTo>
                        <a:pt x="15289" y="18873"/>
                      </a:lnTo>
                      <a:lnTo>
                        <a:pt x="14432" y="19278"/>
                      </a:lnTo>
                      <a:lnTo>
                        <a:pt x="13551" y="19587"/>
                      </a:lnTo>
                      <a:lnTo>
                        <a:pt x="12622" y="19790"/>
                      </a:lnTo>
                      <a:lnTo>
                        <a:pt x="11669" y="19897"/>
                      </a:lnTo>
                      <a:lnTo>
                        <a:pt x="10776" y="19897"/>
                      </a:lnTo>
                      <a:lnTo>
                        <a:pt x="9943" y="19837"/>
                      </a:lnTo>
                      <a:lnTo>
                        <a:pt x="9133" y="19683"/>
                      </a:lnTo>
                      <a:lnTo>
                        <a:pt x="8347" y="19468"/>
                      </a:lnTo>
                      <a:lnTo>
                        <a:pt x="7585" y="19159"/>
                      </a:lnTo>
                      <a:lnTo>
                        <a:pt x="6871" y="18778"/>
                      </a:lnTo>
                      <a:lnTo>
                        <a:pt x="6180" y="18325"/>
                      </a:lnTo>
                      <a:lnTo>
                        <a:pt x="5537" y="17813"/>
                      </a:lnTo>
                      <a:lnTo>
                        <a:pt x="5240" y="17516"/>
                      </a:lnTo>
                      <a:lnTo>
                        <a:pt x="4942" y="17218"/>
                      </a:lnTo>
                      <a:lnTo>
                        <a:pt x="4406" y="16575"/>
                      </a:lnTo>
                      <a:lnTo>
                        <a:pt x="3954" y="15884"/>
                      </a:lnTo>
                      <a:lnTo>
                        <a:pt x="3573" y="15158"/>
                      </a:lnTo>
                      <a:lnTo>
                        <a:pt x="3275" y="14372"/>
                      </a:lnTo>
                      <a:lnTo>
                        <a:pt x="3049" y="13551"/>
                      </a:lnTo>
                      <a:lnTo>
                        <a:pt x="2894" y="12682"/>
                      </a:lnTo>
                      <a:lnTo>
                        <a:pt x="2823" y="11765"/>
                      </a:lnTo>
                      <a:lnTo>
                        <a:pt x="2811" y="11288"/>
                      </a:lnTo>
                      <a:lnTo>
                        <a:pt x="2823" y="10800"/>
                      </a:lnTo>
                      <a:lnTo>
                        <a:pt x="2894" y="9883"/>
                      </a:lnTo>
                      <a:lnTo>
                        <a:pt x="3049" y="9014"/>
                      </a:lnTo>
                      <a:lnTo>
                        <a:pt x="3275" y="8193"/>
                      </a:lnTo>
                      <a:lnTo>
                        <a:pt x="3585" y="7407"/>
                      </a:lnTo>
                      <a:lnTo>
                        <a:pt x="3954" y="6681"/>
                      </a:lnTo>
                      <a:lnTo>
                        <a:pt x="4418" y="5990"/>
                      </a:lnTo>
                      <a:lnTo>
                        <a:pt x="4942" y="5347"/>
                      </a:lnTo>
                      <a:lnTo>
                        <a:pt x="5240" y="5049"/>
                      </a:lnTo>
                      <a:lnTo>
                        <a:pt x="5537" y="4752"/>
                      </a:lnTo>
                      <a:lnTo>
                        <a:pt x="6180" y="4240"/>
                      </a:lnTo>
                      <a:lnTo>
                        <a:pt x="6871" y="3787"/>
                      </a:lnTo>
                      <a:lnTo>
                        <a:pt x="7597" y="3406"/>
                      </a:lnTo>
                      <a:lnTo>
                        <a:pt x="8359" y="3097"/>
                      </a:lnTo>
                      <a:lnTo>
                        <a:pt x="9145" y="2882"/>
                      </a:lnTo>
                      <a:lnTo>
                        <a:pt x="9955" y="2728"/>
                      </a:lnTo>
                      <a:lnTo>
                        <a:pt x="10776" y="2668"/>
                      </a:lnTo>
                      <a:lnTo>
                        <a:pt x="11193" y="2668"/>
                      </a:lnTo>
                      <a:lnTo>
                        <a:pt x="11622" y="2656"/>
                      </a:lnTo>
                      <a:lnTo>
                        <a:pt x="12479" y="2716"/>
                      </a:lnTo>
                      <a:lnTo>
                        <a:pt x="13324" y="2882"/>
                      </a:lnTo>
                      <a:lnTo>
                        <a:pt x="14134" y="3144"/>
                      </a:lnTo>
                      <a:lnTo>
                        <a:pt x="14896" y="3501"/>
                      </a:lnTo>
                      <a:lnTo>
                        <a:pt x="15622" y="3942"/>
                      </a:lnTo>
                      <a:lnTo>
                        <a:pt x="16301" y="4466"/>
                      </a:lnTo>
                      <a:lnTo>
                        <a:pt x="16908" y="5073"/>
                      </a:lnTo>
                      <a:lnTo>
                        <a:pt x="17194" y="5407"/>
                      </a:lnTo>
                      <a:lnTo>
                        <a:pt x="19123" y="3525"/>
                      </a:lnTo>
                      <a:lnTo>
                        <a:pt x="18742" y="3097"/>
                      </a:lnTo>
                      <a:lnTo>
                        <a:pt x="17920" y="2323"/>
                      </a:lnTo>
                      <a:lnTo>
                        <a:pt x="17027" y="1656"/>
                      </a:lnTo>
                      <a:lnTo>
                        <a:pt x="16075" y="1096"/>
                      </a:lnTo>
                      <a:lnTo>
                        <a:pt x="15051" y="644"/>
                      </a:lnTo>
                      <a:lnTo>
                        <a:pt x="13991" y="311"/>
                      </a:lnTo>
                      <a:lnTo>
                        <a:pt x="12896" y="84"/>
                      </a:lnTo>
                      <a:lnTo>
                        <a:pt x="11777"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44"/>
                <p:cNvSpPr/>
                <p:nvPr/>
              </p:nvSpPr>
              <p:spPr>
                <a:xfrm>
                  <a:off x="1829746" y="4620765"/>
                  <a:ext cx="18363" cy="142798"/>
                </a:xfrm>
                <a:custGeom>
                  <a:rect b="b" l="l" r="r" t="t"/>
                  <a:pathLst>
                    <a:path extrusionOk="0" h="21587" w="2776">
                      <a:moveTo>
                        <a:pt x="1" y="0"/>
                      </a:moveTo>
                      <a:lnTo>
                        <a:pt x="1" y="21587"/>
                      </a:lnTo>
                      <a:lnTo>
                        <a:pt x="2775" y="21587"/>
                      </a:lnTo>
                      <a:lnTo>
                        <a:pt x="2775"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44"/>
                <p:cNvSpPr/>
                <p:nvPr/>
              </p:nvSpPr>
              <p:spPr>
                <a:xfrm>
                  <a:off x="1863853" y="4662664"/>
                  <a:ext cx="100588" cy="104054"/>
                </a:xfrm>
                <a:custGeom>
                  <a:rect b="b" l="l" r="r" t="t"/>
                  <a:pathLst>
                    <a:path extrusionOk="0" h="15730" w="15206">
                      <a:moveTo>
                        <a:pt x="7287" y="2537"/>
                      </a:moveTo>
                      <a:lnTo>
                        <a:pt x="8180" y="2560"/>
                      </a:lnTo>
                      <a:lnTo>
                        <a:pt x="9061" y="2763"/>
                      </a:lnTo>
                      <a:lnTo>
                        <a:pt x="9895" y="3120"/>
                      </a:lnTo>
                      <a:lnTo>
                        <a:pt x="10657" y="3656"/>
                      </a:lnTo>
                      <a:lnTo>
                        <a:pt x="10990" y="4001"/>
                      </a:lnTo>
                      <a:lnTo>
                        <a:pt x="11348" y="4394"/>
                      </a:lnTo>
                      <a:lnTo>
                        <a:pt x="11919" y="5299"/>
                      </a:lnTo>
                      <a:lnTo>
                        <a:pt x="12288" y="6287"/>
                      </a:lnTo>
                      <a:lnTo>
                        <a:pt x="12455" y="7335"/>
                      </a:lnTo>
                      <a:lnTo>
                        <a:pt x="12455" y="7871"/>
                      </a:lnTo>
                      <a:lnTo>
                        <a:pt x="12455" y="8395"/>
                      </a:lnTo>
                      <a:lnTo>
                        <a:pt x="12288" y="9442"/>
                      </a:lnTo>
                      <a:lnTo>
                        <a:pt x="11907" y="10431"/>
                      </a:lnTo>
                      <a:lnTo>
                        <a:pt x="11348" y="11336"/>
                      </a:lnTo>
                      <a:lnTo>
                        <a:pt x="10990" y="11740"/>
                      </a:lnTo>
                      <a:lnTo>
                        <a:pt x="10895" y="11836"/>
                      </a:lnTo>
                      <a:lnTo>
                        <a:pt x="10800" y="11931"/>
                      </a:lnTo>
                      <a:lnTo>
                        <a:pt x="10443" y="12241"/>
                      </a:lnTo>
                      <a:lnTo>
                        <a:pt x="9645" y="12729"/>
                      </a:lnTo>
                      <a:lnTo>
                        <a:pt x="8800" y="13050"/>
                      </a:lnTo>
                      <a:lnTo>
                        <a:pt x="7907" y="13193"/>
                      </a:lnTo>
                      <a:lnTo>
                        <a:pt x="7013" y="13169"/>
                      </a:lnTo>
                      <a:lnTo>
                        <a:pt x="6144" y="12967"/>
                      </a:lnTo>
                      <a:lnTo>
                        <a:pt x="5311" y="12610"/>
                      </a:lnTo>
                      <a:lnTo>
                        <a:pt x="4549" y="12074"/>
                      </a:lnTo>
                      <a:lnTo>
                        <a:pt x="4204" y="11740"/>
                      </a:lnTo>
                      <a:lnTo>
                        <a:pt x="3858" y="11336"/>
                      </a:lnTo>
                      <a:lnTo>
                        <a:pt x="3299" y="10431"/>
                      </a:lnTo>
                      <a:lnTo>
                        <a:pt x="2918" y="9442"/>
                      </a:lnTo>
                      <a:lnTo>
                        <a:pt x="2751" y="8395"/>
                      </a:lnTo>
                      <a:lnTo>
                        <a:pt x="2751" y="7871"/>
                      </a:lnTo>
                      <a:lnTo>
                        <a:pt x="2739" y="7335"/>
                      </a:lnTo>
                      <a:lnTo>
                        <a:pt x="2918" y="6287"/>
                      </a:lnTo>
                      <a:lnTo>
                        <a:pt x="3287" y="5299"/>
                      </a:lnTo>
                      <a:lnTo>
                        <a:pt x="3846" y="4394"/>
                      </a:lnTo>
                      <a:lnTo>
                        <a:pt x="4204" y="4001"/>
                      </a:lnTo>
                      <a:lnTo>
                        <a:pt x="4299" y="3894"/>
                      </a:lnTo>
                      <a:lnTo>
                        <a:pt x="4406" y="3799"/>
                      </a:lnTo>
                      <a:lnTo>
                        <a:pt x="4763" y="3489"/>
                      </a:lnTo>
                      <a:lnTo>
                        <a:pt x="5549" y="3001"/>
                      </a:lnTo>
                      <a:lnTo>
                        <a:pt x="6406" y="2680"/>
                      </a:lnTo>
                      <a:lnTo>
                        <a:pt x="7287" y="2537"/>
                      </a:lnTo>
                      <a:close/>
                      <a:moveTo>
                        <a:pt x="7240" y="1"/>
                      </a:moveTo>
                      <a:lnTo>
                        <a:pt x="6502" y="72"/>
                      </a:lnTo>
                      <a:lnTo>
                        <a:pt x="5775" y="215"/>
                      </a:lnTo>
                      <a:lnTo>
                        <a:pt x="5061" y="417"/>
                      </a:lnTo>
                      <a:lnTo>
                        <a:pt x="4358" y="703"/>
                      </a:lnTo>
                      <a:lnTo>
                        <a:pt x="3692" y="1048"/>
                      </a:lnTo>
                      <a:lnTo>
                        <a:pt x="3049" y="1477"/>
                      </a:lnTo>
                      <a:lnTo>
                        <a:pt x="2441" y="1965"/>
                      </a:lnTo>
                      <a:lnTo>
                        <a:pt x="2156" y="2239"/>
                      </a:lnTo>
                      <a:lnTo>
                        <a:pt x="1882" y="2525"/>
                      </a:lnTo>
                      <a:lnTo>
                        <a:pt x="1405" y="3144"/>
                      </a:lnTo>
                      <a:lnTo>
                        <a:pt x="1001" y="3799"/>
                      </a:lnTo>
                      <a:lnTo>
                        <a:pt x="655" y="4489"/>
                      </a:lnTo>
                      <a:lnTo>
                        <a:pt x="381" y="5204"/>
                      </a:lnTo>
                      <a:lnTo>
                        <a:pt x="191" y="5942"/>
                      </a:lnTo>
                      <a:lnTo>
                        <a:pt x="60" y="6704"/>
                      </a:lnTo>
                      <a:lnTo>
                        <a:pt x="0" y="7478"/>
                      </a:lnTo>
                      <a:lnTo>
                        <a:pt x="12" y="7871"/>
                      </a:lnTo>
                      <a:lnTo>
                        <a:pt x="0" y="8252"/>
                      </a:lnTo>
                      <a:lnTo>
                        <a:pt x="60" y="9026"/>
                      </a:lnTo>
                      <a:lnTo>
                        <a:pt x="191" y="9788"/>
                      </a:lnTo>
                      <a:lnTo>
                        <a:pt x="393" y="10526"/>
                      </a:lnTo>
                      <a:lnTo>
                        <a:pt x="667" y="11240"/>
                      </a:lnTo>
                      <a:lnTo>
                        <a:pt x="1012" y="11931"/>
                      </a:lnTo>
                      <a:lnTo>
                        <a:pt x="1417" y="12586"/>
                      </a:lnTo>
                      <a:lnTo>
                        <a:pt x="1894" y="13205"/>
                      </a:lnTo>
                      <a:lnTo>
                        <a:pt x="2156" y="13491"/>
                      </a:lnTo>
                      <a:lnTo>
                        <a:pt x="2441" y="13765"/>
                      </a:lnTo>
                      <a:lnTo>
                        <a:pt x="3049" y="14253"/>
                      </a:lnTo>
                      <a:lnTo>
                        <a:pt x="3692" y="14681"/>
                      </a:lnTo>
                      <a:lnTo>
                        <a:pt x="4358" y="15027"/>
                      </a:lnTo>
                      <a:lnTo>
                        <a:pt x="5061" y="15312"/>
                      </a:lnTo>
                      <a:lnTo>
                        <a:pt x="5775" y="15515"/>
                      </a:lnTo>
                      <a:lnTo>
                        <a:pt x="6502" y="15658"/>
                      </a:lnTo>
                      <a:lnTo>
                        <a:pt x="7240" y="15729"/>
                      </a:lnTo>
                      <a:lnTo>
                        <a:pt x="7978" y="15729"/>
                      </a:lnTo>
                      <a:lnTo>
                        <a:pt x="8716" y="15658"/>
                      </a:lnTo>
                      <a:lnTo>
                        <a:pt x="9442" y="15515"/>
                      </a:lnTo>
                      <a:lnTo>
                        <a:pt x="10157" y="15312"/>
                      </a:lnTo>
                      <a:lnTo>
                        <a:pt x="10859" y="15027"/>
                      </a:lnTo>
                      <a:lnTo>
                        <a:pt x="11526" y="14681"/>
                      </a:lnTo>
                      <a:lnTo>
                        <a:pt x="12169" y="14253"/>
                      </a:lnTo>
                      <a:lnTo>
                        <a:pt x="12776" y="13765"/>
                      </a:lnTo>
                      <a:lnTo>
                        <a:pt x="13062" y="13491"/>
                      </a:lnTo>
                      <a:lnTo>
                        <a:pt x="13324" y="13205"/>
                      </a:lnTo>
                      <a:lnTo>
                        <a:pt x="13800" y="12586"/>
                      </a:lnTo>
                      <a:lnTo>
                        <a:pt x="14217" y="11931"/>
                      </a:lnTo>
                      <a:lnTo>
                        <a:pt x="14550" y="11240"/>
                      </a:lnTo>
                      <a:lnTo>
                        <a:pt x="14824" y="10526"/>
                      </a:lnTo>
                      <a:lnTo>
                        <a:pt x="15027" y="9788"/>
                      </a:lnTo>
                      <a:lnTo>
                        <a:pt x="15158" y="9026"/>
                      </a:lnTo>
                      <a:lnTo>
                        <a:pt x="15205" y="8252"/>
                      </a:lnTo>
                      <a:lnTo>
                        <a:pt x="15205" y="7871"/>
                      </a:lnTo>
                      <a:lnTo>
                        <a:pt x="15205" y="7478"/>
                      </a:lnTo>
                      <a:lnTo>
                        <a:pt x="15158" y="6704"/>
                      </a:lnTo>
                      <a:lnTo>
                        <a:pt x="15027" y="5942"/>
                      </a:lnTo>
                      <a:lnTo>
                        <a:pt x="14824" y="5204"/>
                      </a:lnTo>
                      <a:lnTo>
                        <a:pt x="14550" y="4489"/>
                      </a:lnTo>
                      <a:lnTo>
                        <a:pt x="14205" y="3799"/>
                      </a:lnTo>
                      <a:lnTo>
                        <a:pt x="13800" y="3144"/>
                      </a:lnTo>
                      <a:lnTo>
                        <a:pt x="13324" y="2525"/>
                      </a:lnTo>
                      <a:lnTo>
                        <a:pt x="13062" y="2239"/>
                      </a:lnTo>
                      <a:lnTo>
                        <a:pt x="12776" y="1965"/>
                      </a:lnTo>
                      <a:lnTo>
                        <a:pt x="12169" y="1477"/>
                      </a:lnTo>
                      <a:lnTo>
                        <a:pt x="11526" y="1048"/>
                      </a:lnTo>
                      <a:lnTo>
                        <a:pt x="10859" y="703"/>
                      </a:lnTo>
                      <a:lnTo>
                        <a:pt x="10157" y="417"/>
                      </a:lnTo>
                      <a:lnTo>
                        <a:pt x="9442" y="215"/>
                      </a:lnTo>
                      <a:lnTo>
                        <a:pt x="8716" y="72"/>
                      </a:lnTo>
                      <a:lnTo>
                        <a:pt x="7978"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44"/>
                <p:cNvSpPr/>
                <p:nvPr/>
              </p:nvSpPr>
              <p:spPr>
                <a:xfrm>
                  <a:off x="1979238" y="4665893"/>
                  <a:ext cx="86650" cy="100826"/>
                </a:xfrm>
                <a:custGeom>
                  <a:rect b="b" l="l" r="r" t="t"/>
                  <a:pathLst>
                    <a:path extrusionOk="0" h="15242" w="13099">
                      <a:moveTo>
                        <a:pt x="1" y="1"/>
                      </a:moveTo>
                      <a:lnTo>
                        <a:pt x="1" y="9014"/>
                      </a:lnTo>
                      <a:lnTo>
                        <a:pt x="25" y="9717"/>
                      </a:lnTo>
                      <a:lnTo>
                        <a:pt x="215" y="10979"/>
                      </a:lnTo>
                      <a:lnTo>
                        <a:pt x="572" y="12110"/>
                      </a:lnTo>
                      <a:lnTo>
                        <a:pt x="965" y="12860"/>
                      </a:lnTo>
                      <a:lnTo>
                        <a:pt x="1275" y="13324"/>
                      </a:lnTo>
                      <a:lnTo>
                        <a:pt x="1453" y="13539"/>
                      </a:lnTo>
                      <a:lnTo>
                        <a:pt x="1632" y="13741"/>
                      </a:lnTo>
                      <a:lnTo>
                        <a:pt x="2037" y="14122"/>
                      </a:lnTo>
                      <a:lnTo>
                        <a:pt x="2477" y="14432"/>
                      </a:lnTo>
                      <a:lnTo>
                        <a:pt x="2954" y="14705"/>
                      </a:lnTo>
                      <a:lnTo>
                        <a:pt x="3478" y="14908"/>
                      </a:lnTo>
                      <a:lnTo>
                        <a:pt x="4049" y="15075"/>
                      </a:lnTo>
                      <a:lnTo>
                        <a:pt x="4656" y="15182"/>
                      </a:lnTo>
                      <a:lnTo>
                        <a:pt x="5311" y="15229"/>
                      </a:lnTo>
                      <a:lnTo>
                        <a:pt x="5657" y="15241"/>
                      </a:lnTo>
                      <a:lnTo>
                        <a:pt x="6014" y="15229"/>
                      </a:lnTo>
                      <a:lnTo>
                        <a:pt x="6728" y="15134"/>
                      </a:lnTo>
                      <a:lnTo>
                        <a:pt x="7407" y="14944"/>
                      </a:lnTo>
                      <a:lnTo>
                        <a:pt x="8074" y="14670"/>
                      </a:lnTo>
                      <a:lnTo>
                        <a:pt x="8395" y="14491"/>
                      </a:lnTo>
                      <a:lnTo>
                        <a:pt x="8681" y="14324"/>
                      </a:lnTo>
                      <a:lnTo>
                        <a:pt x="9229" y="13943"/>
                      </a:lnTo>
                      <a:lnTo>
                        <a:pt x="9717" y="13491"/>
                      </a:lnTo>
                      <a:lnTo>
                        <a:pt x="10133" y="12991"/>
                      </a:lnTo>
                      <a:lnTo>
                        <a:pt x="10324" y="12705"/>
                      </a:lnTo>
                      <a:lnTo>
                        <a:pt x="10443" y="12705"/>
                      </a:lnTo>
                      <a:lnTo>
                        <a:pt x="10443" y="14765"/>
                      </a:lnTo>
                      <a:lnTo>
                        <a:pt x="13098" y="14765"/>
                      </a:lnTo>
                      <a:lnTo>
                        <a:pt x="13098" y="1"/>
                      </a:lnTo>
                      <a:lnTo>
                        <a:pt x="10312" y="1"/>
                      </a:lnTo>
                      <a:lnTo>
                        <a:pt x="10312" y="8121"/>
                      </a:lnTo>
                      <a:lnTo>
                        <a:pt x="10300" y="8550"/>
                      </a:lnTo>
                      <a:lnTo>
                        <a:pt x="10169" y="9407"/>
                      </a:lnTo>
                      <a:lnTo>
                        <a:pt x="9895" y="10217"/>
                      </a:lnTo>
                      <a:lnTo>
                        <a:pt x="9479" y="10979"/>
                      </a:lnTo>
                      <a:lnTo>
                        <a:pt x="9229" y="11324"/>
                      </a:lnTo>
                      <a:lnTo>
                        <a:pt x="8967" y="11645"/>
                      </a:lnTo>
                      <a:lnTo>
                        <a:pt x="8336" y="12169"/>
                      </a:lnTo>
                      <a:lnTo>
                        <a:pt x="7609" y="12526"/>
                      </a:lnTo>
                      <a:lnTo>
                        <a:pt x="6823" y="12693"/>
                      </a:lnTo>
                      <a:lnTo>
                        <a:pt x="6407" y="12705"/>
                      </a:lnTo>
                      <a:lnTo>
                        <a:pt x="5966" y="12693"/>
                      </a:lnTo>
                      <a:lnTo>
                        <a:pt x="5168" y="12562"/>
                      </a:lnTo>
                      <a:lnTo>
                        <a:pt x="4490" y="12312"/>
                      </a:lnTo>
                      <a:lnTo>
                        <a:pt x="3918" y="11919"/>
                      </a:lnTo>
                      <a:lnTo>
                        <a:pt x="3454" y="11407"/>
                      </a:lnTo>
                      <a:lnTo>
                        <a:pt x="3120" y="10764"/>
                      </a:lnTo>
                      <a:lnTo>
                        <a:pt x="2882" y="9990"/>
                      </a:lnTo>
                      <a:lnTo>
                        <a:pt x="2775" y="9085"/>
                      </a:lnTo>
                      <a:lnTo>
                        <a:pt x="2763" y="8585"/>
                      </a:lnTo>
                      <a:lnTo>
                        <a:pt x="2763"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44"/>
                <p:cNvSpPr/>
                <p:nvPr/>
              </p:nvSpPr>
              <p:spPr>
                <a:xfrm>
                  <a:off x="2081552" y="4620765"/>
                  <a:ext cx="98226" cy="146033"/>
                </a:xfrm>
                <a:custGeom>
                  <a:rect b="b" l="l" r="r" t="t"/>
                  <a:pathLst>
                    <a:path extrusionOk="0" h="22076" w="14849">
                      <a:moveTo>
                        <a:pt x="7240" y="8894"/>
                      </a:moveTo>
                      <a:lnTo>
                        <a:pt x="8097" y="8930"/>
                      </a:lnTo>
                      <a:lnTo>
                        <a:pt x="8955" y="9121"/>
                      </a:lnTo>
                      <a:lnTo>
                        <a:pt x="9752" y="9490"/>
                      </a:lnTo>
                      <a:lnTo>
                        <a:pt x="10491" y="10014"/>
                      </a:lnTo>
                      <a:lnTo>
                        <a:pt x="10812" y="10347"/>
                      </a:lnTo>
                      <a:lnTo>
                        <a:pt x="11157" y="10752"/>
                      </a:lnTo>
                      <a:lnTo>
                        <a:pt x="11693" y="11657"/>
                      </a:lnTo>
                      <a:lnTo>
                        <a:pt x="12038" y="12645"/>
                      </a:lnTo>
                      <a:lnTo>
                        <a:pt x="12193" y="13681"/>
                      </a:lnTo>
                      <a:lnTo>
                        <a:pt x="12181" y="14217"/>
                      </a:lnTo>
                      <a:lnTo>
                        <a:pt x="12193" y="14741"/>
                      </a:lnTo>
                      <a:lnTo>
                        <a:pt x="12038" y="15788"/>
                      </a:lnTo>
                      <a:lnTo>
                        <a:pt x="11693" y="16777"/>
                      </a:lnTo>
                      <a:lnTo>
                        <a:pt x="11157" y="17682"/>
                      </a:lnTo>
                      <a:lnTo>
                        <a:pt x="10812" y="18086"/>
                      </a:lnTo>
                      <a:lnTo>
                        <a:pt x="10479" y="18432"/>
                      </a:lnTo>
                      <a:lnTo>
                        <a:pt x="9717" y="18979"/>
                      </a:lnTo>
                      <a:lnTo>
                        <a:pt x="8871" y="19348"/>
                      </a:lnTo>
                      <a:lnTo>
                        <a:pt x="7954" y="19527"/>
                      </a:lnTo>
                      <a:lnTo>
                        <a:pt x="7478" y="19539"/>
                      </a:lnTo>
                      <a:lnTo>
                        <a:pt x="7014" y="19527"/>
                      </a:lnTo>
                      <a:lnTo>
                        <a:pt x="6097" y="19337"/>
                      </a:lnTo>
                      <a:lnTo>
                        <a:pt x="5252" y="18967"/>
                      </a:lnTo>
                      <a:lnTo>
                        <a:pt x="4501" y="18420"/>
                      </a:lnTo>
                      <a:lnTo>
                        <a:pt x="4180" y="18086"/>
                      </a:lnTo>
                      <a:lnTo>
                        <a:pt x="3835" y="17682"/>
                      </a:lnTo>
                      <a:lnTo>
                        <a:pt x="3287" y="16777"/>
                      </a:lnTo>
                      <a:lnTo>
                        <a:pt x="2930" y="15788"/>
                      </a:lnTo>
                      <a:lnTo>
                        <a:pt x="2775" y="14753"/>
                      </a:lnTo>
                      <a:lnTo>
                        <a:pt x="2787" y="14217"/>
                      </a:lnTo>
                      <a:lnTo>
                        <a:pt x="2775" y="13681"/>
                      </a:lnTo>
                      <a:lnTo>
                        <a:pt x="2930" y="12645"/>
                      </a:lnTo>
                      <a:lnTo>
                        <a:pt x="3287" y="11657"/>
                      </a:lnTo>
                      <a:lnTo>
                        <a:pt x="3835" y="10752"/>
                      </a:lnTo>
                      <a:lnTo>
                        <a:pt x="4180" y="10347"/>
                      </a:lnTo>
                      <a:lnTo>
                        <a:pt x="4299" y="10216"/>
                      </a:lnTo>
                      <a:lnTo>
                        <a:pt x="4430" y="10097"/>
                      </a:lnTo>
                      <a:lnTo>
                        <a:pt x="4775" y="9787"/>
                      </a:lnTo>
                      <a:lnTo>
                        <a:pt x="5549" y="9323"/>
                      </a:lnTo>
                      <a:lnTo>
                        <a:pt x="6371" y="9025"/>
                      </a:lnTo>
                      <a:lnTo>
                        <a:pt x="7240" y="8894"/>
                      </a:lnTo>
                      <a:close/>
                      <a:moveTo>
                        <a:pt x="12074" y="0"/>
                      </a:moveTo>
                      <a:lnTo>
                        <a:pt x="12074" y="6823"/>
                      </a:lnTo>
                      <a:lnTo>
                        <a:pt x="12193" y="8871"/>
                      </a:lnTo>
                      <a:lnTo>
                        <a:pt x="12074" y="8871"/>
                      </a:lnTo>
                      <a:lnTo>
                        <a:pt x="11884" y="8585"/>
                      </a:lnTo>
                      <a:lnTo>
                        <a:pt x="11443" y="8061"/>
                      </a:lnTo>
                      <a:lnTo>
                        <a:pt x="10931" y="7609"/>
                      </a:lnTo>
                      <a:lnTo>
                        <a:pt x="10371" y="7216"/>
                      </a:lnTo>
                      <a:lnTo>
                        <a:pt x="10074" y="7061"/>
                      </a:lnTo>
                      <a:lnTo>
                        <a:pt x="9717" y="6882"/>
                      </a:lnTo>
                      <a:lnTo>
                        <a:pt x="8978" y="6596"/>
                      </a:lnTo>
                      <a:lnTo>
                        <a:pt x="8204" y="6418"/>
                      </a:lnTo>
                      <a:lnTo>
                        <a:pt x="7430" y="6323"/>
                      </a:lnTo>
                      <a:lnTo>
                        <a:pt x="7038" y="6323"/>
                      </a:lnTo>
                      <a:lnTo>
                        <a:pt x="6680" y="6335"/>
                      </a:lnTo>
                      <a:lnTo>
                        <a:pt x="5978" y="6406"/>
                      </a:lnTo>
                      <a:lnTo>
                        <a:pt x="5299" y="6561"/>
                      </a:lnTo>
                      <a:lnTo>
                        <a:pt x="4632" y="6775"/>
                      </a:lnTo>
                      <a:lnTo>
                        <a:pt x="4001" y="7061"/>
                      </a:lnTo>
                      <a:lnTo>
                        <a:pt x="3406" y="7418"/>
                      </a:lnTo>
                      <a:lnTo>
                        <a:pt x="2846" y="7835"/>
                      </a:lnTo>
                      <a:lnTo>
                        <a:pt x="2322" y="8323"/>
                      </a:lnTo>
                      <a:lnTo>
                        <a:pt x="2096" y="8585"/>
                      </a:lnTo>
                      <a:lnTo>
                        <a:pt x="1834" y="8883"/>
                      </a:lnTo>
                      <a:lnTo>
                        <a:pt x="1370" y="9502"/>
                      </a:lnTo>
                      <a:lnTo>
                        <a:pt x="977" y="10145"/>
                      </a:lnTo>
                      <a:lnTo>
                        <a:pt x="644" y="10835"/>
                      </a:lnTo>
                      <a:lnTo>
                        <a:pt x="370" y="11550"/>
                      </a:lnTo>
                      <a:lnTo>
                        <a:pt x="179" y="12288"/>
                      </a:lnTo>
                      <a:lnTo>
                        <a:pt x="48" y="13038"/>
                      </a:lnTo>
                      <a:lnTo>
                        <a:pt x="1" y="13812"/>
                      </a:lnTo>
                      <a:lnTo>
                        <a:pt x="13" y="14205"/>
                      </a:lnTo>
                      <a:lnTo>
                        <a:pt x="1" y="14586"/>
                      </a:lnTo>
                      <a:lnTo>
                        <a:pt x="48" y="15360"/>
                      </a:lnTo>
                      <a:lnTo>
                        <a:pt x="179" y="16110"/>
                      </a:lnTo>
                      <a:lnTo>
                        <a:pt x="370" y="16848"/>
                      </a:lnTo>
                      <a:lnTo>
                        <a:pt x="644" y="17562"/>
                      </a:lnTo>
                      <a:lnTo>
                        <a:pt x="977" y="18253"/>
                      </a:lnTo>
                      <a:lnTo>
                        <a:pt x="1370" y="18896"/>
                      </a:lnTo>
                      <a:lnTo>
                        <a:pt x="1834" y="19515"/>
                      </a:lnTo>
                      <a:lnTo>
                        <a:pt x="2096" y="19813"/>
                      </a:lnTo>
                      <a:lnTo>
                        <a:pt x="2322" y="20075"/>
                      </a:lnTo>
                      <a:lnTo>
                        <a:pt x="2834" y="20563"/>
                      </a:lnTo>
                      <a:lnTo>
                        <a:pt x="3394" y="20980"/>
                      </a:lnTo>
                      <a:lnTo>
                        <a:pt x="4001" y="21337"/>
                      </a:lnTo>
                      <a:lnTo>
                        <a:pt x="4632" y="21623"/>
                      </a:lnTo>
                      <a:lnTo>
                        <a:pt x="5287" y="21837"/>
                      </a:lnTo>
                      <a:lnTo>
                        <a:pt x="5978" y="21992"/>
                      </a:lnTo>
                      <a:lnTo>
                        <a:pt x="6680" y="22063"/>
                      </a:lnTo>
                      <a:lnTo>
                        <a:pt x="7038" y="22075"/>
                      </a:lnTo>
                      <a:lnTo>
                        <a:pt x="7430" y="22075"/>
                      </a:lnTo>
                      <a:lnTo>
                        <a:pt x="8204" y="21980"/>
                      </a:lnTo>
                      <a:lnTo>
                        <a:pt x="8978" y="21801"/>
                      </a:lnTo>
                      <a:lnTo>
                        <a:pt x="9717" y="21515"/>
                      </a:lnTo>
                      <a:lnTo>
                        <a:pt x="10074" y="21349"/>
                      </a:lnTo>
                      <a:lnTo>
                        <a:pt x="10371" y="21182"/>
                      </a:lnTo>
                      <a:lnTo>
                        <a:pt x="10931" y="20789"/>
                      </a:lnTo>
                      <a:lnTo>
                        <a:pt x="11443" y="20337"/>
                      </a:lnTo>
                      <a:lnTo>
                        <a:pt x="11884" y="19813"/>
                      </a:lnTo>
                      <a:lnTo>
                        <a:pt x="12074" y="19527"/>
                      </a:lnTo>
                      <a:lnTo>
                        <a:pt x="12193" y="19527"/>
                      </a:lnTo>
                      <a:lnTo>
                        <a:pt x="12193" y="21587"/>
                      </a:lnTo>
                      <a:lnTo>
                        <a:pt x="14848" y="21587"/>
                      </a:lnTo>
                      <a:lnTo>
                        <a:pt x="14848"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Blank_1">
    <p:spTree>
      <p:nvGrpSpPr>
        <p:cNvPr id="163" name="Shape 163"/>
        <p:cNvGrpSpPr/>
        <p:nvPr/>
      </p:nvGrpSpPr>
      <p:grpSpPr>
        <a:xfrm>
          <a:off x="0" y="0"/>
          <a:ext cx="0" cy="0"/>
          <a:chOff x="0" y="0"/>
          <a:chExt cx="0" cy="0"/>
        </a:xfrm>
      </p:grpSpPr>
      <p:sp>
        <p:nvSpPr>
          <p:cNvPr id="164" name="Google Shape;164;p45"/>
          <p:cNvSpPr txBox="1"/>
          <p:nvPr>
            <p:ph type="title"/>
          </p:nvPr>
        </p:nvSpPr>
        <p:spPr>
          <a:xfrm>
            <a:off x="344501" y="264375"/>
            <a:ext cx="7797000" cy="414300"/>
          </a:xfrm>
          <a:prstGeom prst="rect">
            <a:avLst/>
          </a:prstGeom>
          <a:noFill/>
          <a:ln>
            <a:noFill/>
          </a:ln>
        </p:spPr>
        <p:txBody>
          <a:bodyPr anchorCtr="0" anchor="t" bIns="91425" lIns="91425" spcFirstLastPara="1" rIns="91425" wrap="square" tIns="91425">
            <a:normAutofit/>
          </a:bodyPr>
          <a:lstStyle>
            <a:lvl1pPr lvl="0" marR="0" algn="l">
              <a:lnSpc>
                <a:spcPct val="90000"/>
              </a:lnSpc>
              <a:spcBef>
                <a:spcPts val="0"/>
              </a:spcBef>
              <a:spcAft>
                <a:spcPts val="0"/>
              </a:spcAft>
              <a:buClr>
                <a:schemeClr val="dk1"/>
              </a:buClr>
              <a:buSzPts val="1100"/>
              <a:buFont typeface="Arial"/>
              <a:buNone/>
              <a:defRPr b="0" i="0" sz="2400" u="none" cap="none" strike="noStrike">
                <a:solidFill>
                  <a:srgbClr val="3C4043"/>
                </a:solidFill>
                <a:latin typeface="Arial"/>
                <a:ea typeface="Arial"/>
                <a:cs typeface="Arial"/>
                <a:sym typeface="Arial"/>
              </a:defRPr>
            </a:lvl1pPr>
            <a:lvl2pPr lvl="1"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9pPr>
          </a:lstStyle>
          <a:p/>
        </p:txBody>
      </p:sp>
      <p:cxnSp>
        <p:nvCxnSpPr>
          <p:cNvPr id="165" name="Google Shape;165;p45"/>
          <p:cNvCxnSpPr/>
          <p:nvPr/>
        </p:nvCxnSpPr>
        <p:spPr>
          <a:xfrm rot="10800000">
            <a:off x="559254" y="1427358"/>
            <a:ext cx="0" cy="1869900"/>
          </a:xfrm>
          <a:prstGeom prst="straightConnector1">
            <a:avLst/>
          </a:prstGeom>
          <a:noFill/>
          <a:ln cap="flat" cmpd="sng" w="25400">
            <a:solidFill>
              <a:srgbClr val="FFFFFF"/>
            </a:solidFill>
            <a:prstDash val="solid"/>
            <a:miter lim="400000"/>
            <a:headEnd len="sm" w="sm" type="none"/>
            <a:tailEnd len="sm" w="sm" type="none"/>
          </a:ln>
        </p:spPr>
      </p:cxnSp>
      <p:grpSp>
        <p:nvGrpSpPr>
          <p:cNvPr id="166" name="Google Shape;166;p45"/>
          <p:cNvGrpSpPr/>
          <p:nvPr/>
        </p:nvGrpSpPr>
        <p:grpSpPr>
          <a:xfrm>
            <a:off x="8469122" y="4803781"/>
            <a:ext cx="420491" cy="137010"/>
            <a:chOff x="0" y="0"/>
            <a:chExt cx="2077525" cy="676925"/>
          </a:xfrm>
        </p:grpSpPr>
        <p:sp>
          <p:nvSpPr>
            <p:cNvPr id="167" name="Google Shape;167;p45"/>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68" name="Google Shape;168;p45"/>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69" name="Google Shape;169;p45"/>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70" name="Google Shape;170;p45"/>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71" name="Google Shape;171;p45"/>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72" name="Google Shape;172;p45"/>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173" name="Google Shape;173;p45"/>
          <p:cNvSpPr/>
          <p:nvPr/>
        </p:nvSpPr>
        <p:spPr>
          <a:xfrm>
            <a:off x="-22468" y="235365"/>
            <a:ext cx="57900" cy="4672800"/>
          </a:xfrm>
          <a:prstGeom prst="rect">
            <a:avLst/>
          </a:prstGeom>
          <a:solidFill>
            <a:srgbClr val="4285F4"/>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19BF7"/>
              </a:buClr>
              <a:buSzPts val="1200"/>
              <a:buFont typeface="Helvetica Neue Light"/>
              <a:buNone/>
            </a:pPr>
            <a:r>
              <a:t/>
            </a:r>
            <a:endParaRPr b="0" i="0" sz="1200" u="none" cap="none" strike="noStrike">
              <a:solidFill>
                <a:srgbClr val="1D8E3E"/>
              </a:solidFill>
              <a:latin typeface="Helvetica Neue Light"/>
              <a:ea typeface="Helvetica Neue Light"/>
              <a:cs typeface="Helvetica Neue Light"/>
              <a:sym typeface="Helvetica Neue Light"/>
            </a:endParaRPr>
          </a:p>
        </p:txBody>
      </p:sp>
      <p:sp>
        <p:nvSpPr>
          <p:cNvPr id="174" name="Google Shape;174;p4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3 1 2">
  <p:cSld name="TITLE_AND_BODY_3_1_2">
    <p:spTree>
      <p:nvGrpSpPr>
        <p:cNvPr id="175" name="Shape 175"/>
        <p:cNvGrpSpPr/>
        <p:nvPr/>
      </p:nvGrpSpPr>
      <p:grpSpPr>
        <a:xfrm>
          <a:off x="0" y="0"/>
          <a:ext cx="0" cy="0"/>
          <a:chOff x="0" y="0"/>
          <a:chExt cx="0" cy="0"/>
        </a:xfrm>
      </p:grpSpPr>
      <p:grpSp>
        <p:nvGrpSpPr>
          <p:cNvPr id="176" name="Google Shape;176;p46"/>
          <p:cNvGrpSpPr/>
          <p:nvPr/>
        </p:nvGrpSpPr>
        <p:grpSpPr>
          <a:xfrm>
            <a:off x="386711" y="5114356"/>
            <a:ext cx="1796787" cy="33676"/>
            <a:chOff x="2031822" y="2229250"/>
            <a:chExt cx="2193612" cy="39900"/>
          </a:xfrm>
        </p:grpSpPr>
        <p:sp>
          <p:nvSpPr>
            <p:cNvPr id="177" name="Google Shape;177;p46"/>
            <p:cNvSpPr/>
            <p:nvPr/>
          </p:nvSpPr>
          <p:spPr>
            <a:xfrm>
              <a:off x="2031822" y="2229250"/>
              <a:ext cx="548400" cy="39900"/>
            </a:xfrm>
            <a:prstGeom prst="rect">
              <a:avLst/>
            </a:pr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46"/>
            <p:cNvSpPr/>
            <p:nvPr/>
          </p:nvSpPr>
          <p:spPr>
            <a:xfrm>
              <a:off x="2580226" y="2229250"/>
              <a:ext cx="548400" cy="39900"/>
            </a:xfrm>
            <a:prstGeom prst="rect">
              <a:avLst/>
            </a:pr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46"/>
            <p:cNvSpPr/>
            <p:nvPr/>
          </p:nvSpPr>
          <p:spPr>
            <a:xfrm>
              <a:off x="3677034" y="2229250"/>
              <a:ext cx="548400" cy="39900"/>
            </a:xfrm>
            <a:prstGeom prst="rect">
              <a:avLst/>
            </a:prstGeom>
            <a:solidFill>
              <a:srgbClr val="34A8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46"/>
            <p:cNvSpPr/>
            <p:nvPr/>
          </p:nvSpPr>
          <p:spPr>
            <a:xfrm>
              <a:off x="3128621" y="2229250"/>
              <a:ext cx="548400" cy="39900"/>
            </a:xfrm>
            <a:prstGeom prst="rect">
              <a:avLst/>
            </a:prstGeom>
            <a:solidFill>
              <a:srgbClr val="FBBC0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81" name="Google Shape;181;p46"/>
          <p:cNvPicPr preferRelativeResize="0"/>
          <p:nvPr/>
        </p:nvPicPr>
        <p:blipFill rotWithShape="1">
          <a:blip r:embed="rId2">
            <a:alphaModFix/>
          </a:blip>
          <a:srcRect b="0" l="0" r="0" t="0"/>
          <a:stretch/>
        </p:blipFill>
        <p:spPr>
          <a:xfrm>
            <a:off x="386625" y="4747950"/>
            <a:ext cx="868051" cy="155525"/>
          </a:xfrm>
          <a:prstGeom prst="rect">
            <a:avLst/>
          </a:prstGeom>
          <a:noFill/>
          <a:ln>
            <a:noFill/>
          </a:ln>
        </p:spPr>
      </p:pic>
      <p:sp>
        <p:nvSpPr>
          <p:cNvPr id="182" name="Google Shape;182;p46"/>
          <p:cNvSpPr txBox="1"/>
          <p:nvPr/>
        </p:nvSpPr>
        <p:spPr>
          <a:xfrm>
            <a:off x="7378500" y="4824925"/>
            <a:ext cx="1765500" cy="27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888888"/>
                </a:solidFill>
                <a:latin typeface="Roboto"/>
                <a:ea typeface="Roboto"/>
                <a:cs typeface="Roboto"/>
                <a:sym typeface="Roboto"/>
              </a:rPr>
              <a:t>© 2018 Google LLC. All rights reserved.</a:t>
            </a:r>
            <a:endParaRPr b="0" i="0" sz="700" u="none" cap="none" strike="noStrike">
              <a:solidFill>
                <a:srgbClr val="888888"/>
              </a:solidFill>
              <a:latin typeface="Roboto"/>
              <a:ea typeface="Roboto"/>
              <a:cs typeface="Roboto"/>
              <a:sym typeface="Roboto"/>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Red 1 1 1">
  <p:cSld name="SECTION_HEADER_1_3_1_1_1">
    <p:bg>
      <p:bgPr>
        <a:solidFill>
          <a:schemeClr val="accent1"/>
        </a:solidFill>
      </p:bgPr>
    </p:bg>
    <p:spTree>
      <p:nvGrpSpPr>
        <p:cNvPr id="183" name="Shape 183"/>
        <p:cNvGrpSpPr/>
        <p:nvPr/>
      </p:nvGrpSpPr>
      <p:grpSpPr>
        <a:xfrm>
          <a:off x="0" y="0"/>
          <a:ext cx="0" cy="0"/>
          <a:chOff x="0" y="0"/>
          <a:chExt cx="0" cy="0"/>
        </a:xfrm>
      </p:grpSpPr>
      <p:grpSp>
        <p:nvGrpSpPr>
          <p:cNvPr id="184" name="Google Shape;184;p47"/>
          <p:cNvGrpSpPr/>
          <p:nvPr/>
        </p:nvGrpSpPr>
        <p:grpSpPr>
          <a:xfrm>
            <a:off x="1016333" y="4623437"/>
            <a:ext cx="1349662" cy="238942"/>
            <a:chOff x="1532144" y="2517656"/>
            <a:chExt cx="1543000" cy="273170"/>
          </a:xfrm>
        </p:grpSpPr>
        <p:sp>
          <p:nvSpPr>
            <p:cNvPr id="185" name="Google Shape;185;p47"/>
            <p:cNvSpPr/>
            <p:nvPr/>
          </p:nvSpPr>
          <p:spPr>
            <a:xfrm>
              <a:off x="1532144" y="2517656"/>
              <a:ext cx="837369" cy="273170"/>
            </a:xfrm>
            <a:custGeom>
              <a:rect b="b" l="l" r="r" t="t"/>
              <a:pathLst>
                <a:path extrusionOk="0" h="39908" w="122333">
                  <a:moveTo>
                    <a:pt x="113784" y="14889"/>
                  </a:moveTo>
                  <a:lnTo>
                    <a:pt x="114381" y="14949"/>
                  </a:lnTo>
                  <a:lnTo>
                    <a:pt x="114963" y="15098"/>
                  </a:lnTo>
                  <a:lnTo>
                    <a:pt x="115515" y="15322"/>
                  </a:lnTo>
                  <a:lnTo>
                    <a:pt x="115783" y="15471"/>
                  </a:lnTo>
                  <a:lnTo>
                    <a:pt x="116022" y="15591"/>
                  </a:lnTo>
                  <a:lnTo>
                    <a:pt x="116439" y="15919"/>
                  </a:lnTo>
                  <a:lnTo>
                    <a:pt x="116783" y="16307"/>
                  </a:lnTo>
                  <a:lnTo>
                    <a:pt x="117066" y="16754"/>
                  </a:lnTo>
                  <a:lnTo>
                    <a:pt x="117185" y="16993"/>
                  </a:lnTo>
                  <a:lnTo>
                    <a:pt x="108264" y="20693"/>
                  </a:lnTo>
                  <a:lnTo>
                    <a:pt x="108264" y="20036"/>
                  </a:lnTo>
                  <a:lnTo>
                    <a:pt x="108443" y="18858"/>
                  </a:lnTo>
                  <a:lnTo>
                    <a:pt x="108846" y="17799"/>
                  </a:lnTo>
                  <a:lnTo>
                    <a:pt x="109487" y="16874"/>
                  </a:lnTo>
                  <a:lnTo>
                    <a:pt x="109890" y="16471"/>
                  </a:lnTo>
                  <a:lnTo>
                    <a:pt x="110308" y="16083"/>
                  </a:lnTo>
                  <a:lnTo>
                    <a:pt x="111173" y="15501"/>
                  </a:lnTo>
                  <a:lnTo>
                    <a:pt x="112083" y="15098"/>
                  </a:lnTo>
                  <a:lnTo>
                    <a:pt x="113008" y="14904"/>
                  </a:lnTo>
                  <a:lnTo>
                    <a:pt x="113486" y="14889"/>
                  </a:lnTo>
                  <a:close/>
                  <a:moveTo>
                    <a:pt x="41265" y="14934"/>
                  </a:moveTo>
                  <a:lnTo>
                    <a:pt x="42309" y="14964"/>
                  </a:lnTo>
                  <a:lnTo>
                    <a:pt x="43353" y="15188"/>
                  </a:lnTo>
                  <a:lnTo>
                    <a:pt x="44338" y="15620"/>
                  </a:lnTo>
                  <a:lnTo>
                    <a:pt x="45248" y="16247"/>
                  </a:lnTo>
                  <a:lnTo>
                    <a:pt x="45651" y="16635"/>
                  </a:lnTo>
                  <a:lnTo>
                    <a:pt x="46039" y="17112"/>
                  </a:lnTo>
                  <a:lnTo>
                    <a:pt x="46665" y="18142"/>
                  </a:lnTo>
                  <a:lnTo>
                    <a:pt x="47068" y="19246"/>
                  </a:lnTo>
                  <a:lnTo>
                    <a:pt x="47277" y="20394"/>
                  </a:lnTo>
                  <a:lnTo>
                    <a:pt x="47262" y="21558"/>
                  </a:lnTo>
                  <a:lnTo>
                    <a:pt x="47053" y="22707"/>
                  </a:lnTo>
                  <a:lnTo>
                    <a:pt x="46650" y="23811"/>
                  </a:lnTo>
                  <a:lnTo>
                    <a:pt x="46024" y="24840"/>
                  </a:lnTo>
                  <a:lnTo>
                    <a:pt x="45636" y="25317"/>
                  </a:lnTo>
                  <a:lnTo>
                    <a:pt x="45517" y="25437"/>
                  </a:lnTo>
                  <a:lnTo>
                    <a:pt x="45382" y="25556"/>
                  </a:lnTo>
                  <a:lnTo>
                    <a:pt x="44965" y="25914"/>
                  </a:lnTo>
                  <a:lnTo>
                    <a:pt x="44040" y="26481"/>
                  </a:lnTo>
                  <a:lnTo>
                    <a:pt x="43040" y="26854"/>
                  </a:lnTo>
                  <a:lnTo>
                    <a:pt x="42011" y="27018"/>
                  </a:lnTo>
                  <a:lnTo>
                    <a:pt x="40967" y="26988"/>
                  </a:lnTo>
                  <a:lnTo>
                    <a:pt x="39952" y="26750"/>
                  </a:lnTo>
                  <a:lnTo>
                    <a:pt x="38982" y="26332"/>
                  </a:lnTo>
                  <a:lnTo>
                    <a:pt x="38102" y="25705"/>
                  </a:lnTo>
                  <a:lnTo>
                    <a:pt x="37699" y="25317"/>
                  </a:lnTo>
                  <a:lnTo>
                    <a:pt x="37311" y="24840"/>
                  </a:lnTo>
                  <a:lnTo>
                    <a:pt x="36685" y="23811"/>
                  </a:lnTo>
                  <a:lnTo>
                    <a:pt x="36267" y="22707"/>
                  </a:lnTo>
                  <a:lnTo>
                    <a:pt x="36058" y="21558"/>
                  </a:lnTo>
                  <a:lnTo>
                    <a:pt x="36058" y="20394"/>
                  </a:lnTo>
                  <a:lnTo>
                    <a:pt x="36267" y="19246"/>
                  </a:lnTo>
                  <a:lnTo>
                    <a:pt x="36670" y="18142"/>
                  </a:lnTo>
                  <a:lnTo>
                    <a:pt x="37297" y="17112"/>
                  </a:lnTo>
                  <a:lnTo>
                    <a:pt x="37684" y="16635"/>
                  </a:lnTo>
                  <a:lnTo>
                    <a:pt x="37774" y="16530"/>
                  </a:lnTo>
                  <a:lnTo>
                    <a:pt x="37878" y="16456"/>
                  </a:lnTo>
                  <a:lnTo>
                    <a:pt x="38296" y="16083"/>
                  </a:lnTo>
                  <a:lnTo>
                    <a:pt x="39221" y="15501"/>
                  </a:lnTo>
                  <a:lnTo>
                    <a:pt x="40221" y="15113"/>
                  </a:lnTo>
                  <a:lnTo>
                    <a:pt x="41265" y="14934"/>
                  </a:lnTo>
                  <a:close/>
                  <a:moveTo>
                    <a:pt x="63076" y="14934"/>
                  </a:moveTo>
                  <a:lnTo>
                    <a:pt x="64135" y="14964"/>
                  </a:lnTo>
                  <a:lnTo>
                    <a:pt x="65164" y="15188"/>
                  </a:lnTo>
                  <a:lnTo>
                    <a:pt x="66149" y="15620"/>
                  </a:lnTo>
                  <a:lnTo>
                    <a:pt x="67059" y="16247"/>
                  </a:lnTo>
                  <a:lnTo>
                    <a:pt x="67462" y="16635"/>
                  </a:lnTo>
                  <a:lnTo>
                    <a:pt x="67865" y="17112"/>
                  </a:lnTo>
                  <a:lnTo>
                    <a:pt x="68476" y="18142"/>
                  </a:lnTo>
                  <a:lnTo>
                    <a:pt x="68894" y="19246"/>
                  </a:lnTo>
                  <a:lnTo>
                    <a:pt x="69088" y="20394"/>
                  </a:lnTo>
                  <a:lnTo>
                    <a:pt x="69088" y="21558"/>
                  </a:lnTo>
                  <a:lnTo>
                    <a:pt x="68879" y="22707"/>
                  </a:lnTo>
                  <a:lnTo>
                    <a:pt x="68461" y="23811"/>
                  </a:lnTo>
                  <a:lnTo>
                    <a:pt x="67850" y="24840"/>
                  </a:lnTo>
                  <a:lnTo>
                    <a:pt x="67447" y="25317"/>
                  </a:lnTo>
                  <a:lnTo>
                    <a:pt x="67343" y="25437"/>
                  </a:lnTo>
                  <a:lnTo>
                    <a:pt x="67208" y="25556"/>
                  </a:lnTo>
                  <a:lnTo>
                    <a:pt x="66776" y="25914"/>
                  </a:lnTo>
                  <a:lnTo>
                    <a:pt x="65851" y="26481"/>
                  </a:lnTo>
                  <a:lnTo>
                    <a:pt x="64866" y="26854"/>
                  </a:lnTo>
                  <a:lnTo>
                    <a:pt x="63822" y="27018"/>
                  </a:lnTo>
                  <a:lnTo>
                    <a:pt x="62792" y="26988"/>
                  </a:lnTo>
                  <a:lnTo>
                    <a:pt x="61763" y="26750"/>
                  </a:lnTo>
                  <a:lnTo>
                    <a:pt x="60793" y="26332"/>
                  </a:lnTo>
                  <a:lnTo>
                    <a:pt x="59913" y="25705"/>
                  </a:lnTo>
                  <a:lnTo>
                    <a:pt x="59525" y="25317"/>
                  </a:lnTo>
                  <a:lnTo>
                    <a:pt x="59122" y="24840"/>
                  </a:lnTo>
                  <a:lnTo>
                    <a:pt x="58511" y="23811"/>
                  </a:lnTo>
                  <a:lnTo>
                    <a:pt x="58093" y="22707"/>
                  </a:lnTo>
                  <a:lnTo>
                    <a:pt x="57884" y="21558"/>
                  </a:lnTo>
                  <a:lnTo>
                    <a:pt x="57884" y="20394"/>
                  </a:lnTo>
                  <a:lnTo>
                    <a:pt x="58093" y="19246"/>
                  </a:lnTo>
                  <a:lnTo>
                    <a:pt x="58496" y="18142"/>
                  </a:lnTo>
                  <a:lnTo>
                    <a:pt x="59107" y="17112"/>
                  </a:lnTo>
                  <a:lnTo>
                    <a:pt x="59510" y="16635"/>
                  </a:lnTo>
                  <a:lnTo>
                    <a:pt x="59600" y="16530"/>
                  </a:lnTo>
                  <a:lnTo>
                    <a:pt x="59689" y="16456"/>
                  </a:lnTo>
                  <a:lnTo>
                    <a:pt x="60107" y="16083"/>
                  </a:lnTo>
                  <a:lnTo>
                    <a:pt x="61032" y="15501"/>
                  </a:lnTo>
                  <a:lnTo>
                    <a:pt x="62032" y="15113"/>
                  </a:lnTo>
                  <a:lnTo>
                    <a:pt x="63076" y="14934"/>
                  </a:lnTo>
                  <a:close/>
                  <a:moveTo>
                    <a:pt x="85245" y="14964"/>
                  </a:moveTo>
                  <a:lnTo>
                    <a:pt x="85782" y="14979"/>
                  </a:lnTo>
                  <a:lnTo>
                    <a:pt x="86841" y="15203"/>
                  </a:lnTo>
                  <a:lnTo>
                    <a:pt x="87826" y="15635"/>
                  </a:lnTo>
                  <a:lnTo>
                    <a:pt x="88676" y="16292"/>
                  </a:lnTo>
                  <a:lnTo>
                    <a:pt x="89049" y="16695"/>
                  </a:lnTo>
                  <a:lnTo>
                    <a:pt x="89422" y="17157"/>
                  </a:lnTo>
                  <a:lnTo>
                    <a:pt x="90004" y="18186"/>
                  </a:lnTo>
                  <a:lnTo>
                    <a:pt x="90392" y="19290"/>
                  </a:lnTo>
                  <a:lnTo>
                    <a:pt x="90571" y="20439"/>
                  </a:lnTo>
                  <a:lnTo>
                    <a:pt x="90571" y="21036"/>
                  </a:lnTo>
                  <a:lnTo>
                    <a:pt x="90571" y="21633"/>
                  </a:lnTo>
                  <a:lnTo>
                    <a:pt x="90392" y="22781"/>
                  </a:lnTo>
                  <a:lnTo>
                    <a:pt x="90004" y="23870"/>
                  </a:lnTo>
                  <a:lnTo>
                    <a:pt x="89407" y="24870"/>
                  </a:lnTo>
                  <a:lnTo>
                    <a:pt x="89049" y="25332"/>
                  </a:lnTo>
                  <a:lnTo>
                    <a:pt x="88676" y="25720"/>
                  </a:lnTo>
                  <a:lnTo>
                    <a:pt x="87811" y="26362"/>
                  </a:lnTo>
                  <a:lnTo>
                    <a:pt x="86826" y="26809"/>
                  </a:lnTo>
                  <a:lnTo>
                    <a:pt x="85782" y="27033"/>
                  </a:lnTo>
                  <a:lnTo>
                    <a:pt x="85245" y="27048"/>
                  </a:lnTo>
                  <a:lnTo>
                    <a:pt x="84678" y="27033"/>
                  </a:lnTo>
                  <a:lnTo>
                    <a:pt x="83604" y="26809"/>
                  </a:lnTo>
                  <a:lnTo>
                    <a:pt x="82589" y="26362"/>
                  </a:lnTo>
                  <a:lnTo>
                    <a:pt x="81694" y="25720"/>
                  </a:lnTo>
                  <a:lnTo>
                    <a:pt x="81306" y="25332"/>
                  </a:lnTo>
                  <a:lnTo>
                    <a:pt x="80918" y="24885"/>
                  </a:lnTo>
                  <a:lnTo>
                    <a:pt x="80292" y="23885"/>
                  </a:lnTo>
                  <a:lnTo>
                    <a:pt x="79874" y="22796"/>
                  </a:lnTo>
                  <a:lnTo>
                    <a:pt x="79680" y="21633"/>
                  </a:lnTo>
                  <a:lnTo>
                    <a:pt x="79680" y="21036"/>
                  </a:lnTo>
                  <a:lnTo>
                    <a:pt x="79680" y="20439"/>
                  </a:lnTo>
                  <a:lnTo>
                    <a:pt x="79874" y="19261"/>
                  </a:lnTo>
                  <a:lnTo>
                    <a:pt x="80292" y="18157"/>
                  </a:lnTo>
                  <a:lnTo>
                    <a:pt x="80918" y="17142"/>
                  </a:lnTo>
                  <a:lnTo>
                    <a:pt x="81306" y="16695"/>
                  </a:lnTo>
                  <a:lnTo>
                    <a:pt x="81694" y="16292"/>
                  </a:lnTo>
                  <a:lnTo>
                    <a:pt x="82589" y="15635"/>
                  </a:lnTo>
                  <a:lnTo>
                    <a:pt x="83604" y="15203"/>
                  </a:lnTo>
                  <a:lnTo>
                    <a:pt x="84678" y="14979"/>
                  </a:lnTo>
                  <a:lnTo>
                    <a:pt x="85245" y="14964"/>
                  </a:lnTo>
                  <a:close/>
                  <a:moveTo>
                    <a:pt x="97433" y="1045"/>
                  </a:moveTo>
                  <a:lnTo>
                    <a:pt x="97433" y="30345"/>
                  </a:lnTo>
                  <a:lnTo>
                    <a:pt x="101819" y="30345"/>
                  </a:lnTo>
                  <a:lnTo>
                    <a:pt x="101819" y="1045"/>
                  </a:lnTo>
                  <a:close/>
                  <a:moveTo>
                    <a:pt x="41190" y="11040"/>
                  </a:moveTo>
                  <a:lnTo>
                    <a:pt x="40236" y="11130"/>
                  </a:lnTo>
                  <a:lnTo>
                    <a:pt x="39281" y="11309"/>
                  </a:lnTo>
                  <a:lnTo>
                    <a:pt x="38356" y="11578"/>
                  </a:lnTo>
                  <a:lnTo>
                    <a:pt x="37461" y="11936"/>
                  </a:lnTo>
                  <a:lnTo>
                    <a:pt x="36580" y="12383"/>
                  </a:lnTo>
                  <a:lnTo>
                    <a:pt x="35745" y="12905"/>
                  </a:lnTo>
                  <a:lnTo>
                    <a:pt x="34954" y="13532"/>
                  </a:lnTo>
                  <a:lnTo>
                    <a:pt x="34566" y="13875"/>
                  </a:lnTo>
                  <a:lnTo>
                    <a:pt x="34208" y="14248"/>
                  </a:lnTo>
                  <a:lnTo>
                    <a:pt x="33582" y="15054"/>
                  </a:lnTo>
                  <a:lnTo>
                    <a:pt x="33030" y="15889"/>
                  </a:lnTo>
                  <a:lnTo>
                    <a:pt x="32582" y="16769"/>
                  </a:lnTo>
                  <a:lnTo>
                    <a:pt x="32209" y="17664"/>
                  </a:lnTo>
                  <a:lnTo>
                    <a:pt x="31941" y="18604"/>
                  </a:lnTo>
                  <a:lnTo>
                    <a:pt x="31762" y="19559"/>
                  </a:lnTo>
                  <a:lnTo>
                    <a:pt x="31672" y="20514"/>
                  </a:lnTo>
                  <a:lnTo>
                    <a:pt x="31672" y="21469"/>
                  </a:lnTo>
                  <a:lnTo>
                    <a:pt x="31762" y="22438"/>
                  </a:lnTo>
                  <a:lnTo>
                    <a:pt x="31941" y="23378"/>
                  </a:lnTo>
                  <a:lnTo>
                    <a:pt x="32209" y="24318"/>
                  </a:lnTo>
                  <a:lnTo>
                    <a:pt x="32582" y="25228"/>
                  </a:lnTo>
                  <a:lnTo>
                    <a:pt x="33030" y="26093"/>
                  </a:lnTo>
                  <a:lnTo>
                    <a:pt x="33582" y="26944"/>
                  </a:lnTo>
                  <a:lnTo>
                    <a:pt x="34208" y="27734"/>
                  </a:lnTo>
                  <a:lnTo>
                    <a:pt x="34566" y="28107"/>
                  </a:lnTo>
                  <a:lnTo>
                    <a:pt x="34954" y="28450"/>
                  </a:lnTo>
                  <a:lnTo>
                    <a:pt x="35745" y="29077"/>
                  </a:lnTo>
                  <a:lnTo>
                    <a:pt x="36580" y="29614"/>
                  </a:lnTo>
                  <a:lnTo>
                    <a:pt x="37461" y="30047"/>
                  </a:lnTo>
                  <a:lnTo>
                    <a:pt x="38356" y="30405"/>
                  </a:lnTo>
                  <a:lnTo>
                    <a:pt x="39281" y="30673"/>
                  </a:lnTo>
                  <a:lnTo>
                    <a:pt x="40236" y="30852"/>
                  </a:lnTo>
                  <a:lnTo>
                    <a:pt x="41190" y="30942"/>
                  </a:lnTo>
                  <a:lnTo>
                    <a:pt x="42145" y="30942"/>
                  </a:lnTo>
                  <a:lnTo>
                    <a:pt x="43100" y="30852"/>
                  </a:lnTo>
                  <a:lnTo>
                    <a:pt x="44040" y="30673"/>
                  </a:lnTo>
                  <a:lnTo>
                    <a:pt x="44980" y="30405"/>
                  </a:lnTo>
                  <a:lnTo>
                    <a:pt x="45875" y="30047"/>
                  </a:lnTo>
                  <a:lnTo>
                    <a:pt x="46755" y="29614"/>
                  </a:lnTo>
                  <a:lnTo>
                    <a:pt x="47590" y="29077"/>
                  </a:lnTo>
                  <a:lnTo>
                    <a:pt x="48381" y="28450"/>
                  </a:lnTo>
                  <a:lnTo>
                    <a:pt x="48769" y="28107"/>
                  </a:lnTo>
                  <a:lnTo>
                    <a:pt x="49112" y="27734"/>
                  </a:lnTo>
                  <a:lnTo>
                    <a:pt x="49754" y="26944"/>
                  </a:lnTo>
                  <a:lnTo>
                    <a:pt x="50306" y="26093"/>
                  </a:lnTo>
                  <a:lnTo>
                    <a:pt x="50753" y="25228"/>
                  </a:lnTo>
                  <a:lnTo>
                    <a:pt x="51111" y="24318"/>
                  </a:lnTo>
                  <a:lnTo>
                    <a:pt x="51395" y="23378"/>
                  </a:lnTo>
                  <a:lnTo>
                    <a:pt x="51574" y="22438"/>
                  </a:lnTo>
                  <a:lnTo>
                    <a:pt x="51663" y="21469"/>
                  </a:lnTo>
                  <a:lnTo>
                    <a:pt x="51663" y="20514"/>
                  </a:lnTo>
                  <a:lnTo>
                    <a:pt x="51574" y="19559"/>
                  </a:lnTo>
                  <a:lnTo>
                    <a:pt x="51395" y="18604"/>
                  </a:lnTo>
                  <a:lnTo>
                    <a:pt x="51111" y="17664"/>
                  </a:lnTo>
                  <a:lnTo>
                    <a:pt x="50753" y="16769"/>
                  </a:lnTo>
                  <a:lnTo>
                    <a:pt x="50306" y="15889"/>
                  </a:lnTo>
                  <a:lnTo>
                    <a:pt x="49754" y="15054"/>
                  </a:lnTo>
                  <a:lnTo>
                    <a:pt x="49112" y="14248"/>
                  </a:lnTo>
                  <a:lnTo>
                    <a:pt x="48769" y="13875"/>
                  </a:lnTo>
                  <a:lnTo>
                    <a:pt x="48381" y="13532"/>
                  </a:lnTo>
                  <a:lnTo>
                    <a:pt x="47590" y="12905"/>
                  </a:lnTo>
                  <a:lnTo>
                    <a:pt x="46755" y="12383"/>
                  </a:lnTo>
                  <a:lnTo>
                    <a:pt x="45875" y="11936"/>
                  </a:lnTo>
                  <a:lnTo>
                    <a:pt x="44980" y="11578"/>
                  </a:lnTo>
                  <a:lnTo>
                    <a:pt x="44040" y="11309"/>
                  </a:lnTo>
                  <a:lnTo>
                    <a:pt x="43100" y="11130"/>
                  </a:lnTo>
                  <a:lnTo>
                    <a:pt x="42145" y="11040"/>
                  </a:lnTo>
                  <a:close/>
                  <a:moveTo>
                    <a:pt x="63031" y="11040"/>
                  </a:moveTo>
                  <a:lnTo>
                    <a:pt x="62076" y="11130"/>
                  </a:lnTo>
                  <a:lnTo>
                    <a:pt x="61121" y="11309"/>
                  </a:lnTo>
                  <a:lnTo>
                    <a:pt x="60197" y="11578"/>
                  </a:lnTo>
                  <a:lnTo>
                    <a:pt x="59286" y="11936"/>
                  </a:lnTo>
                  <a:lnTo>
                    <a:pt x="58421" y="12383"/>
                  </a:lnTo>
                  <a:lnTo>
                    <a:pt x="57586" y="12905"/>
                  </a:lnTo>
                  <a:lnTo>
                    <a:pt x="56780" y="13532"/>
                  </a:lnTo>
                  <a:lnTo>
                    <a:pt x="56407" y="13875"/>
                  </a:lnTo>
                  <a:lnTo>
                    <a:pt x="56049" y="14248"/>
                  </a:lnTo>
                  <a:lnTo>
                    <a:pt x="55408" y="15054"/>
                  </a:lnTo>
                  <a:lnTo>
                    <a:pt x="54871" y="15889"/>
                  </a:lnTo>
                  <a:lnTo>
                    <a:pt x="54408" y="16769"/>
                  </a:lnTo>
                  <a:lnTo>
                    <a:pt x="54050" y="17664"/>
                  </a:lnTo>
                  <a:lnTo>
                    <a:pt x="53782" y="18604"/>
                  </a:lnTo>
                  <a:lnTo>
                    <a:pt x="53603" y="19559"/>
                  </a:lnTo>
                  <a:lnTo>
                    <a:pt x="53513" y="20514"/>
                  </a:lnTo>
                  <a:lnTo>
                    <a:pt x="53513" y="21469"/>
                  </a:lnTo>
                  <a:lnTo>
                    <a:pt x="53603" y="22438"/>
                  </a:lnTo>
                  <a:lnTo>
                    <a:pt x="53782" y="23378"/>
                  </a:lnTo>
                  <a:lnTo>
                    <a:pt x="54050" y="24318"/>
                  </a:lnTo>
                  <a:lnTo>
                    <a:pt x="54408" y="25228"/>
                  </a:lnTo>
                  <a:lnTo>
                    <a:pt x="54871" y="26093"/>
                  </a:lnTo>
                  <a:lnTo>
                    <a:pt x="55408" y="26944"/>
                  </a:lnTo>
                  <a:lnTo>
                    <a:pt x="56049" y="27734"/>
                  </a:lnTo>
                  <a:lnTo>
                    <a:pt x="56407" y="28107"/>
                  </a:lnTo>
                  <a:lnTo>
                    <a:pt x="56780" y="28450"/>
                  </a:lnTo>
                  <a:lnTo>
                    <a:pt x="57586" y="29077"/>
                  </a:lnTo>
                  <a:lnTo>
                    <a:pt x="58421" y="29614"/>
                  </a:lnTo>
                  <a:lnTo>
                    <a:pt x="59286" y="30047"/>
                  </a:lnTo>
                  <a:lnTo>
                    <a:pt x="60197" y="30405"/>
                  </a:lnTo>
                  <a:lnTo>
                    <a:pt x="61121" y="30673"/>
                  </a:lnTo>
                  <a:lnTo>
                    <a:pt x="62076" y="30852"/>
                  </a:lnTo>
                  <a:lnTo>
                    <a:pt x="63031" y="30942"/>
                  </a:lnTo>
                  <a:lnTo>
                    <a:pt x="63986" y="30942"/>
                  </a:lnTo>
                  <a:lnTo>
                    <a:pt x="64941" y="30852"/>
                  </a:lnTo>
                  <a:lnTo>
                    <a:pt x="65880" y="30673"/>
                  </a:lnTo>
                  <a:lnTo>
                    <a:pt x="66805" y="30405"/>
                  </a:lnTo>
                  <a:lnTo>
                    <a:pt x="67715" y="30047"/>
                  </a:lnTo>
                  <a:lnTo>
                    <a:pt x="68596" y="29614"/>
                  </a:lnTo>
                  <a:lnTo>
                    <a:pt x="69431" y="29077"/>
                  </a:lnTo>
                  <a:lnTo>
                    <a:pt x="70222" y="28450"/>
                  </a:lnTo>
                  <a:lnTo>
                    <a:pt x="70595" y="28107"/>
                  </a:lnTo>
                  <a:lnTo>
                    <a:pt x="70953" y="27734"/>
                  </a:lnTo>
                  <a:lnTo>
                    <a:pt x="71594" y="26944"/>
                  </a:lnTo>
                  <a:lnTo>
                    <a:pt x="72131" y="26093"/>
                  </a:lnTo>
                  <a:lnTo>
                    <a:pt x="72594" y="25228"/>
                  </a:lnTo>
                  <a:lnTo>
                    <a:pt x="72952" y="24318"/>
                  </a:lnTo>
                  <a:lnTo>
                    <a:pt x="73220" y="23378"/>
                  </a:lnTo>
                  <a:lnTo>
                    <a:pt x="73414" y="22438"/>
                  </a:lnTo>
                  <a:lnTo>
                    <a:pt x="73504" y="21469"/>
                  </a:lnTo>
                  <a:lnTo>
                    <a:pt x="73504" y="20514"/>
                  </a:lnTo>
                  <a:lnTo>
                    <a:pt x="73414" y="19559"/>
                  </a:lnTo>
                  <a:lnTo>
                    <a:pt x="73220" y="18604"/>
                  </a:lnTo>
                  <a:lnTo>
                    <a:pt x="72952" y="17664"/>
                  </a:lnTo>
                  <a:lnTo>
                    <a:pt x="72594" y="16769"/>
                  </a:lnTo>
                  <a:lnTo>
                    <a:pt x="72131" y="15889"/>
                  </a:lnTo>
                  <a:lnTo>
                    <a:pt x="71594" y="15054"/>
                  </a:lnTo>
                  <a:lnTo>
                    <a:pt x="70953" y="14248"/>
                  </a:lnTo>
                  <a:lnTo>
                    <a:pt x="70595" y="13875"/>
                  </a:lnTo>
                  <a:lnTo>
                    <a:pt x="70222" y="13532"/>
                  </a:lnTo>
                  <a:lnTo>
                    <a:pt x="69431" y="12905"/>
                  </a:lnTo>
                  <a:lnTo>
                    <a:pt x="68596" y="12383"/>
                  </a:lnTo>
                  <a:lnTo>
                    <a:pt x="67715" y="11936"/>
                  </a:lnTo>
                  <a:lnTo>
                    <a:pt x="66805" y="11578"/>
                  </a:lnTo>
                  <a:lnTo>
                    <a:pt x="65880" y="11309"/>
                  </a:lnTo>
                  <a:lnTo>
                    <a:pt x="64941" y="11130"/>
                  </a:lnTo>
                  <a:lnTo>
                    <a:pt x="63986" y="11040"/>
                  </a:lnTo>
                  <a:close/>
                  <a:moveTo>
                    <a:pt x="14919" y="1"/>
                  </a:moveTo>
                  <a:lnTo>
                    <a:pt x="13382" y="150"/>
                  </a:lnTo>
                  <a:lnTo>
                    <a:pt x="11890" y="433"/>
                  </a:lnTo>
                  <a:lnTo>
                    <a:pt x="10413" y="866"/>
                  </a:lnTo>
                  <a:lnTo>
                    <a:pt x="9011" y="1448"/>
                  </a:lnTo>
                  <a:lnTo>
                    <a:pt x="7653" y="2164"/>
                  </a:lnTo>
                  <a:lnTo>
                    <a:pt x="6385" y="3014"/>
                  </a:lnTo>
                  <a:lnTo>
                    <a:pt x="5192" y="3999"/>
                  </a:lnTo>
                  <a:lnTo>
                    <a:pt x="4640" y="4536"/>
                  </a:lnTo>
                  <a:lnTo>
                    <a:pt x="4252" y="4924"/>
                  </a:lnTo>
                  <a:lnTo>
                    <a:pt x="3715" y="5506"/>
                  </a:lnTo>
                  <a:lnTo>
                    <a:pt x="2760" y="6714"/>
                  </a:lnTo>
                  <a:lnTo>
                    <a:pt x="1954" y="7997"/>
                  </a:lnTo>
                  <a:lnTo>
                    <a:pt x="1283" y="9325"/>
                  </a:lnTo>
                  <a:lnTo>
                    <a:pt x="746" y="10712"/>
                  </a:lnTo>
                  <a:lnTo>
                    <a:pt x="358" y="12129"/>
                  </a:lnTo>
                  <a:lnTo>
                    <a:pt x="105" y="13562"/>
                  </a:lnTo>
                  <a:lnTo>
                    <a:pt x="0" y="15024"/>
                  </a:lnTo>
                  <a:lnTo>
                    <a:pt x="15" y="16486"/>
                  </a:lnTo>
                  <a:lnTo>
                    <a:pt x="179" y="17933"/>
                  </a:lnTo>
                  <a:lnTo>
                    <a:pt x="492" y="19365"/>
                  </a:lnTo>
                  <a:lnTo>
                    <a:pt x="940" y="20767"/>
                  </a:lnTo>
                  <a:lnTo>
                    <a:pt x="1507" y="22125"/>
                  </a:lnTo>
                  <a:lnTo>
                    <a:pt x="2238" y="23438"/>
                  </a:lnTo>
                  <a:lnTo>
                    <a:pt x="3088" y="24676"/>
                  </a:lnTo>
                  <a:lnTo>
                    <a:pt x="4088" y="25855"/>
                  </a:lnTo>
                  <a:lnTo>
                    <a:pt x="4640" y="26407"/>
                  </a:lnTo>
                  <a:lnTo>
                    <a:pt x="5192" y="26959"/>
                  </a:lnTo>
                  <a:lnTo>
                    <a:pt x="6385" y="27943"/>
                  </a:lnTo>
                  <a:lnTo>
                    <a:pt x="7653" y="28794"/>
                  </a:lnTo>
                  <a:lnTo>
                    <a:pt x="8996" y="29510"/>
                  </a:lnTo>
                  <a:lnTo>
                    <a:pt x="10413" y="30091"/>
                  </a:lnTo>
                  <a:lnTo>
                    <a:pt x="11875" y="30539"/>
                  </a:lnTo>
                  <a:lnTo>
                    <a:pt x="13382" y="30822"/>
                  </a:lnTo>
                  <a:lnTo>
                    <a:pt x="14919" y="30957"/>
                  </a:lnTo>
                  <a:lnTo>
                    <a:pt x="15694" y="30957"/>
                  </a:lnTo>
                  <a:lnTo>
                    <a:pt x="16515" y="30942"/>
                  </a:lnTo>
                  <a:lnTo>
                    <a:pt x="18096" y="30808"/>
                  </a:lnTo>
                  <a:lnTo>
                    <a:pt x="19603" y="30539"/>
                  </a:lnTo>
                  <a:lnTo>
                    <a:pt x="21035" y="30136"/>
                  </a:lnTo>
                  <a:lnTo>
                    <a:pt x="22378" y="29599"/>
                  </a:lnTo>
                  <a:lnTo>
                    <a:pt x="23646" y="28928"/>
                  </a:lnTo>
                  <a:lnTo>
                    <a:pt x="24825" y="28107"/>
                  </a:lnTo>
                  <a:lnTo>
                    <a:pt x="25944" y="27167"/>
                  </a:lnTo>
                  <a:lnTo>
                    <a:pt x="26451" y="26630"/>
                  </a:lnTo>
                  <a:lnTo>
                    <a:pt x="26913" y="26168"/>
                  </a:lnTo>
                  <a:lnTo>
                    <a:pt x="27704" y="25168"/>
                  </a:lnTo>
                  <a:lnTo>
                    <a:pt x="28390" y="24094"/>
                  </a:lnTo>
                  <a:lnTo>
                    <a:pt x="28972" y="22945"/>
                  </a:lnTo>
                  <a:lnTo>
                    <a:pt x="29434" y="21707"/>
                  </a:lnTo>
                  <a:lnTo>
                    <a:pt x="29778" y="20379"/>
                  </a:lnTo>
                  <a:lnTo>
                    <a:pt x="30001" y="18977"/>
                  </a:lnTo>
                  <a:lnTo>
                    <a:pt x="30121" y="17500"/>
                  </a:lnTo>
                  <a:lnTo>
                    <a:pt x="30136" y="16739"/>
                  </a:lnTo>
                  <a:lnTo>
                    <a:pt x="30136" y="16068"/>
                  </a:lnTo>
                  <a:lnTo>
                    <a:pt x="30016" y="14740"/>
                  </a:lnTo>
                  <a:lnTo>
                    <a:pt x="29912" y="14084"/>
                  </a:lnTo>
                  <a:lnTo>
                    <a:pt x="15680" y="14084"/>
                  </a:lnTo>
                  <a:lnTo>
                    <a:pt x="15680" y="18321"/>
                  </a:lnTo>
                  <a:lnTo>
                    <a:pt x="25809" y="18321"/>
                  </a:lnTo>
                  <a:lnTo>
                    <a:pt x="25675" y="19171"/>
                  </a:lnTo>
                  <a:lnTo>
                    <a:pt x="25287" y="20693"/>
                  </a:lnTo>
                  <a:lnTo>
                    <a:pt x="24705" y="22020"/>
                  </a:lnTo>
                  <a:lnTo>
                    <a:pt x="23959" y="23154"/>
                  </a:lnTo>
                  <a:lnTo>
                    <a:pt x="23512" y="23632"/>
                  </a:lnTo>
                  <a:lnTo>
                    <a:pt x="23124" y="24005"/>
                  </a:lnTo>
                  <a:lnTo>
                    <a:pt x="22288" y="24691"/>
                  </a:lnTo>
                  <a:lnTo>
                    <a:pt x="21423" y="25273"/>
                  </a:lnTo>
                  <a:lnTo>
                    <a:pt x="20498" y="25750"/>
                  </a:lnTo>
                  <a:lnTo>
                    <a:pt x="19514" y="26138"/>
                  </a:lnTo>
                  <a:lnTo>
                    <a:pt x="18499" y="26436"/>
                  </a:lnTo>
                  <a:lnTo>
                    <a:pt x="17410" y="26630"/>
                  </a:lnTo>
                  <a:lnTo>
                    <a:pt x="16291" y="26720"/>
                  </a:lnTo>
                  <a:lnTo>
                    <a:pt x="15694" y="26735"/>
                  </a:lnTo>
                  <a:lnTo>
                    <a:pt x="15142" y="26735"/>
                  </a:lnTo>
                  <a:lnTo>
                    <a:pt x="14039" y="26630"/>
                  </a:lnTo>
                  <a:lnTo>
                    <a:pt x="12964" y="26421"/>
                  </a:lnTo>
                  <a:lnTo>
                    <a:pt x="11920" y="26108"/>
                  </a:lnTo>
                  <a:lnTo>
                    <a:pt x="10921" y="25690"/>
                  </a:lnTo>
                  <a:lnTo>
                    <a:pt x="9966" y="25168"/>
                  </a:lnTo>
                  <a:lnTo>
                    <a:pt x="9056" y="24557"/>
                  </a:lnTo>
                  <a:lnTo>
                    <a:pt x="8220" y="23841"/>
                  </a:lnTo>
                  <a:lnTo>
                    <a:pt x="7832" y="23453"/>
                  </a:lnTo>
                  <a:lnTo>
                    <a:pt x="7430" y="23020"/>
                  </a:lnTo>
                  <a:lnTo>
                    <a:pt x="6728" y="22125"/>
                  </a:lnTo>
                  <a:lnTo>
                    <a:pt x="6117" y="21185"/>
                  </a:lnTo>
                  <a:lnTo>
                    <a:pt x="5610" y="20200"/>
                  </a:lnTo>
                  <a:lnTo>
                    <a:pt x="5207" y="19186"/>
                  </a:lnTo>
                  <a:lnTo>
                    <a:pt x="4908" y="18142"/>
                  </a:lnTo>
                  <a:lnTo>
                    <a:pt x="4714" y="17082"/>
                  </a:lnTo>
                  <a:lnTo>
                    <a:pt x="4610" y="16008"/>
                  </a:lnTo>
                  <a:lnTo>
                    <a:pt x="4610" y="14934"/>
                  </a:lnTo>
                  <a:lnTo>
                    <a:pt x="4714" y="13860"/>
                  </a:lnTo>
                  <a:lnTo>
                    <a:pt x="4908" y="12786"/>
                  </a:lnTo>
                  <a:lnTo>
                    <a:pt x="5207" y="11742"/>
                  </a:lnTo>
                  <a:lnTo>
                    <a:pt x="5610" y="10727"/>
                  </a:lnTo>
                  <a:lnTo>
                    <a:pt x="6117" y="9757"/>
                  </a:lnTo>
                  <a:lnTo>
                    <a:pt x="6728" y="8818"/>
                  </a:lnTo>
                  <a:lnTo>
                    <a:pt x="7430" y="7922"/>
                  </a:lnTo>
                  <a:lnTo>
                    <a:pt x="7832" y="7505"/>
                  </a:lnTo>
                  <a:lnTo>
                    <a:pt x="8220" y="7102"/>
                  </a:lnTo>
                  <a:lnTo>
                    <a:pt x="9056" y="6386"/>
                  </a:lnTo>
                  <a:lnTo>
                    <a:pt x="9966" y="5774"/>
                  </a:lnTo>
                  <a:lnTo>
                    <a:pt x="10921" y="5252"/>
                  </a:lnTo>
                  <a:lnTo>
                    <a:pt x="11920" y="4834"/>
                  </a:lnTo>
                  <a:lnTo>
                    <a:pt x="12964" y="4521"/>
                  </a:lnTo>
                  <a:lnTo>
                    <a:pt x="14039" y="4312"/>
                  </a:lnTo>
                  <a:lnTo>
                    <a:pt x="15142" y="4223"/>
                  </a:lnTo>
                  <a:lnTo>
                    <a:pt x="16232" y="4223"/>
                  </a:lnTo>
                  <a:lnTo>
                    <a:pt x="17291" y="4312"/>
                  </a:lnTo>
                  <a:lnTo>
                    <a:pt x="18320" y="4506"/>
                  </a:lnTo>
                  <a:lnTo>
                    <a:pt x="19335" y="4804"/>
                  </a:lnTo>
                  <a:lnTo>
                    <a:pt x="20304" y="5192"/>
                  </a:lnTo>
                  <a:lnTo>
                    <a:pt x="21229" y="5670"/>
                  </a:lnTo>
                  <a:lnTo>
                    <a:pt x="22109" y="6237"/>
                  </a:lnTo>
                  <a:lnTo>
                    <a:pt x="22945" y="6893"/>
                  </a:lnTo>
                  <a:lnTo>
                    <a:pt x="23333" y="7266"/>
                  </a:lnTo>
                  <a:lnTo>
                    <a:pt x="26316" y="4282"/>
                  </a:lnTo>
                  <a:lnTo>
                    <a:pt x="25779" y="3760"/>
                  </a:lnTo>
                  <a:lnTo>
                    <a:pt x="24631" y="2835"/>
                  </a:lnTo>
                  <a:lnTo>
                    <a:pt x="23407" y="2030"/>
                  </a:lnTo>
                  <a:lnTo>
                    <a:pt x="22109" y="1358"/>
                  </a:lnTo>
                  <a:lnTo>
                    <a:pt x="20752" y="806"/>
                  </a:lnTo>
                  <a:lnTo>
                    <a:pt x="19350" y="404"/>
                  </a:lnTo>
                  <a:lnTo>
                    <a:pt x="17917" y="135"/>
                  </a:lnTo>
                  <a:lnTo>
                    <a:pt x="16440" y="1"/>
                  </a:lnTo>
                  <a:close/>
                  <a:moveTo>
                    <a:pt x="112874" y="11011"/>
                  </a:moveTo>
                  <a:lnTo>
                    <a:pt x="111934" y="11085"/>
                  </a:lnTo>
                  <a:lnTo>
                    <a:pt x="111024" y="11264"/>
                  </a:lnTo>
                  <a:lnTo>
                    <a:pt x="110144" y="11533"/>
                  </a:lnTo>
                  <a:lnTo>
                    <a:pt x="109279" y="11891"/>
                  </a:lnTo>
                  <a:lnTo>
                    <a:pt x="108473" y="12338"/>
                  </a:lnTo>
                  <a:lnTo>
                    <a:pt x="107712" y="12861"/>
                  </a:lnTo>
                  <a:lnTo>
                    <a:pt x="106996" y="13472"/>
                  </a:lnTo>
                  <a:lnTo>
                    <a:pt x="106668" y="13800"/>
                  </a:lnTo>
                  <a:lnTo>
                    <a:pt x="106325" y="14158"/>
                  </a:lnTo>
                  <a:lnTo>
                    <a:pt x="105728" y="14904"/>
                  </a:lnTo>
                  <a:lnTo>
                    <a:pt x="105221" y="15710"/>
                  </a:lnTo>
                  <a:lnTo>
                    <a:pt x="104788" y="16545"/>
                  </a:lnTo>
                  <a:lnTo>
                    <a:pt x="104445" y="17440"/>
                  </a:lnTo>
                  <a:lnTo>
                    <a:pt x="104191" y="18395"/>
                  </a:lnTo>
                  <a:lnTo>
                    <a:pt x="104012" y="19395"/>
                  </a:lnTo>
                  <a:lnTo>
                    <a:pt x="103923" y="20439"/>
                  </a:lnTo>
                  <a:lnTo>
                    <a:pt x="103923" y="20991"/>
                  </a:lnTo>
                  <a:lnTo>
                    <a:pt x="103923" y="21483"/>
                  </a:lnTo>
                  <a:lnTo>
                    <a:pt x="103997" y="22468"/>
                  </a:lnTo>
                  <a:lnTo>
                    <a:pt x="104176" y="23438"/>
                  </a:lnTo>
                  <a:lnTo>
                    <a:pt x="104445" y="24378"/>
                  </a:lnTo>
                  <a:lnTo>
                    <a:pt x="104803" y="25273"/>
                  </a:lnTo>
                  <a:lnTo>
                    <a:pt x="105251" y="26138"/>
                  </a:lnTo>
                  <a:lnTo>
                    <a:pt x="105788" y="26959"/>
                  </a:lnTo>
                  <a:lnTo>
                    <a:pt x="106414" y="27734"/>
                  </a:lnTo>
                  <a:lnTo>
                    <a:pt x="106757" y="28092"/>
                  </a:lnTo>
                  <a:lnTo>
                    <a:pt x="107115" y="28435"/>
                  </a:lnTo>
                  <a:lnTo>
                    <a:pt x="107876" y="29077"/>
                  </a:lnTo>
                  <a:lnTo>
                    <a:pt x="108682" y="29614"/>
                  </a:lnTo>
                  <a:lnTo>
                    <a:pt x="109547" y="30077"/>
                  </a:lnTo>
                  <a:lnTo>
                    <a:pt x="110457" y="30435"/>
                  </a:lnTo>
                  <a:lnTo>
                    <a:pt x="111382" y="30718"/>
                  </a:lnTo>
                  <a:lnTo>
                    <a:pt x="112352" y="30897"/>
                  </a:lnTo>
                  <a:lnTo>
                    <a:pt x="113336" y="30972"/>
                  </a:lnTo>
                  <a:lnTo>
                    <a:pt x="113829" y="30957"/>
                  </a:lnTo>
                  <a:lnTo>
                    <a:pt x="114500" y="30972"/>
                  </a:lnTo>
                  <a:lnTo>
                    <a:pt x="115828" y="30808"/>
                  </a:lnTo>
                  <a:lnTo>
                    <a:pt x="117111" y="30464"/>
                  </a:lnTo>
                  <a:lnTo>
                    <a:pt x="118334" y="29927"/>
                  </a:lnTo>
                  <a:lnTo>
                    <a:pt x="118916" y="29584"/>
                  </a:lnTo>
                  <a:lnTo>
                    <a:pt x="119378" y="29286"/>
                  </a:lnTo>
                  <a:lnTo>
                    <a:pt x="120259" y="28600"/>
                  </a:lnTo>
                  <a:lnTo>
                    <a:pt x="121064" y="27824"/>
                  </a:lnTo>
                  <a:lnTo>
                    <a:pt x="121795" y="26973"/>
                  </a:lnTo>
                  <a:lnTo>
                    <a:pt x="122123" y="26526"/>
                  </a:lnTo>
                  <a:lnTo>
                    <a:pt x="118722" y="24258"/>
                  </a:lnTo>
                  <a:lnTo>
                    <a:pt x="118498" y="24601"/>
                  </a:lnTo>
                  <a:lnTo>
                    <a:pt x="117991" y="25213"/>
                  </a:lnTo>
                  <a:lnTo>
                    <a:pt x="117439" y="25720"/>
                  </a:lnTo>
                  <a:lnTo>
                    <a:pt x="116872" y="26153"/>
                  </a:lnTo>
                  <a:lnTo>
                    <a:pt x="116260" y="26496"/>
                  </a:lnTo>
                  <a:lnTo>
                    <a:pt x="115604" y="26765"/>
                  </a:lnTo>
                  <a:lnTo>
                    <a:pt x="114918" y="26929"/>
                  </a:lnTo>
                  <a:lnTo>
                    <a:pt x="114202" y="27018"/>
                  </a:lnTo>
                  <a:lnTo>
                    <a:pt x="113829" y="27033"/>
                  </a:lnTo>
                  <a:lnTo>
                    <a:pt x="113426" y="27018"/>
                  </a:lnTo>
                  <a:lnTo>
                    <a:pt x="112650" y="26929"/>
                  </a:lnTo>
                  <a:lnTo>
                    <a:pt x="111949" y="26735"/>
                  </a:lnTo>
                  <a:lnTo>
                    <a:pt x="111278" y="26451"/>
                  </a:lnTo>
                  <a:lnTo>
                    <a:pt x="110681" y="26078"/>
                  </a:lnTo>
                  <a:lnTo>
                    <a:pt x="110129" y="25601"/>
                  </a:lnTo>
                  <a:lnTo>
                    <a:pt x="109637" y="25034"/>
                  </a:lnTo>
                  <a:lnTo>
                    <a:pt x="109189" y="24378"/>
                  </a:lnTo>
                  <a:lnTo>
                    <a:pt x="108995" y="24005"/>
                  </a:lnTo>
                  <a:lnTo>
                    <a:pt x="122332" y="18470"/>
                  </a:lnTo>
                  <a:lnTo>
                    <a:pt x="121885" y="17336"/>
                  </a:lnTo>
                  <a:lnTo>
                    <a:pt x="121661" y="16829"/>
                  </a:lnTo>
                  <a:lnTo>
                    <a:pt x="121184" y="15844"/>
                  </a:lnTo>
                  <a:lnTo>
                    <a:pt x="120900" y="15367"/>
                  </a:lnTo>
                  <a:lnTo>
                    <a:pt x="120527" y="14830"/>
                  </a:lnTo>
                  <a:lnTo>
                    <a:pt x="119722" y="13830"/>
                  </a:lnTo>
                  <a:lnTo>
                    <a:pt x="119274" y="13353"/>
                  </a:lnTo>
                  <a:lnTo>
                    <a:pt x="118991" y="13084"/>
                  </a:lnTo>
                  <a:lnTo>
                    <a:pt x="118379" y="12607"/>
                  </a:lnTo>
                  <a:lnTo>
                    <a:pt x="117737" y="12174"/>
                  </a:lnTo>
                  <a:lnTo>
                    <a:pt x="117051" y="11816"/>
                  </a:lnTo>
                  <a:lnTo>
                    <a:pt x="116693" y="11667"/>
                  </a:lnTo>
                  <a:lnTo>
                    <a:pt x="116290" y="11503"/>
                  </a:lnTo>
                  <a:lnTo>
                    <a:pt x="115470" y="11249"/>
                  </a:lnTo>
                  <a:lnTo>
                    <a:pt x="114634" y="11085"/>
                  </a:lnTo>
                  <a:lnTo>
                    <a:pt x="113769" y="11011"/>
                  </a:lnTo>
                  <a:close/>
                  <a:moveTo>
                    <a:pt x="84872" y="11026"/>
                  </a:moveTo>
                  <a:lnTo>
                    <a:pt x="84394" y="11040"/>
                  </a:lnTo>
                  <a:lnTo>
                    <a:pt x="83469" y="11130"/>
                  </a:lnTo>
                  <a:lnTo>
                    <a:pt x="82574" y="11309"/>
                  </a:lnTo>
                  <a:lnTo>
                    <a:pt x="81709" y="11578"/>
                  </a:lnTo>
                  <a:lnTo>
                    <a:pt x="80874" y="11950"/>
                  </a:lnTo>
                  <a:lnTo>
                    <a:pt x="80083" y="12398"/>
                  </a:lnTo>
                  <a:lnTo>
                    <a:pt x="79292" y="12950"/>
                  </a:lnTo>
                  <a:lnTo>
                    <a:pt x="78546" y="13592"/>
                  </a:lnTo>
                  <a:lnTo>
                    <a:pt x="78188" y="13950"/>
                  </a:lnTo>
                  <a:lnTo>
                    <a:pt x="77845" y="14308"/>
                  </a:lnTo>
                  <a:lnTo>
                    <a:pt x="77219" y="15068"/>
                  </a:lnTo>
                  <a:lnTo>
                    <a:pt x="76682" y="15874"/>
                  </a:lnTo>
                  <a:lnTo>
                    <a:pt x="76234" y="16739"/>
                  </a:lnTo>
                  <a:lnTo>
                    <a:pt x="75861" y="17634"/>
                  </a:lnTo>
                  <a:lnTo>
                    <a:pt x="75592" y="18574"/>
                  </a:lnTo>
                  <a:lnTo>
                    <a:pt x="75399" y="19529"/>
                  </a:lnTo>
                  <a:lnTo>
                    <a:pt x="75324" y="20514"/>
                  </a:lnTo>
                  <a:lnTo>
                    <a:pt x="75324" y="21006"/>
                  </a:lnTo>
                  <a:lnTo>
                    <a:pt x="75324" y="21498"/>
                  </a:lnTo>
                  <a:lnTo>
                    <a:pt x="75399" y="22483"/>
                  </a:lnTo>
                  <a:lnTo>
                    <a:pt x="75578" y="23438"/>
                  </a:lnTo>
                  <a:lnTo>
                    <a:pt x="75861" y="24363"/>
                  </a:lnTo>
                  <a:lnTo>
                    <a:pt x="76219" y="25258"/>
                  </a:lnTo>
                  <a:lnTo>
                    <a:pt x="76682" y="26123"/>
                  </a:lnTo>
                  <a:lnTo>
                    <a:pt x="77219" y="26929"/>
                  </a:lnTo>
                  <a:lnTo>
                    <a:pt x="77845" y="27675"/>
                  </a:lnTo>
                  <a:lnTo>
                    <a:pt x="78188" y="28033"/>
                  </a:lnTo>
                  <a:lnTo>
                    <a:pt x="78546" y="28391"/>
                  </a:lnTo>
                  <a:lnTo>
                    <a:pt x="79292" y="29032"/>
                  </a:lnTo>
                  <a:lnTo>
                    <a:pt x="80068" y="29569"/>
                  </a:lnTo>
                  <a:lnTo>
                    <a:pt x="80874" y="30032"/>
                  </a:lnTo>
                  <a:lnTo>
                    <a:pt x="81709" y="30390"/>
                  </a:lnTo>
                  <a:lnTo>
                    <a:pt x="82574" y="30658"/>
                  </a:lnTo>
                  <a:lnTo>
                    <a:pt x="83469" y="30837"/>
                  </a:lnTo>
                  <a:lnTo>
                    <a:pt x="84394" y="30927"/>
                  </a:lnTo>
                  <a:lnTo>
                    <a:pt x="84872" y="30942"/>
                  </a:lnTo>
                  <a:lnTo>
                    <a:pt x="85290" y="30942"/>
                  </a:lnTo>
                  <a:lnTo>
                    <a:pt x="86095" y="30867"/>
                  </a:lnTo>
                  <a:lnTo>
                    <a:pt x="86841" y="30733"/>
                  </a:lnTo>
                  <a:lnTo>
                    <a:pt x="87542" y="30509"/>
                  </a:lnTo>
                  <a:lnTo>
                    <a:pt x="88199" y="30241"/>
                  </a:lnTo>
                  <a:lnTo>
                    <a:pt x="88810" y="29883"/>
                  </a:lnTo>
                  <a:lnTo>
                    <a:pt x="89362" y="29465"/>
                  </a:lnTo>
                  <a:lnTo>
                    <a:pt x="89870" y="28958"/>
                  </a:lnTo>
                  <a:lnTo>
                    <a:pt x="90108" y="28689"/>
                  </a:lnTo>
                  <a:lnTo>
                    <a:pt x="90257" y="28689"/>
                  </a:lnTo>
                  <a:lnTo>
                    <a:pt x="90257" y="30121"/>
                  </a:lnTo>
                  <a:lnTo>
                    <a:pt x="90242" y="30822"/>
                  </a:lnTo>
                  <a:lnTo>
                    <a:pt x="90078" y="32076"/>
                  </a:lnTo>
                  <a:lnTo>
                    <a:pt x="89735" y="33165"/>
                  </a:lnTo>
                  <a:lnTo>
                    <a:pt x="89198" y="34090"/>
                  </a:lnTo>
                  <a:lnTo>
                    <a:pt x="88855" y="34477"/>
                  </a:lnTo>
                  <a:lnTo>
                    <a:pt x="88482" y="34850"/>
                  </a:lnTo>
                  <a:lnTo>
                    <a:pt x="87647" y="35417"/>
                  </a:lnTo>
                  <a:lnTo>
                    <a:pt x="86662" y="35790"/>
                  </a:lnTo>
                  <a:lnTo>
                    <a:pt x="85543" y="35984"/>
                  </a:lnTo>
                  <a:lnTo>
                    <a:pt x="84946" y="35999"/>
                  </a:lnTo>
                  <a:lnTo>
                    <a:pt x="84514" y="35984"/>
                  </a:lnTo>
                  <a:lnTo>
                    <a:pt x="83678" y="35865"/>
                  </a:lnTo>
                  <a:lnTo>
                    <a:pt x="82873" y="35596"/>
                  </a:lnTo>
                  <a:lnTo>
                    <a:pt x="82142" y="35194"/>
                  </a:lnTo>
                  <a:lnTo>
                    <a:pt x="81814" y="34940"/>
                  </a:lnTo>
                  <a:lnTo>
                    <a:pt x="81500" y="34671"/>
                  </a:lnTo>
                  <a:lnTo>
                    <a:pt x="80948" y="34105"/>
                  </a:lnTo>
                  <a:lnTo>
                    <a:pt x="80486" y="33478"/>
                  </a:lnTo>
                  <a:lnTo>
                    <a:pt x="80083" y="32792"/>
                  </a:lnTo>
                  <a:lnTo>
                    <a:pt x="79919" y="32434"/>
                  </a:lnTo>
                  <a:lnTo>
                    <a:pt x="76100" y="34015"/>
                  </a:lnTo>
                  <a:lnTo>
                    <a:pt x="76383" y="34627"/>
                  </a:lnTo>
                  <a:lnTo>
                    <a:pt x="77054" y="35760"/>
                  </a:lnTo>
                  <a:lnTo>
                    <a:pt x="77875" y="36805"/>
                  </a:lnTo>
                  <a:lnTo>
                    <a:pt x="78815" y="37730"/>
                  </a:lnTo>
                  <a:lnTo>
                    <a:pt x="79352" y="38147"/>
                  </a:lnTo>
                  <a:lnTo>
                    <a:pt x="79919" y="38565"/>
                  </a:lnTo>
                  <a:lnTo>
                    <a:pt x="81187" y="39222"/>
                  </a:lnTo>
                  <a:lnTo>
                    <a:pt x="82589" y="39669"/>
                  </a:lnTo>
                  <a:lnTo>
                    <a:pt x="84111" y="39893"/>
                  </a:lnTo>
                  <a:lnTo>
                    <a:pt x="84946" y="39908"/>
                  </a:lnTo>
                  <a:lnTo>
                    <a:pt x="85454" y="39908"/>
                  </a:lnTo>
                  <a:lnTo>
                    <a:pt x="86438" y="39818"/>
                  </a:lnTo>
                  <a:lnTo>
                    <a:pt x="87393" y="39669"/>
                  </a:lnTo>
                  <a:lnTo>
                    <a:pt x="88288" y="39416"/>
                  </a:lnTo>
                  <a:lnTo>
                    <a:pt x="89139" y="39102"/>
                  </a:lnTo>
                  <a:lnTo>
                    <a:pt x="89944" y="38699"/>
                  </a:lnTo>
                  <a:lnTo>
                    <a:pt x="90705" y="38207"/>
                  </a:lnTo>
                  <a:lnTo>
                    <a:pt x="91406" y="37640"/>
                  </a:lnTo>
                  <a:lnTo>
                    <a:pt x="91749" y="37327"/>
                  </a:lnTo>
                  <a:lnTo>
                    <a:pt x="92077" y="36984"/>
                  </a:lnTo>
                  <a:lnTo>
                    <a:pt x="92659" y="36268"/>
                  </a:lnTo>
                  <a:lnTo>
                    <a:pt x="93152" y="35447"/>
                  </a:lnTo>
                  <a:lnTo>
                    <a:pt x="93569" y="34567"/>
                  </a:lnTo>
                  <a:lnTo>
                    <a:pt x="93898" y="33582"/>
                  </a:lnTo>
                  <a:lnTo>
                    <a:pt x="94151" y="32523"/>
                  </a:lnTo>
                  <a:lnTo>
                    <a:pt x="94315" y="31389"/>
                  </a:lnTo>
                  <a:lnTo>
                    <a:pt x="94405" y="30166"/>
                  </a:lnTo>
                  <a:lnTo>
                    <a:pt x="94420" y="29525"/>
                  </a:lnTo>
                  <a:lnTo>
                    <a:pt x="94420" y="11622"/>
                  </a:lnTo>
                  <a:lnTo>
                    <a:pt x="90257" y="11622"/>
                  </a:lnTo>
                  <a:lnTo>
                    <a:pt x="90257" y="13248"/>
                  </a:lnTo>
                  <a:lnTo>
                    <a:pt x="90108" y="13248"/>
                  </a:lnTo>
                  <a:lnTo>
                    <a:pt x="89870" y="12995"/>
                  </a:lnTo>
                  <a:lnTo>
                    <a:pt x="89377" y="12547"/>
                  </a:lnTo>
                  <a:lnTo>
                    <a:pt x="88840" y="12144"/>
                  </a:lnTo>
                  <a:lnTo>
                    <a:pt x="88258" y="11801"/>
                  </a:lnTo>
                  <a:lnTo>
                    <a:pt x="87945" y="11667"/>
                  </a:lnTo>
                  <a:lnTo>
                    <a:pt x="87572" y="11503"/>
                  </a:lnTo>
                  <a:lnTo>
                    <a:pt x="86826" y="11264"/>
                  </a:lnTo>
                  <a:lnTo>
                    <a:pt x="86050" y="11100"/>
                  </a:lnTo>
                  <a:lnTo>
                    <a:pt x="85260" y="11026"/>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nvGrpSpPr>
            <p:cNvPr id="186" name="Google Shape;186;p47"/>
            <p:cNvGrpSpPr/>
            <p:nvPr/>
          </p:nvGrpSpPr>
          <p:grpSpPr>
            <a:xfrm>
              <a:off x="2430468" y="2536041"/>
              <a:ext cx="644676" cy="193721"/>
              <a:chOff x="2430468" y="2536041"/>
              <a:chExt cx="644676" cy="193721"/>
            </a:xfrm>
          </p:grpSpPr>
          <p:sp>
            <p:nvSpPr>
              <p:cNvPr id="187" name="Google Shape;187;p47"/>
              <p:cNvSpPr/>
              <p:nvPr/>
            </p:nvSpPr>
            <p:spPr>
              <a:xfrm>
                <a:off x="2430468" y="2536041"/>
                <a:ext cx="169523" cy="193515"/>
              </a:xfrm>
              <a:custGeom>
                <a:rect b="b" l="l" r="r" t="t"/>
                <a:pathLst>
                  <a:path extrusionOk="0" h="28271" w="24766">
                    <a:moveTo>
                      <a:pt x="14069" y="0"/>
                    </a:moveTo>
                    <a:lnTo>
                      <a:pt x="13323" y="15"/>
                    </a:lnTo>
                    <a:lnTo>
                      <a:pt x="11891" y="149"/>
                    </a:lnTo>
                    <a:lnTo>
                      <a:pt x="10518" y="403"/>
                    </a:lnTo>
                    <a:lnTo>
                      <a:pt x="9205" y="776"/>
                    </a:lnTo>
                    <a:lnTo>
                      <a:pt x="7952" y="1283"/>
                    </a:lnTo>
                    <a:lnTo>
                      <a:pt x="6759" y="1910"/>
                    </a:lnTo>
                    <a:lnTo>
                      <a:pt x="5625" y="2670"/>
                    </a:lnTo>
                    <a:lnTo>
                      <a:pt x="4566" y="3551"/>
                    </a:lnTo>
                    <a:lnTo>
                      <a:pt x="4059" y="4058"/>
                    </a:lnTo>
                    <a:lnTo>
                      <a:pt x="3551" y="4565"/>
                    </a:lnTo>
                    <a:lnTo>
                      <a:pt x="2671" y="5639"/>
                    </a:lnTo>
                    <a:lnTo>
                      <a:pt x="1910" y="6773"/>
                    </a:lnTo>
                    <a:lnTo>
                      <a:pt x="1284" y="7967"/>
                    </a:lnTo>
                    <a:lnTo>
                      <a:pt x="776" y="9235"/>
                    </a:lnTo>
                    <a:lnTo>
                      <a:pt x="389" y="10562"/>
                    </a:lnTo>
                    <a:lnTo>
                      <a:pt x="135" y="11935"/>
                    </a:lnTo>
                    <a:lnTo>
                      <a:pt x="16" y="13382"/>
                    </a:lnTo>
                    <a:lnTo>
                      <a:pt x="1" y="14143"/>
                    </a:lnTo>
                    <a:lnTo>
                      <a:pt x="16" y="14889"/>
                    </a:lnTo>
                    <a:lnTo>
                      <a:pt x="150" y="16336"/>
                    </a:lnTo>
                    <a:lnTo>
                      <a:pt x="403" y="17723"/>
                    </a:lnTo>
                    <a:lnTo>
                      <a:pt x="776" y="19051"/>
                    </a:lnTo>
                    <a:lnTo>
                      <a:pt x="1284" y="20319"/>
                    </a:lnTo>
                    <a:lnTo>
                      <a:pt x="1910" y="21513"/>
                    </a:lnTo>
                    <a:lnTo>
                      <a:pt x="2671" y="22646"/>
                    </a:lnTo>
                    <a:lnTo>
                      <a:pt x="3551" y="23721"/>
                    </a:lnTo>
                    <a:lnTo>
                      <a:pt x="4059" y="24228"/>
                    </a:lnTo>
                    <a:lnTo>
                      <a:pt x="4566" y="24720"/>
                    </a:lnTo>
                    <a:lnTo>
                      <a:pt x="5640" y="25615"/>
                    </a:lnTo>
                    <a:lnTo>
                      <a:pt x="6774" y="26376"/>
                    </a:lnTo>
                    <a:lnTo>
                      <a:pt x="7967" y="27003"/>
                    </a:lnTo>
                    <a:lnTo>
                      <a:pt x="9220" y="27510"/>
                    </a:lnTo>
                    <a:lnTo>
                      <a:pt x="10518" y="27883"/>
                    </a:lnTo>
                    <a:lnTo>
                      <a:pt x="11891" y="28136"/>
                    </a:lnTo>
                    <a:lnTo>
                      <a:pt x="13323" y="28271"/>
                    </a:lnTo>
                    <a:lnTo>
                      <a:pt x="14860" y="28271"/>
                    </a:lnTo>
                    <a:lnTo>
                      <a:pt x="16411" y="28107"/>
                    </a:lnTo>
                    <a:lnTo>
                      <a:pt x="17933" y="27763"/>
                    </a:lnTo>
                    <a:lnTo>
                      <a:pt x="19410" y="27256"/>
                    </a:lnTo>
                    <a:lnTo>
                      <a:pt x="20126" y="26928"/>
                    </a:lnTo>
                    <a:lnTo>
                      <a:pt x="20797" y="26615"/>
                    </a:lnTo>
                    <a:lnTo>
                      <a:pt x="22050" y="25869"/>
                    </a:lnTo>
                    <a:lnTo>
                      <a:pt x="23214" y="24974"/>
                    </a:lnTo>
                    <a:lnTo>
                      <a:pt x="24288" y="23959"/>
                    </a:lnTo>
                    <a:lnTo>
                      <a:pt x="24765" y="23407"/>
                    </a:lnTo>
                    <a:lnTo>
                      <a:pt x="22349" y="20990"/>
                    </a:lnTo>
                    <a:lnTo>
                      <a:pt x="21916" y="21468"/>
                    </a:lnTo>
                    <a:lnTo>
                      <a:pt x="21021" y="22333"/>
                    </a:lnTo>
                    <a:lnTo>
                      <a:pt x="20066" y="23064"/>
                    </a:lnTo>
                    <a:lnTo>
                      <a:pt x="19082" y="23676"/>
                    </a:lnTo>
                    <a:lnTo>
                      <a:pt x="18037" y="24168"/>
                    </a:lnTo>
                    <a:lnTo>
                      <a:pt x="16948" y="24541"/>
                    </a:lnTo>
                    <a:lnTo>
                      <a:pt x="15829" y="24780"/>
                    </a:lnTo>
                    <a:lnTo>
                      <a:pt x="14651" y="24914"/>
                    </a:lnTo>
                    <a:lnTo>
                      <a:pt x="13517" y="24914"/>
                    </a:lnTo>
                    <a:lnTo>
                      <a:pt x="12488" y="24839"/>
                    </a:lnTo>
                    <a:lnTo>
                      <a:pt x="11473" y="24645"/>
                    </a:lnTo>
                    <a:lnTo>
                      <a:pt x="10488" y="24377"/>
                    </a:lnTo>
                    <a:lnTo>
                      <a:pt x="9534" y="23989"/>
                    </a:lnTo>
                    <a:lnTo>
                      <a:pt x="8624" y="23512"/>
                    </a:lnTo>
                    <a:lnTo>
                      <a:pt x="7773" y="22945"/>
                    </a:lnTo>
                    <a:lnTo>
                      <a:pt x="6968" y="22303"/>
                    </a:lnTo>
                    <a:lnTo>
                      <a:pt x="6595" y="21930"/>
                    </a:lnTo>
                    <a:lnTo>
                      <a:pt x="6207" y="21557"/>
                    </a:lnTo>
                    <a:lnTo>
                      <a:pt x="5550" y="20752"/>
                    </a:lnTo>
                    <a:lnTo>
                      <a:pt x="4983" y="19886"/>
                    </a:lnTo>
                    <a:lnTo>
                      <a:pt x="4506" y="18976"/>
                    </a:lnTo>
                    <a:lnTo>
                      <a:pt x="4118" y="17992"/>
                    </a:lnTo>
                    <a:lnTo>
                      <a:pt x="3835" y="16962"/>
                    </a:lnTo>
                    <a:lnTo>
                      <a:pt x="3656" y="15873"/>
                    </a:lnTo>
                    <a:lnTo>
                      <a:pt x="3551" y="14725"/>
                    </a:lnTo>
                    <a:lnTo>
                      <a:pt x="3551" y="14128"/>
                    </a:lnTo>
                    <a:lnTo>
                      <a:pt x="3551" y="13516"/>
                    </a:lnTo>
                    <a:lnTo>
                      <a:pt x="3656" y="12368"/>
                    </a:lnTo>
                    <a:lnTo>
                      <a:pt x="3835" y="11278"/>
                    </a:lnTo>
                    <a:lnTo>
                      <a:pt x="4118" y="10249"/>
                    </a:lnTo>
                    <a:lnTo>
                      <a:pt x="4506" y="9264"/>
                    </a:lnTo>
                    <a:lnTo>
                      <a:pt x="4983" y="8354"/>
                    </a:lnTo>
                    <a:lnTo>
                      <a:pt x="5550" y="7489"/>
                    </a:lnTo>
                    <a:lnTo>
                      <a:pt x="6207" y="6684"/>
                    </a:lnTo>
                    <a:lnTo>
                      <a:pt x="6595" y="6311"/>
                    </a:lnTo>
                    <a:lnTo>
                      <a:pt x="6968" y="5938"/>
                    </a:lnTo>
                    <a:lnTo>
                      <a:pt x="7773" y="5296"/>
                    </a:lnTo>
                    <a:lnTo>
                      <a:pt x="8624" y="4729"/>
                    </a:lnTo>
                    <a:lnTo>
                      <a:pt x="9534" y="4252"/>
                    </a:lnTo>
                    <a:lnTo>
                      <a:pt x="10488" y="3864"/>
                    </a:lnTo>
                    <a:lnTo>
                      <a:pt x="11473" y="3595"/>
                    </a:lnTo>
                    <a:lnTo>
                      <a:pt x="12488" y="3401"/>
                    </a:lnTo>
                    <a:lnTo>
                      <a:pt x="13517" y="3327"/>
                    </a:lnTo>
                    <a:lnTo>
                      <a:pt x="14636" y="3327"/>
                    </a:lnTo>
                    <a:lnTo>
                      <a:pt x="15755" y="3446"/>
                    </a:lnTo>
                    <a:lnTo>
                      <a:pt x="16829" y="3655"/>
                    </a:lnTo>
                    <a:lnTo>
                      <a:pt x="17828" y="3968"/>
                    </a:lnTo>
                    <a:lnTo>
                      <a:pt x="18768" y="4401"/>
                    </a:lnTo>
                    <a:lnTo>
                      <a:pt x="19648" y="4938"/>
                    </a:lnTo>
                    <a:lnTo>
                      <a:pt x="20454" y="5580"/>
                    </a:lnTo>
                    <a:lnTo>
                      <a:pt x="21215" y="6340"/>
                    </a:lnTo>
                    <a:lnTo>
                      <a:pt x="21558" y="6758"/>
                    </a:lnTo>
                    <a:lnTo>
                      <a:pt x="23990" y="4401"/>
                    </a:lnTo>
                    <a:lnTo>
                      <a:pt x="23497" y="3864"/>
                    </a:lnTo>
                    <a:lnTo>
                      <a:pt x="22483" y="2909"/>
                    </a:lnTo>
                    <a:lnTo>
                      <a:pt x="21394" y="2074"/>
                    </a:lnTo>
                    <a:lnTo>
                      <a:pt x="20215" y="1387"/>
                    </a:lnTo>
                    <a:lnTo>
                      <a:pt x="18977" y="835"/>
                    </a:lnTo>
                    <a:lnTo>
                      <a:pt x="17664" y="433"/>
                    </a:lnTo>
                    <a:lnTo>
                      <a:pt x="16277" y="149"/>
                    </a:lnTo>
                    <a:lnTo>
                      <a:pt x="14830" y="15"/>
                    </a:lnTo>
                    <a:lnTo>
                      <a:pt x="14069"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88" name="Google Shape;188;p47"/>
              <p:cNvSpPr/>
              <p:nvPr/>
            </p:nvSpPr>
            <p:spPr>
              <a:xfrm>
                <a:off x="2621430" y="2540429"/>
                <a:ext cx="23800" cy="185041"/>
              </a:xfrm>
              <a:custGeom>
                <a:rect b="b" l="l" r="r" t="t"/>
                <a:pathLst>
                  <a:path extrusionOk="0" h="27033" w="3477">
                    <a:moveTo>
                      <a:pt x="0" y="1"/>
                    </a:moveTo>
                    <a:lnTo>
                      <a:pt x="0" y="27033"/>
                    </a:lnTo>
                    <a:lnTo>
                      <a:pt x="3476" y="27033"/>
                    </a:lnTo>
                    <a:lnTo>
                      <a:pt x="347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89" name="Google Shape;189;p47"/>
              <p:cNvSpPr/>
              <p:nvPr/>
            </p:nvSpPr>
            <p:spPr>
              <a:xfrm>
                <a:off x="2665546" y="2594655"/>
                <a:ext cx="130411" cy="135107"/>
              </a:xfrm>
              <a:custGeom>
                <a:rect b="b" l="l" r="r" t="t"/>
                <a:pathLst>
                  <a:path extrusionOk="0" h="19738" w="19052">
                    <a:moveTo>
                      <a:pt x="9101" y="3193"/>
                    </a:moveTo>
                    <a:lnTo>
                      <a:pt x="10219" y="3223"/>
                    </a:lnTo>
                    <a:lnTo>
                      <a:pt x="11308" y="3461"/>
                    </a:lnTo>
                    <a:lnTo>
                      <a:pt x="12353" y="3924"/>
                    </a:lnTo>
                    <a:lnTo>
                      <a:pt x="13308" y="4595"/>
                    </a:lnTo>
                    <a:lnTo>
                      <a:pt x="13740" y="5013"/>
                    </a:lnTo>
                    <a:lnTo>
                      <a:pt x="14173" y="5490"/>
                    </a:lnTo>
                    <a:lnTo>
                      <a:pt x="14829" y="6550"/>
                    </a:lnTo>
                    <a:lnTo>
                      <a:pt x="15292" y="7758"/>
                    </a:lnTo>
                    <a:lnTo>
                      <a:pt x="15516" y="9116"/>
                    </a:lnTo>
                    <a:lnTo>
                      <a:pt x="15530" y="9861"/>
                    </a:lnTo>
                    <a:lnTo>
                      <a:pt x="15516" y="10607"/>
                    </a:lnTo>
                    <a:lnTo>
                      <a:pt x="15292" y="11965"/>
                    </a:lnTo>
                    <a:lnTo>
                      <a:pt x="14844" y="13173"/>
                    </a:lnTo>
                    <a:lnTo>
                      <a:pt x="14173" y="14248"/>
                    </a:lnTo>
                    <a:lnTo>
                      <a:pt x="13740" y="14710"/>
                    </a:lnTo>
                    <a:lnTo>
                      <a:pt x="13516" y="14934"/>
                    </a:lnTo>
                    <a:lnTo>
                      <a:pt x="13069" y="15337"/>
                    </a:lnTo>
                    <a:lnTo>
                      <a:pt x="12069" y="15948"/>
                    </a:lnTo>
                    <a:lnTo>
                      <a:pt x="11010" y="16351"/>
                    </a:lnTo>
                    <a:lnTo>
                      <a:pt x="9891" y="16530"/>
                    </a:lnTo>
                    <a:lnTo>
                      <a:pt x="8772" y="16500"/>
                    </a:lnTo>
                    <a:lnTo>
                      <a:pt x="7668" y="16262"/>
                    </a:lnTo>
                    <a:lnTo>
                      <a:pt x="6639" y="15799"/>
                    </a:lnTo>
                    <a:lnTo>
                      <a:pt x="5684" y="15143"/>
                    </a:lnTo>
                    <a:lnTo>
                      <a:pt x="5252" y="14710"/>
                    </a:lnTo>
                    <a:lnTo>
                      <a:pt x="4819" y="14248"/>
                    </a:lnTo>
                    <a:lnTo>
                      <a:pt x="4148" y="13173"/>
                    </a:lnTo>
                    <a:lnTo>
                      <a:pt x="3700" y="11965"/>
                    </a:lnTo>
                    <a:lnTo>
                      <a:pt x="3476" y="10607"/>
                    </a:lnTo>
                    <a:lnTo>
                      <a:pt x="3461" y="9861"/>
                    </a:lnTo>
                    <a:lnTo>
                      <a:pt x="3476" y="9116"/>
                    </a:lnTo>
                    <a:lnTo>
                      <a:pt x="3700" y="7758"/>
                    </a:lnTo>
                    <a:lnTo>
                      <a:pt x="4148" y="6550"/>
                    </a:lnTo>
                    <a:lnTo>
                      <a:pt x="4819" y="5490"/>
                    </a:lnTo>
                    <a:lnTo>
                      <a:pt x="5252" y="5013"/>
                    </a:lnTo>
                    <a:lnTo>
                      <a:pt x="5475" y="4789"/>
                    </a:lnTo>
                    <a:lnTo>
                      <a:pt x="5923" y="4401"/>
                    </a:lnTo>
                    <a:lnTo>
                      <a:pt x="6922" y="3775"/>
                    </a:lnTo>
                    <a:lnTo>
                      <a:pt x="7982" y="3372"/>
                    </a:lnTo>
                    <a:lnTo>
                      <a:pt x="9101" y="3193"/>
                    </a:lnTo>
                    <a:close/>
                    <a:moveTo>
                      <a:pt x="9011" y="0"/>
                    </a:moveTo>
                    <a:lnTo>
                      <a:pt x="8011" y="90"/>
                    </a:lnTo>
                    <a:lnTo>
                      <a:pt x="7057" y="269"/>
                    </a:lnTo>
                    <a:lnTo>
                      <a:pt x="6162" y="537"/>
                    </a:lnTo>
                    <a:lnTo>
                      <a:pt x="5311" y="880"/>
                    </a:lnTo>
                    <a:lnTo>
                      <a:pt x="4491" y="1328"/>
                    </a:lnTo>
                    <a:lnTo>
                      <a:pt x="3730" y="1850"/>
                    </a:lnTo>
                    <a:lnTo>
                      <a:pt x="3014" y="2477"/>
                    </a:lnTo>
                    <a:lnTo>
                      <a:pt x="2686" y="2820"/>
                    </a:lnTo>
                    <a:lnTo>
                      <a:pt x="2357" y="3178"/>
                    </a:lnTo>
                    <a:lnTo>
                      <a:pt x="1776" y="3924"/>
                    </a:lnTo>
                    <a:lnTo>
                      <a:pt x="1268" y="4715"/>
                    </a:lnTo>
                    <a:lnTo>
                      <a:pt x="851" y="5550"/>
                    </a:lnTo>
                    <a:lnTo>
                      <a:pt x="507" y="6430"/>
                    </a:lnTo>
                    <a:lnTo>
                      <a:pt x="254" y="7355"/>
                    </a:lnTo>
                    <a:lnTo>
                      <a:pt x="90" y="8325"/>
                    </a:lnTo>
                    <a:lnTo>
                      <a:pt x="0" y="9339"/>
                    </a:lnTo>
                    <a:lnTo>
                      <a:pt x="0" y="9861"/>
                    </a:lnTo>
                    <a:lnTo>
                      <a:pt x="0" y="10399"/>
                    </a:lnTo>
                    <a:lnTo>
                      <a:pt x="90" y="11413"/>
                    </a:lnTo>
                    <a:lnTo>
                      <a:pt x="254" y="12383"/>
                    </a:lnTo>
                    <a:lnTo>
                      <a:pt x="507" y="13308"/>
                    </a:lnTo>
                    <a:lnTo>
                      <a:pt x="836" y="14188"/>
                    </a:lnTo>
                    <a:lnTo>
                      <a:pt x="1253" y="15023"/>
                    </a:lnTo>
                    <a:lnTo>
                      <a:pt x="1761" y="15814"/>
                    </a:lnTo>
                    <a:lnTo>
                      <a:pt x="2342" y="16560"/>
                    </a:lnTo>
                    <a:lnTo>
                      <a:pt x="2686" y="16918"/>
                    </a:lnTo>
                    <a:lnTo>
                      <a:pt x="3014" y="17261"/>
                    </a:lnTo>
                    <a:lnTo>
                      <a:pt x="3730" y="17873"/>
                    </a:lnTo>
                    <a:lnTo>
                      <a:pt x="4491" y="18410"/>
                    </a:lnTo>
                    <a:lnTo>
                      <a:pt x="5311" y="18842"/>
                    </a:lnTo>
                    <a:lnTo>
                      <a:pt x="6162" y="19200"/>
                    </a:lnTo>
                    <a:lnTo>
                      <a:pt x="7057" y="19454"/>
                    </a:lnTo>
                    <a:lnTo>
                      <a:pt x="8011" y="19633"/>
                    </a:lnTo>
                    <a:lnTo>
                      <a:pt x="9011" y="19723"/>
                    </a:lnTo>
                    <a:lnTo>
                      <a:pt x="9518" y="19738"/>
                    </a:lnTo>
                    <a:lnTo>
                      <a:pt x="10040" y="19723"/>
                    </a:lnTo>
                    <a:lnTo>
                      <a:pt x="11040" y="19633"/>
                    </a:lnTo>
                    <a:lnTo>
                      <a:pt x="11980" y="19454"/>
                    </a:lnTo>
                    <a:lnTo>
                      <a:pt x="12890" y="19200"/>
                    </a:lnTo>
                    <a:lnTo>
                      <a:pt x="13740" y="18842"/>
                    </a:lnTo>
                    <a:lnTo>
                      <a:pt x="14546" y="18410"/>
                    </a:lnTo>
                    <a:lnTo>
                      <a:pt x="15307" y="17873"/>
                    </a:lnTo>
                    <a:lnTo>
                      <a:pt x="16023" y="17261"/>
                    </a:lnTo>
                    <a:lnTo>
                      <a:pt x="16366" y="16918"/>
                    </a:lnTo>
                    <a:lnTo>
                      <a:pt x="16694" y="16560"/>
                    </a:lnTo>
                    <a:lnTo>
                      <a:pt x="17276" y="15814"/>
                    </a:lnTo>
                    <a:lnTo>
                      <a:pt x="17783" y="15023"/>
                    </a:lnTo>
                    <a:lnTo>
                      <a:pt x="18201" y="14188"/>
                    </a:lnTo>
                    <a:lnTo>
                      <a:pt x="18544" y="13308"/>
                    </a:lnTo>
                    <a:lnTo>
                      <a:pt x="18798" y="12383"/>
                    </a:lnTo>
                    <a:lnTo>
                      <a:pt x="18962" y="11413"/>
                    </a:lnTo>
                    <a:lnTo>
                      <a:pt x="19051" y="10399"/>
                    </a:lnTo>
                    <a:lnTo>
                      <a:pt x="19051" y="9861"/>
                    </a:lnTo>
                    <a:lnTo>
                      <a:pt x="19051" y="9339"/>
                    </a:lnTo>
                    <a:lnTo>
                      <a:pt x="18962" y="8325"/>
                    </a:lnTo>
                    <a:lnTo>
                      <a:pt x="18798" y="7355"/>
                    </a:lnTo>
                    <a:lnTo>
                      <a:pt x="18544" y="6430"/>
                    </a:lnTo>
                    <a:lnTo>
                      <a:pt x="18201" y="5550"/>
                    </a:lnTo>
                    <a:lnTo>
                      <a:pt x="17783" y="4715"/>
                    </a:lnTo>
                    <a:lnTo>
                      <a:pt x="17276" y="3924"/>
                    </a:lnTo>
                    <a:lnTo>
                      <a:pt x="16694" y="3178"/>
                    </a:lnTo>
                    <a:lnTo>
                      <a:pt x="16366" y="2820"/>
                    </a:lnTo>
                    <a:lnTo>
                      <a:pt x="16023" y="2477"/>
                    </a:lnTo>
                    <a:lnTo>
                      <a:pt x="15307" y="1850"/>
                    </a:lnTo>
                    <a:lnTo>
                      <a:pt x="14546" y="1328"/>
                    </a:lnTo>
                    <a:lnTo>
                      <a:pt x="13740" y="880"/>
                    </a:lnTo>
                    <a:lnTo>
                      <a:pt x="12890" y="537"/>
                    </a:lnTo>
                    <a:lnTo>
                      <a:pt x="11980" y="269"/>
                    </a:lnTo>
                    <a:lnTo>
                      <a:pt x="11040" y="90"/>
                    </a:lnTo>
                    <a:lnTo>
                      <a:pt x="1004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90" name="Google Shape;190;p47"/>
              <p:cNvSpPr/>
              <p:nvPr/>
            </p:nvSpPr>
            <p:spPr>
              <a:xfrm>
                <a:off x="2815349" y="2598741"/>
                <a:ext cx="112135" cy="130815"/>
              </a:xfrm>
              <a:custGeom>
                <a:rect b="b" l="l" r="r" t="t"/>
                <a:pathLst>
                  <a:path extrusionOk="0" h="19111" w="16382">
                    <a:moveTo>
                      <a:pt x="12905" y="0"/>
                    </a:moveTo>
                    <a:lnTo>
                      <a:pt x="12905" y="10204"/>
                    </a:lnTo>
                    <a:lnTo>
                      <a:pt x="12890" y="10741"/>
                    </a:lnTo>
                    <a:lnTo>
                      <a:pt x="12726" y="11816"/>
                    </a:lnTo>
                    <a:lnTo>
                      <a:pt x="12383" y="12830"/>
                    </a:lnTo>
                    <a:lnTo>
                      <a:pt x="11861" y="13770"/>
                    </a:lnTo>
                    <a:lnTo>
                      <a:pt x="11548" y="14217"/>
                    </a:lnTo>
                    <a:lnTo>
                      <a:pt x="11219" y="14620"/>
                    </a:lnTo>
                    <a:lnTo>
                      <a:pt x="10444" y="15262"/>
                    </a:lnTo>
                    <a:lnTo>
                      <a:pt x="9534" y="15709"/>
                    </a:lnTo>
                    <a:lnTo>
                      <a:pt x="8549" y="15933"/>
                    </a:lnTo>
                    <a:lnTo>
                      <a:pt x="8042" y="15948"/>
                    </a:lnTo>
                    <a:lnTo>
                      <a:pt x="7475" y="15933"/>
                    </a:lnTo>
                    <a:lnTo>
                      <a:pt x="6475" y="15769"/>
                    </a:lnTo>
                    <a:lnTo>
                      <a:pt x="5625" y="15441"/>
                    </a:lnTo>
                    <a:lnTo>
                      <a:pt x="4909" y="14963"/>
                    </a:lnTo>
                    <a:lnTo>
                      <a:pt x="4342" y="14322"/>
                    </a:lnTo>
                    <a:lnTo>
                      <a:pt x="3909" y="13516"/>
                    </a:lnTo>
                    <a:lnTo>
                      <a:pt x="3626" y="12547"/>
                    </a:lnTo>
                    <a:lnTo>
                      <a:pt x="3477" y="11413"/>
                    </a:lnTo>
                    <a:lnTo>
                      <a:pt x="3477" y="10786"/>
                    </a:lnTo>
                    <a:lnTo>
                      <a:pt x="3477" y="15"/>
                    </a:lnTo>
                    <a:lnTo>
                      <a:pt x="1" y="15"/>
                    </a:lnTo>
                    <a:lnTo>
                      <a:pt x="1" y="11338"/>
                    </a:lnTo>
                    <a:lnTo>
                      <a:pt x="16" y="12218"/>
                    </a:lnTo>
                    <a:lnTo>
                      <a:pt x="239" y="13800"/>
                    </a:lnTo>
                    <a:lnTo>
                      <a:pt x="687" y="15217"/>
                    </a:lnTo>
                    <a:lnTo>
                      <a:pt x="1179" y="16157"/>
                    </a:lnTo>
                    <a:lnTo>
                      <a:pt x="1567" y="16739"/>
                    </a:lnTo>
                    <a:lnTo>
                      <a:pt x="1791" y="17007"/>
                    </a:lnTo>
                    <a:lnTo>
                      <a:pt x="2015" y="17261"/>
                    </a:lnTo>
                    <a:lnTo>
                      <a:pt x="2522" y="17723"/>
                    </a:lnTo>
                    <a:lnTo>
                      <a:pt x="3074" y="18111"/>
                    </a:lnTo>
                    <a:lnTo>
                      <a:pt x="3671" y="18454"/>
                    </a:lnTo>
                    <a:lnTo>
                      <a:pt x="4327" y="18708"/>
                    </a:lnTo>
                    <a:lnTo>
                      <a:pt x="5043" y="18917"/>
                    </a:lnTo>
                    <a:lnTo>
                      <a:pt x="5804" y="19036"/>
                    </a:lnTo>
                    <a:lnTo>
                      <a:pt x="6625" y="19111"/>
                    </a:lnTo>
                    <a:lnTo>
                      <a:pt x="7505" y="19111"/>
                    </a:lnTo>
                    <a:lnTo>
                      <a:pt x="8385" y="18991"/>
                    </a:lnTo>
                    <a:lnTo>
                      <a:pt x="9250" y="18753"/>
                    </a:lnTo>
                    <a:lnTo>
                      <a:pt x="10086" y="18410"/>
                    </a:lnTo>
                    <a:lnTo>
                      <a:pt x="10488" y="18186"/>
                    </a:lnTo>
                    <a:lnTo>
                      <a:pt x="10847" y="17977"/>
                    </a:lnTo>
                    <a:lnTo>
                      <a:pt x="11533" y="17499"/>
                    </a:lnTo>
                    <a:lnTo>
                      <a:pt x="12144" y="16933"/>
                    </a:lnTo>
                    <a:lnTo>
                      <a:pt x="12667" y="16291"/>
                    </a:lnTo>
                    <a:lnTo>
                      <a:pt x="12905" y="15948"/>
                    </a:lnTo>
                    <a:lnTo>
                      <a:pt x="13054" y="15948"/>
                    </a:lnTo>
                    <a:lnTo>
                      <a:pt x="13054" y="18514"/>
                    </a:lnTo>
                    <a:lnTo>
                      <a:pt x="16381" y="18514"/>
                    </a:lnTo>
                    <a:lnTo>
                      <a:pt x="16366"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91" name="Google Shape;191;p47"/>
              <p:cNvSpPr/>
              <p:nvPr/>
            </p:nvSpPr>
            <p:spPr>
              <a:xfrm>
                <a:off x="2947697" y="2540018"/>
                <a:ext cx="127447" cy="189538"/>
              </a:xfrm>
              <a:custGeom>
                <a:rect b="b" l="l" r="r" t="t"/>
                <a:pathLst>
                  <a:path extrusionOk="0" h="27690" w="18619">
                    <a:moveTo>
                      <a:pt x="9071" y="11175"/>
                    </a:moveTo>
                    <a:lnTo>
                      <a:pt x="10160" y="11205"/>
                    </a:lnTo>
                    <a:lnTo>
                      <a:pt x="11219" y="11458"/>
                    </a:lnTo>
                    <a:lnTo>
                      <a:pt x="12233" y="11906"/>
                    </a:lnTo>
                    <a:lnTo>
                      <a:pt x="13158" y="12562"/>
                    </a:lnTo>
                    <a:lnTo>
                      <a:pt x="13561" y="12980"/>
                    </a:lnTo>
                    <a:lnTo>
                      <a:pt x="13964" y="13442"/>
                    </a:lnTo>
                    <a:lnTo>
                      <a:pt x="14605" y="14517"/>
                    </a:lnTo>
                    <a:lnTo>
                      <a:pt x="15038" y="15725"/>
                    </a:lnTo>
                    <a:lnTo>
                      <a:pt x="15262" y="17098"/>
                    </a:lnTo>
                    <a:lnTo>
                      <a:pt x="15277" y="17843"/>
                    </a:lnTo>
                    <a:lnTo>
                      <a:pt x="15262" y="18589"/>
                    </a:lnTo>
                    <a:lnTo>
                      <a:pt x="15038" y="19962"/>
                    </a:lnTo>
                    <a:lnTo>
                      <a:pt x="14605" y="21185"/>
                    </a:lnTo>
                    <a:lnTo>
                      <a:pt x="13964" y="22244"/>
                    </a:lnTo>
                    <a:lnTo>
                      <a:pt x="13561" y="22722"/>
                    </a:lnTo>
                    <a:lnTo>
                      <a:pt x="13143" y="23140"/>
                    </a:lnTo>
                    <a:lnTo>
                      <a:pt x="12189" y="23811"/>
                    </a:lnTo>
                    <a:lnTo>
                      <a:pt x="11129" y="24273"/>
                    </a:lnTo>
                    <a:lnTo>
                      <a:pt x="9981" y="24512"/>
                    </a:lnTo>
                    <a:lnTo>
                      <a:pt x="9384" y="24527"/>
                    </a:lnTo>
                    <a:lnTo>
                      <a:pt x="8787" y="24512"/>
                    </a:lnTo>
                    <a:lnTo>
                      <a:pt x="7653" y="24273"/>
                    </a:lnTo>
                    <a:lnTo>
                      <a:pt x="6579" y="23811"/>
                    </a:lnTo>
                    <a:lnTo>
                      <a:pt x="5639" y="23125"/>
                    </a:lnTo>
                    <a:lnTo>
                      <a:pt x="5222" y="22692"/>
                    </a:lnTo>
                    <a:lnTo>
                      <a:pt x="4804" y="22230"/>
                    </a:lnTo>
                    <a:lnTo>
                      <a:pt x="4162" y="21170"/>
                    </a:lnTo>
                    <a:lnTo>
                      <a:pt x="3730" y="19947"/>
                    </a:lnTo>
                    <a:lnTo>
                      <a:pt x="3506" y="18589"/>
                    </a:lnTo>
                    <a:lnTo>
                      <a:pt x="3491" y="17843"/>
                    </a:lnTo>
                    <a:lnTo>
                      <a:pt x="3506" y="17098"/>
                    </a:lnTo>
                    <a:lnTo>
                      <a:pt x="3730" y="15740"/>
                    </a:lnTo>
                    <a:lnTo>
                      <a:pt x="4162" y="14532"/>
                    </a:lnTo>
                    <a:lnTo>
                      <a:pt x="4804" y="13472"/>
                    </a:lnTo>
                    <a:lnTo>
                      <a:pt x="5222" y="12995"/>
                    </a:lnTo>
                    <a:lnTo>
                      <a:pt x="5371" y="12831"/>
                    </a:lnTo>
                    <a:lnTo>
                      <a:pt x="5550" y="12682"/>
                    </a:lnTo>
                    <a:lnTo>
                      <a:pt x="5983" y="12294"/>
                    </a:lnTo>
                    <a:lnTo>
                      <a:pt x="6952" y="11712"/>
                    </a:lnTo>
                    <a:lnTo>
                      <a:pt x="7982" y="11339"/>
                    </a:lnTo>
                    <a:lnTo>
                      <a:pt x="9071" y="11175"/>
                    </a:lnTo>
                    <a:close/>
                    <a:moveTo>
                      <a:pt x="15143" y="1"/>
                    </a:moveTo>
                    <a:lnTo>
                      <a:pt x="15143" y="8549"/>
                    </a:lnTo>
                    <a:lnTo>
                      <a:pt x="15292" y="11115"/>
                    </a:lnTo>
                    <a:lnTo>
                      <a:pt x="15143" y="11115"/>
                    </a:lnTo>
                    <a:lnTo>
                      <a:pt x="14904" y="10757"/>
                    </a:lnTo>
                    <a:lnTo>
                      <a:pt x="14352" y="10116"/>
                    </a:lnTo>
                    <a:lnTo>
                      <a:pt x="13710" y="9549"/>
                    </a:lnTo>
                    <a:lnTo>
                      <a:pt x="13009" y="9056"/>
                    </a:lnTo>
                    <a:lnTo>
                      <a:pt x="12636" y="8862"/>
                    </a:lnTo>
                    <a:lnTo>
                      <a:pt x="12189" y="8639"/>
                    </a:lnTo>
                    <a:lnTo>
                      <a:pt x="11249" y="8296"/>
                    </a:lnTo>
                    <a:lnTo>
                      <a:pt x="10294" y="8072"/>
                    </a:lnTo>
                    <a:lnTo>
                      <a:pt x="9309" y="7967"/>
                    </a:lnTo>
                    <a:lnTo>
                      <a:pt x="8355" y="7967"/>
                    </a:lnTo>
                    <a:lnTo>
                      <a:pt x="7489" y="8057"/>
                    </a:lnTo>
                    <a:lnTo>
                      <a:pt x="6654" y="8236"/>
                    </a:lnTo>
                    <a:lnTo>
                      <a:pt x="5848" y="8504"/>
                    </a:lnTo>
                    <a:lnTo>
                      <a:pt x="5087" y="8862"/>
                    </a:lnTo>
                    <a:lnTo>
                      <a:pt x="4341" y="9295"/>
                    </a:lnTo>
                    <a:lnTo>
                      <a:pt x="3625" y="9832"/>
                    </a:lnTo>
                    <a:lnTo>
                      <a:pt x="2939" y="10459"/>
                    </a:lnTo>
                    <a:lnTo>
                      <a:pt x="2611" y="10802"/>
                    </a:lnTo>
                    <a:lnTo>
                      <a:pt x="2298" y="11160"/>
                    </a:lnTo>
                    <a:lnTo>
                      <a:pt x="1731" y="11906"/>
                    </a:lnTo>
                    <a:lnTo>
                      <a:pt x="1238" y="12711"/>
                    </a:lnTo>
                    <a:lnTo>
                      <a:pt x="836" y="13547"/>
                    </a:lnTo>
                    <a:lnTo>
                      <a:pt x="507" y="14427"/>
                    </a:lnTo>
                    <a:lnTo>
                      <a:pt x="254" y="15337"/>
                    </a:lnTo>
                    <a:lnTo>
                      <a:pt x="90" y="16307"/>
                    </a:lnTo>
                    <a:lnTo>
                      <a:pt x="15" y="17306"/>
                    </a:lnTo>
                    <a:lnTo>
                      <a:pt x="0" y="17829"/>
                    </a:lnTo>
                    <a:lnTo>
                      <a:pt x="15" y="18351"/>
                    </a:lnTo>
                    <a:lnTo>
                      <a:pt x="90" y="19350"/>
                    </a:lnTo>
                    <a:lnTo>
                      <a:pt x="254" y="20320"/>
                    </a:lnTo>
                    <a:lnTo>
                      <a:pt x="507" y="21245"/>
                    </a:lnTo>
                    <a:lnTo>
                      <a:pt x="836" y="22125"/>
                    </a:lnTo>
                    <a:lnTo>
                      <a:pt x="1238" y="22961"/>
                    </a:lnTo>
                    <a:lnTo>
                      <a:pt x="1731" y="23751"/>
                    </a:lnTo>
                    <a:lnTo>
                      <a:pt x="2298" y="24497"/>
                    </a:lnTo>
                    <a:lnTo>
                      <a:pt x="2611" y="24855"/>
                    </a:lnTo>
                    <a:lnTo>
                      <a:pt x="2939" y="25198"/>
                    </a:lnTo>
                    <a:lnTo>
                      <a:pt x="3625" y="25825"/>
                    </a:lnTo>
                    <a:lnTo>
                      <a:pt x="4341" y="26362"/>
                    </a:lnTo>
                    <a:lnTo>
                      <a:pt x="5087" y="26795"/>
                    </a:lnTo>
                    <a:lnTo>
                      <a:pt x="5848" y="27153"/>
                    </a:lnTo>
                    <a:lnTo>
                      <a:pt x="6654" y="27421"/>
                    </a:lnTo>
                    <a:lnTo>
                      <a:pt x="7489" y="27600"/>
                    </a:lnTo>
                    <a:lnTo>
                      <a:pt x="8355" y="27690"/>
                    </a:lnTo>
                    <a:lnTo>
                      <a:pt x="9294" y="27690"/>
                    </a:lnTo>
                    <a:lnTo>
                      <a:pt x="10279" y="27570"/>
                    </a:lnTo>
                    <a:lnTo>
                      <a:pt x="11234" y="27332"/>
                    </a:lnTo>
                    <a:lnTo>
                      <a:pt x="12159" y="26959"/>
                    </a:lnTo>
                    <a:lnTo>
                      <a:pt x="12606" y="26720"/>
                    </a:lnTo>
                    <a:lnTo>
                      <a:pt x="12994" y="26526"/>
                    </a:lnTo>
                    <a:lnTo>
                      <a:pt x="13695" y="26049"/>
                    </a:lnTo>
                    <a:lnTo>
                      <a:pt x="14337" y="25482"/>
                    </a:lnTo>
                    <a:lnTo>
                      <a:pt x="14889" y="24825"/>
                    </a:lnTo>
                    <a:lnTo>
                      <a:pt x="15128" y="24467"/>
                    </a:lnTo>
                    <a:lnTo>
                      <a:pt x="15277" y="24467"/>
                    </a:lnTo>
                    <a:lnTo>
                      <a:pt x="15277" y="27048"/>
                    </a:lnTo>
                    <a:lnTo>
                      <a:pt x="18619" y="27048"/>
                    </a:lnTo>
                    <a:lnTo>
                      <a:pt x="18619"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b Light - Horizontal divide">
  <p:cSld name="TITLE_1_1_1_2_1_1_1_1_1_1_1_2_1_1_2_1">
    <p:spTree>
      <p:nvGrpSpPr>
        <p:cNvPr id="192" name="Shape 192"/>
        <p:cNvGrpSpPr/>
        <p:nvPr/>
      </p:nvGrpSpPr>
      <p:grpSpPr>
        <a:xfrm>
          <a:off x="0" y="0"/>
          <a:ext cx="0" cy="0"/>
          <a:chOff x="0" y="0"/>
          <a:chExt cx="0" cy="0"/>
        </a:xfrm>
      </p:grpSpPr>
      <p:pic>
        <p:nvPicPr>
          <p:cNvPr id="193" name="Google Shape;193;p48"/>
          <p:cNvPicPr preferRelativeResize="0"/>
          <p:nvPr/>
        </p:nvPicPr>
        <p:blipFill rotWithShape="1">
          <a:blip r:embed="rId2">
            <a:alphaModFix/>
          </a:blip>
          <a:srcRect b="0" l="0" r="0" t="76874"/>
          <a:stretch/>
        </p:blipFill>
        <p:spPr>
          <a:xfrm>
            <a:off x="0" y="0"/>
            <a:ext cx="9144000" cy="1189475"/>
          </a:xfrm>
          <a:prstGeom prst="rect">
            <a:avLst/>
          </a:prstGeom>
          <a:noFill/>
          <a:ln>
            <a:noFill/>
          </a:ln>
        </p:spPr>
      </p:pic>
      <p:sp>
        <p:nvSpPr>
          <p:cNvPr id="194" name="Google Shape;194;p48"/>
          <p:cNvSpPr txBox="1"/>
          <p:nvPr>
            <p:ph type="title"/>
          </p:nvPr>
        </p:nvSpPr>
        <p:spPr>
          <a:xfrm>
            <a:off x="386225" y="364147"/>
            <a:ext cx="8208600" cy="530400"/>
          </a:xfrm>
          <a:prstGeom prst="rect">
            <a:avLst/>
          </a:prstGeom>
          <a:noFill/>
          <a:ln>
            <a:noFill/>
          </a:ln>
        </p:spPr>
        <p:txBody>
          <a:bodyPr anchorCtr="0" anchor="t" bIns="91425" lIns="82275" spcFirstLastPara="1" rIns="91425" wrap="square" tIns="91425">
            <a:normAutofit/>
          </a:bodyPr>
          <a:lstStyle>
            <a:lvl1pPr lvl="0" algn="l">
              <a:lnSpc>
                <a:spcPct val="100000"/>
              </a:lnSpc>
              <a:spcBef>
                <a:spcPts val="0"/>
              </a:spcBef>
              <a:spcAft>
                <a:spcPts val="0"/>
              </a:spcAft>
              <a:buSzPts val="2800"/>
              <a:buNone/>
              <a:defRPr b="1" sz="2000">
                <a:solidFill>
                  <a:schemeClr val="dk2"/>
                </a:solidFill>
                <a:latin typeface="Arial"/>
                <a:ea typeface="Arial"/>
                <a:cs typeface="Arial"/>
                <a:sym typeface="Arial"/>
              </a:defRPr>
            </a:lvl1pPr>
            <a:lvl2pPr lvl="1" algn="l">
              <a:lnSpc>
                <a:spcPct val="100000"/>
              </a:lnSpc>
              <a:spcBef>
                <a:spcPts val="0"/>
              </a:spcBef>
              <a:spcAft>
                <a:spcPts val="0"/>
              </a:spcAft>
              <a:buSzPts val="2800"/>
              <a:buNone/>
              <a:defRPr>
                <a:solidFill>
                  <a:schemeClr val="dk2"/>
                </a:solidFill>
              </a:defRPr>
            </a:lvl2pPr>
            <a:lvl3pPr lvl="2" algn="l">
              <a:lnSpc>
                <a:spcPct val="100000"/>
              </a:lnSpc>
              <a:spcBef>
                <a:spcPts val="0"/>
              </a:spcBef>
              <a:spcAft>
                <a:spcPts val="0"/>
              </a:spcAft>
              <a:buSzPts val="2800"/>
              <a:buNone/>
              <a:defRPr>
                <a:solidFill>
                  <a:schemeClr val="dk2"/>
                </a:solidFill>
              </a:defRPr>
            </a:lvl3pPr>
            <a:lvl4pPr lvl="3" algn="l">
              <a:lnSpc>
                <a:spcPct val="100000"/>
              </a:lnSpc>
              <a:spcBef>
                <a:spcPts val="0"/>
              </a:spcBef>
              <a:spcAft>
                <a:spcPts val="0"/>
              </a:spcAft>
              <a:buSzPts val="2800"/>
              <a:buNone/>
              <a:defRPr>
                <a:solidFill>
                  <a:schemeClr val="dk2"/>
                </a:solidFill>
              </a:defRPr>
            </a:lvl4pPr>
            <a:lvl5pPr lvl="4" algn="l">
              <a:lnSpc>
                <a:spcPct val="100000"/>
              </a:lnSpc>
              <a:spcBef>
                <a:spcPts val="0"/>
              </a:spcBef>
              <a:spcAft>
                <a:spcPts val="0"/>
              </a:spcAft>
              <a:buSzPts val="2800"/>
              <a:buNone/>
              <a:defRPr>
                <a:solidFill>
                  <a:schemeClr val="dk2"/>
                </a:solidFill>
              </a:defRPr>
            </a:lvl5pPr>
            <a:lvl6pPr lvl="5" algn="l">
              <a:lnSpc>
                <a:spcPct val="100000"/>
              </a:lnSpc>
              <a:spcBef>
                <a:spcPts val="0"/>
              </a:spcBef>
              <a:spcAft>
                <a:spcPts val="0"/>
              </a:spcAft>
              <a:buSzPts val="2800"/>
              <a:buNone/>
              <a:defRPr>
                <a:solidFill>
                  <a:schemeClr val="dk2"/>
                </a:solidFill>
              </a:defRPr>
            </a:lvl6pPr>
            <a:lvl7pPr lvl="6" algn="l">
              <a:lnSpc>
                <a:spcPct val="100000"/>
              </a:lnSpc>
              <a:spcBef>
                <a:spcPts val="0"/>
              </a:spcBef>
              <a:spcAft>
                <a:spcPts val="0"/>
              </a:spcAft>
              <a:buSzPts val="2800"/>
              <a:buNone/>
              <a:defRPr>
                <a:solidFill>
                  <a:schemeClr val="dk2"/>
                </a:solidFill>
              </a:defRPr>
            </a:lvl7pPr>
            <a:lvl8pPr lvl="7" algn="l">
              <a:lnSpc>
                <a:spcPct val="100000"/>
              </a:lnSpc>
              <a:spcBef>
                <a:spcPts val="0"/>
              </a:spcBef>
              <a:spcAft>
                <a:spcPts val="0"/>
              </a:spcAft>
              <a:buSzPts val="2800"/>
              <a:buNone/>
              <a:defRPr>
                <a:solidFill>
                  <a:schemeClr val="dk2"/>
                </a:solidFill>
              </a:defRPr>
            </a:lvl8pPr>
            <a:lvl9pPr lvl="8" algn="l">
              <a:lnSpc>
                <a:spcPct val="100000"/>
              </a:lnSpc>
              <a:spcBef>
                <a:spcPts val="0"/>
              </a:spcBef>
              <a:spcAft>
                <a:spcPts val="0"/>
              </a:spcAft>
              <a:buSzPts val="2800"/>
              <a:buNone/>
              <a:defRPr>
                <a:solidFill>
                  <a:schemeClr val="dk2"/>
                </a:solidFill>
              </a:defRPr>
            </a:lvl9pPr>
          </a:lstStyle>
          <a:p/>
        </p:txBody>
      </p:sp>
      <p:sp>
        <p:nvSpPr>
          <p:cNvPr id="195" name="Google Shape;195;p48"/>
          <p:cNvSpPr txBox="1"/>
          <p:nvPr>
            <p:ph idx="1" type="subTitle"/>
          </p:nvPr>
        </p:nvSpPr>
        <p:spPr>
          <a:xfrm>
            <a:off x="386225" y="1393949"/>
            <a:ext cx="8208600" cy="33012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SzPts val="1200"/>
              <a:buChar char="●"/>
              <a:defRPr sz="1200">
                <a:solidFill>
                  <a:srgbClr val="26262D"/>
                </a:solidFill>
                <a:latin typeface="Arial"/>
                <a:ea typeface="Arial"/>
                <a:cs typeface="Arial"/>
                <a:sym typeface="Arial"/>
              </a:defRPr>
            </a:lvl1pPr>
            <a:lvl2pPr lvl="1" algn="l">
              <a:lnSpc>
                <a:spcPct val="115000"/>
              </a:lnSpc>
              <a:spcBef>
                <a:spcPts val="2000"/>
              </a:spcBef>
              <a:spcAft>
                <a:spcPts val="0"/>
              </a:spcAft>
              <a:buSzPts val="1400"/>
              <a:buChar char="○"/>
              <a:defRPr sz="1200">
                <a:solidFill>
                  <a:srgbClr val="26262D"/>
                </a:solidFill>
                <a:latin typeface="Arial"/>
                <a:ea typeface="Arial"/>
                <a:cs typeface="Arial"/>
                <a:sym typeface="Arial"/>
              </a:defRPr>
            </a:lvl2pPr>
            <a:lvl3pPr lvl="2" algn="l">
              <a:lnSpc>
                <a:spcPct val="115000"/>
              </a:lnSpc>
              <a:spcBef>
                <a:spcPts val="2000"/>
              </a:spcBef>
              <a:spcAft>
                <a:spcPts val="0"/>
              </a:spcAft>
              <a:buSzPts val="1400"/>
              <a:buChar char="■"/>
              <a:defRPr sz="1200">
                <a:solidFill>
                  <a:srgbClr val="26262D"/>
                </a:solidFill>
                <a:latin typeface="Arial"/>
                <a:ea typeface="Arial"/>
                <a:cs typeface="Arial"/>
                <a:sym typeface="Arial"/>
              </a:defRPr>
            </a:lvl3pPr>
            <a:lvl4pPr lvl="3" algn="l">
              <a:lnSpc>
                <a:spcPct val="115000"/>
              </a:lnSpc>
              <a:spcBef>
                <a:spcPts val="2000"/>
              </a:spcBef>
              <a:spcAft>
                <a:spcPts val="0"/>
              </a:spcAft>
              <a:buSzPts val="1400"/>
              <a:buChar char="●"/>
              <a:defRPr sz="1200">
                <a:solidFill>
                  <a:srgbClr val="26262D"/>
                </a:solidFill>
                <a:latin typeface="Arial"/>
                <a:ea typeface="Arial"/>
                <a:cs typeface="Arial"/>
                <a:sym typeface="Arial"/>
              </a:defRPr>
            </a:lvl4pPr>
            <a:lvl5pPr lvl="4" algn="l">
              <a:lnSpc>
                <a:spcPct val="115000"/>
              </a:lnSpc>
              <a:spcBef>
                <a:spcPts val="2000"/>
              </a:spcBef>
              <a:spcAft>
                <a:spcPts val="0"/>
              </a:spcAft>
              <a:buSzPts val="1400"/>
              <a:buChar char="○"/>
              <a:defRPr sz="1200">
                <a:solidFill>
                  <a:srgbClr val="26262D"/>
                </a:solidFill>
                <a:latin typeface="Arial"/>
                <a:ea typeface="Arial"/>
                <a:cs typeface="Arial"/>
                <a:sym typeface="Arial"/>
              </a:defRPr>
            </a:lvl5pPr>
            <a:lvl6pPr lvl="5" algn="l">
              <a:lnSpc>
                <a:spcPct val="115000"/>
              </a:lnSpc>
              <a:spcBef>
                <a:spcPts val="2000"/>
              </a:spcBef>
              <a:spcAft>
                <a:spcPts val="0"/>
              </a:spcAft>
              <a:buSzPts val="1400"/>
              <a:buChar char="■"/>
              <a:defRPr sz="1200">
                <a:solidFill>
                  <a:srgbClr val="26262D"/>
                </a:solidFill>
                <a:latin typeface="Arial"/>
                <a:ea typeface="Arial"/>
                <a:cs typeface="Arial"/>
                <a:sym typeface="Arial"/>
              </a:defRPr>
            </a:lvl6pPr>
            <a:lvl7pPr lvl="6" algn="l">
              <a:lnSpc>
                <a:spcPct val="115000"/>
              </a:lnSpc>
              <a:spcBef>
                <a:spcPts val="2000"/>
              </a:spcBef>
              <a:spcAft>
                <a:spcPts val="0"/>
              </a:spcAft>
              <a:buSzPts val="1400"/>
              <a:buChar char="●"/>
              <a:defRPr sz="1200">
                <a:solidFill>
                  <a:srgbClr val="26262D"/>
                </a:solidFill>
                <a:latin typeface="Arial"/>
                <a:ea typeface="Arial"/>
                <a:cs typeface="Arial"/>
                <a:sym typeface="Arial"/>
              </a:defRPr>
            </a:lvl7pPr>
            <a:lvl8pPr lvl="7" algn="l">
              <a:lnSpc>
                <a:spcPct val="115000"/>
              </a:lnSpc>
              <a:spcBef>
                <a:spcPts val="2000"/>
              </a:spcBef>
              <a:spcAft>
                <a:spcPts val="0"/>
              </a:spcAft>
              <a:buSzPts val="1400"/>
              <a:buChar char="○"/>
              <a:defRPr sz="1200">
                <a:solidFill>
                  <a:srgbClr val="26262D"/>
                </a:solidFill>
                <a:latin typeface="Arial"/>
                <a:ea typeface="Arial"/>
                <a:cs typeface="Arial"/>
                <a:sym typeface="Arial"/>
              </a:defRPr>
            </a:lvl8pPr>
            <a:lvl9pPr lvl="8" algn="l">
              <a:lnSpc>
                <a:spcPct val="115000"/>
              </a:lnSpc>
              <a:spcBef>
                <a:spcPts val="2000"/>
              </a:spcBef>
              <a:spcAft>
                <a:spcPts val="2000"/>
              </a:spcAft>
              <a:buSzPts val="1400"/>
              <a:buChar char="■"/>
              <a:defRPr sz="1200">
                <a:solidFill>
                  <a:srgbClr val="26262D"/>
                </a:solidFill>
                <a:latin typeface="Arial"/>
                <a:ea typeface="Arial"/>
                <a:cs typeface="Arial"/>
                <a:sym typeface="Arial"/>
              </a:defRPr>
            </a:lvl9pPr>
          </a:lstStyle>
          <a:p/>
        </p:txBody>
      </p:sp>
      <p:sp>
        <p:nvSpPr>
          <p:cNvPr id="196" name="Google Shape;196;p48"/>
          <p:cNvSpPr txBox="1"/>
          <p:nvPr/>
        </p:nvSpPr>
        <p:spPr>
          <a:xfrm>
            <a:off x="6217764" y="4754880"/>
            <a:ext cx="2194500" cy="273900"/>
          </a:xfrm>
          <a:prstGeom prst="rect">
            <a:avLst/>
          </a:prstGeom>
          <a:noFill/>
          <a:ln>
            <a:noFill/>
          </a:ln>
        </p:spPr>
        <p:txBody>
          <a:bodyPr anchorCtr="0" anchor="ctr" bIns="91425" lIns="91425" spcFirstLastPara="1" rIns="91425" wrap="square" tIns="91425">
            <a:noAutofit/>
          </a:bodyPr>
          <a:lstStyle/>
          <a:p>
            <a:pPr indent="0" lvl="0" marL="0" marR="0" rtl="0" algn="r">
              <a:lnSpc>
                <a:spcPct val="115000"/>
              </a:lnSpc>
              <a:spcBef>
                <a:spcPts val="0"/>
              </a:spcBef>
              <a:spcAft>
                <a:spcPts val="0"/>
              </a:spcAft>
              <a:buClr>
                <a:srgbClr val="000000"/>
              </a:buClr>
              <a:buSzPts val="600"/>
              <a:buFont typeface="Arial"/>
              <a:buNone/>
            </a:pPr>
            <a:r>
              <a:rPr b="0" i="0" lang="en" sz="600" u="none" cap="none" strike="noStrike">
                <a:solidFill>
                  <a:srgbClr val="B7B7B7"/>
                </a:solidFill>
                <a:latin typeface="Arial"/>
                <a:ea typeface="Arial"/>
                <a:cs typeface="Arial"/>
                <a:sym typeface="Arial"/>
              </a:rPr>
              <a:t>Confidential &amp; Proprietary</a:t>
            </a:r>
            <a:endParaRPr b="0" i="0" sz="600" u="none" cap="none" strike="noStrike">
              <a:solidFill>
                <a:srgbClr val="B7B7B7"/>
              </a:solidFill>
              <a:latin typeface="Arial"/>
              <a:ea typeface="Arial"/>
              <a:cs typeface="Arial"/>
              <a:sym typeface="Arial"/>
            </a:endParaRPr>
          </a:p>
        </p:txBody>
      </p:sp>
      <p:sp>
        <p:nvSpPr>
          <p:cNvPr id="197" name="Google Shape;197;p48"/>
          <p:cNvSpPr txBox="1"/>
          <p:nvPr/>
        </p:nvSpPr>
        <p:spPr>
          <a:xfrm>
            <a:off x="8412264" y="4695015"/>
            <a:ext cx="5487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B7B7B7"/>
                </a:solidFill>
                <a:latin typeface="Arial"/>
                <a:ea typeface="Arial"/>
                <a:cs typeface="Arial"/>
                <a:sym typeface="Arial"/>
              </a:rPr>
              <a:t>‹#›</a:t>
            </a:fld>
            <a:endParaRPr b="0" i="0" sz="600" u="none" cap="none" strike="noStrike">
              <a:solidFill>
                <a:srgbClr val="B7B7B7"/>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3 1 2 1">
  <p:cSld name="TITLE_AND_BODY_3_1_2_4">
    <p:spTree>
      <p:nvGrpSpPr>
        <p:cNvPr id="198" name="Shape 198"/>
        <p:cNvGrpSpPr/>
        <p:nvPr/>
      </p:nvGrpSpPr>
      <p:grpSpPr>
        <a:xfrm>
          <a:off x="0" y="0"/>
          <a:ext cx="0" cy="0"/>
          <a:chOff x="0" y="0"/>
          <a:chExt cx="0" cy="0"/>
        </a:xfrm>
      </p:grpSpPr>
      <p:grpSp>
        <p:nvGrpSpPr>
          <p:cNvPr id="199" name="Google Shape;199;p49"/>
          <p:cNvGrpSpPr/>
          <p:nvPr/>
        </p:nvGrpSpPr>
        <p:grpSpPr>
          <a:xfrm>
            <a:off x="386711" y="5114356"/>
            <a:ext cx="1796787" cy="33676"/>
            <a:chOff x="2031822" y="2229250"/>
            <a:chExt cx="2193612" cy="39900"/>
          </a:xfrm>
        </p:grpSpPr>
        <p:sp>
          <p:nvSpPr>
            <p:cNvPr id="200" name="Google Shape;200;p49"/>
            <p:cNvSpPr/>
            <p:nvPr/>
          </p:nvSpPr>
          <p:spPr>
            <a:xfrm>
              <a:off x="2031822" y="2229250"/>
              <a:ext cx="548400" cy="39900"/>
            </a:xfrm>
            <a:prstGeom prst="rect">
              <a:avLst/>
            </a:pr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49"/>
            <p:cNvSpPr/>
            <p:nvPr/>
          </p:nvSpPr>
          <p:spPr>
            <a:xfrm>
              <a:off x="2580226" y="2229250"/>
              <a:ext cx="548400" cy="39900"/>
            </a:xfrm>
            <a:prstGeom prst="rect">
              <a:avLst/>
            </a:pr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49"/>
            <p:cNvSpPr/>
            <p:nvPr/>
          </p:nvSpPr>
          <p:spPr>
            <a:xfrm>
              <a:off x="3677034" y="2229250"/>
              <a:ext cx="548400" cy="39900"/>
            </a:xfrm>
            <a:prstGeom prst="rect">
              <a:avLst/>
            </a:prstGeom>
            <a:solidFill>
              <a:srgbClr val="34A8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49"/>
            <p:cNvSpPr/>
            <p:nvPr/>
          </p:nvSpPr>
          <p:spPr>
            <a:xfrm>
              <a:off x="3128621" y="2229250"/>
              <a:ext cx="548400" cy="39900"/>
            </a:xfrm>
            <a:prstGeom prst="rect">
              <a:avLst/>
            </a:prstGeom>
            <a:solidFill>
              <a:srgbClr val="FBBC0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204" name="Google Shape;204;p49"/>
          <p:cNvPicPr preferRelativeResize="0"/>
          <p:nvPr/>
        </p:nvPicPr>
        <p:blipFill rotWithShape="1">
          <a:blip r:embed="rId2">
            <a:alphaModFix/>
          </a:blip>
          <a:srcRect b="0" l="0" r="0" t="0"/>
          <a:stretch/>
        </p:blipFill>
        <p:spPr>
          <a:xfrm>
            <a:off x="386625" y="4747950"/>
            <a:ext cx="868051" cy="155525"/>
          </a:xfrm>
          <a:prstGeom prst="rect">
            <a:avLst/>
          </a:prstGeom>
          <a:noFill/>
          <a:ln>
            <a:noFill/>
          </a:ln>
        </p:spPr>
      </p:pic>
      <p:sp>
        <p:nvSpPr>
          <p:cNvPr id="205" name="Google Shape;205;p49"/>
          <p:cNvSpPr txBox="1"/>
          <p:nvPr/>
        </p:nvSpPr>
        <p:spPr>
          <a:xfrm>
            <a:off x="7378500" y="4824925"/>
            <a:ext cx="1765500" cy="27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BCBCBC"/>
                </a:solidFill>
                <a:latin typeface="Roboto"/>
                <a:ea typeface="Roboto"/>
                <a:cs typeface="Roboto"/>
                <a:sym typeface="Roboto"/>
              </a:rPr>
              <a:t>Confidential + Proprietary</a:t>
            </a:r>
            <a:endParaRPr b="0" i="0" sz="700" u="none" cap="none" strike="noStrike">
              <a:solidFill>
                <a:srgbClr val="888888"/>
              </a:solidFill>
              <a:latin typeface="Roboto"/>
              <a:ea typeface="Roboto"/>
              <a:cs typeface="Roboto"/>
              <a:sym typeface="Roboto"/>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4">
  <p:cSld name="TITLE_4">
    <p:spTree>
      <p:nvGrpSpPr>
        <p:cNvPr id="206" name="Shape 206"/>
        <p:cNvGrpSpPr/>
        <p:nvPr/>
      </p:nvGrpSpPr>
      <p:grpSpPr>
        <a:xfrm>
          <a:off x="0" y="0"/>
          <a:ext cx="0" cy="0"/>
          <a:chOff x="0" y="0"/>
          <a:chExt cx="0" cy="0"/>
        </a:xfrm>
      </p:grpSpPr>
      <p:sp>
        <p:nvSpPr>
          <p:cNvPr id="207" name="Google Shape;207;p5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08" name="Google Shape;208;p5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09" name="Google Shape;209;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6">
  <p:cSld name="TITLE_6">
    <p:spTree>
      <p:nvGrpSpPr>
        <p:cNvPr id="210" name="Shape 210"/>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arm Gray">
  <p:cSld name="Blank Warm Gray">
    <p:spTree>
      <p:nvGrpSpPr>
        <p:cNvPr id="211" name="Shape 211"/>
        <p:cNvGrpSpPr/>
        <p:nvPr/>
      </p:nvGrpSpPr>
      <p:grpSpPr>
        <a:xfrm>
          <a:off x="0" y="0"/>
          <a:ext cx="0" cy="0"/>
          <a:chOff x="0" y="0"/>
          <a:chExt cx="0" cy="0"/>
        </a:xfrm>
      </p:grpSpPr>
      <p:sp>
        <p:nvSpPr>
          <p:cNvPr id="212" name="Google Shape;212;p52"/>
          <p:cNvSpPr txBox="1"/>
          <p:nvPr>
            <p:ph idx="12" type="sldNum"/>
          </p:nvPr>
        </p:nvSpPr>
        <p:spPr>
          <a:xfrm>
            <a:off x="4492799" y="4905375"/>
            <a:ext cx="153600" cy="161700"/>
          </a:xfrm>
          <a:prstGeom prst="rect">
            <a:avLst/>
          </a:prstGeom>
          <a:noFill/>
          <a:ln>
            <a:noFill/>
          </a:ln>
        </p:spPr>
        <p:txBody>
          <a:bodyPr anchorCtr="0" anchor="b" bIns="19050" lIns="19050" spcFirstLastPara="1" rIns="19050" wrap="square" tIns="19050">
            <a:spAutoFit/>
          </a:bodyPr>
          <a:lstStyle>
            <a:lvl1pPr indent="0" lvl="0" marL="0" marR="0" algn="ctr">
              <a:lnSpc>
                <a:spcPct val="100000"/>
              </a:lnSpc>
              <a:spcBef>
                <a:spcPts val="0"/>
              </a:spcBef>
              <a:spcAft>
                <a:spcPts val="0"/>
              </a:spcAft>
              <a:buClr>
                <a:schemeClr val="accent6"/>
              </a:buClr>
              <a:buSzPts val="800"/>
              <a:buFont typeface="Arial"/>
              <a:buNone/>
              <a:defRPr b="0" i="0" sz="8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chemeClr val="accent6"/>
              </a:buClr>
              <a:buSzPts val="800"/>
              <a:buFont typeface="Arial"/>
              <a:buNone/>
              <a:defRPr b="0" i="0" sz="8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chemeClr val="accent6"/>
              </a:buClr>
              <a:buSzPts val="800"/>
              <a:buFont typeface="Arial"/>
              <a:buNone/>
              <a:defRPr b="0" i="0" sz="8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chemeClr val="accent6"/>
              </a:buClr>
              <a:buSzPts val="800"/>
              <a:buFont typeface="Arial"/>
              <a:buNone/>
              <a:defRPr b="0" i="0" sz="8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chemeClr val="accent6"/>
              </a:buClr>
              <a:buSzPts val="800"/>
              <a:buFont typeface="Arial"/>
              <a:buNone/>
              <a:defRPr b="0" i="0" sz="8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chemeClr val="accent6"/>
              </a:buClr>
              <a:buSzPts val="800"/>
              <a:buFont typeface="Arial"/>
              <a:buNone/>
              <a:defRPr b="0" i="0" sz="8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chemeClr val="accent6"/>
              </a:buClr>
              <a:buSzPts val="800"/>
              <a:buFont typeface="Arial"/>
              <a:buNone/>
              <a:defRPr b="0" i="0" sz="8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chemeClr val="accent6"/>
              </a:buClr>
              <a:buSzPts val="800"/>
              <a:buFont typeface="Arial"/>
              <a:buNone/>
              <a:defRPr b="0" i="0" sz="8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chemeClr val="accent6"/>
              </a:buClr>
              <a:buSzPts val="800"/>
              <a:buFont typeface="Arial"/>
              <a:buNone/>
              <a:defRPr b="0" i="0" sz="8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solidFill>
                <a:schemeClr val="accent6"/>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6">
  <p:cSld name="TITLE_6">
    <p:spTree>
      <p:nvGrpSpPr>
        <p:cNvPr id="215" name="Shape 215"/>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nal Slide">
  <p:cSld name="Blank - Title_1_1_3_1_1_1">
    <p:spTree>
      <p:nvGrpSpPr>
        <p:cNvPr id="216" name="Shape 216"/>
        <p:cNvGrpSpPr/>
        <p:nvPr/>
      </p:nvGrpSpPr>
      <p:grpSpPr>
        <a:xfrm>
          <a:off x="0" y="0"/>
          <a:ext cx="0" cy="0"/>
          <a:chOff x="0" y="0"/>
          <a:chExt cx="0" cy="0"/>
        </a:xfrm>
      </p:grpSpPr>
      <p:sp>
        <p:nvSpPr>
          <p:cNvPr id="217" name="Google Shape;217;p122"/>
          <p:cNvSpPr/>
          <p:nvPr/>
        </p:nvSpPr>
        <p:spPr>
          <a:xfrm>
            <a:off x="3556300" y="149286"/>
            <a:ext cx="236400" cy="207300"/>
          </a:xfrm>
          <a:custGeom>
            <a:rect b="b" l="l" r="r" t="t"/>
            <a:pathLst>
              <a:path extrusionOk="0" h="120000" w="120000">
                <a:moveTo>
                  <a:pt x="0" y="119999"/>
                </a:moveTo>
                <a:lnTo>
                  <a:pt x="120000" y="119999"/>
                </a:lnTo>
                <a:lnTo>
                  <a:pt x="60000" y="0"/>
                </a:lnTo>
                <a:lnTo>
                  <a:pt x="0" y="119999"/>
                </a:lnTo>
                <a:close/>
                <a:moveTo>
                  <a:pt x="65480" y="100931"/>
                </a:moveTo>
                <a:lnTo>
                  <a:pt x="54519" y="100931"/>
                </a:lnTo>
                <a:lnTo>
                  <a:pt x="54519" y="88438"/>
                </a:lnTo>
                <a:lnTo>
                  <a:pt x="65480" y="88438"/>
                </a:lnTo>
                <a:lnTo>
                  <a:pt x="65480" y="100931"/>
                </a:lnTo>
                <a:close/>
                <a:moveTo>
                  <a:pt x="65480" y="75616"/>
                </a:moveTo>
                <a:lnTo>
                  <a:pt x="54519" y="75616"/>
                </a:lnTo>
                <a:lnTo>
                  <a:pt x="54519" y="50630"/>
                </a:lnTo>
                <a:lnTo>
                  <a:pt x="65480" y="50630"/>
                </a:lnTo>
                <a:lnTo>
                  <a:pt x="65480" y="75616"/>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666666"/>
              </a:solidFill>
              <a:latin typeface="Arial"/>
              <a:ea typeface="Arial"/>
              <a:cs typeface="Arial"/>
              <a:sym typeface="Arial"/>
            </a:endParaRPr>
          </a:p>
        </p:txBody>
      </p:sp>
      <p:sp>
        <p:nvSpPr>
          <p:cNvPr id="218" name="Google Shape;218;p122"/>
          <p:cNvSpPr txBox="1"/>
          <p:nvPr>
            <p:ph type="title"/>
          </p:nvPr>
        </p:nvSpPr>
        <p:spPr>
          <a:xfrm>
            <a:off x="395700" y="640549"/>
            <a:ext cx="7877100" cy="4563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3C4043"/>
              </a:buClr>
              <a:buSzPts val="2400"/>
              <a:buFont typeface="Arial"/>
              <a:buNone/>
              <a:defRPr b="0" i="0" sz="2400" u="none" cap="none" strike="noStrike">
                <a:solidFill>
                  <a:srgbClr val="3C4043"/>
                </a:solidFill>
                <a:latin typeface="Arial"/>
                <a:ea typeface="Arial"/>
                <a:cs typeface="Arial"/>
                <a:sym typeface="Arial"/>
              </a:defRPr>
            </a:lvl1pPr>
            <a:lvl2pPr lvl="1"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9pPr>
          </a:lstStyle>
          <a:p/>
        </p:txBody>
      </p:sp>
      <p:grpSp>
        <p:nvGrpSpPr>
          <p:cNvPr id="219" name="Google Shape;219;p122"/>
          <p:cNvGrpSpPr/>
          <p:nvPr/>
        </p:nvGrpSpPr>
        <p:grpSpPr>
          <a:xfrm>
            <a:off x="8469122" y="4803781"/>
            <a:ext cx="420491" cy="137010"/>
            <a:chOff x="0" y="0"/>
            <a:chExt cx="2077525" cy="676925"/>
          </a:xfrm>
        </p:grpSpPr>
        <p:sp>
          <p:nvSpPr>
            <p:cNvPr id="220" name="Google Shape;220;p122"/>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21" name="Google Shape;221;p122"/>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22" name="Google Shape;222;p122"/>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23" name="Google Shape;223;p122"/>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24" name="Google Shape;224;p122"/>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25" name="Google Shape;225;p122"/>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nal Slide 3">
  <p:cSld name="Blank - Title_1_1_3_1_1_1_4">
    <p:spTree>
      <p:nvGrpSpPr>
        <p:cNvPr id="226" name="Shape 226"/>
        <p:cNvGrpSpPr/>
        <p:nvPr/>
      </p:nvGrpSpPr>
      <p:grpSpPr>
        <a:xfrm>
          <a:off x="0" y="0"/>
          <a:ext cx="0" cy="0"/>
          <a:chOff x="0" y="0"/>
          <a:chExt cx="0" cy="0"/>
        </a:xfrm>
      </p:grpSpPr>
      <p:sp>
        <p:nvSpPr>
          <p:cNvPr id="227" name="Google Shape;227;p123"/>
          <p:cNvSpPr/>
          <p:nvPr/>
        </p:nvSpPr>
        <p:spPr>
          <a:xfrm>
            <a:off x="3556300" y="149286"/>
            <a:ext cx="236400" cy="207300"/>
          </a:xfrm>
          <a:custGeom>
            <a:rect b="b" l="l" r="r" t="t"/>
            <a:pathLst>
              <a:path extrusionOk="0" h="120000" w="120000">
                <a:moveTo>
                  <a:pt x="0" y="119999"/>
                </a:moveTo>
                <a:lnTo>
                  <a:pt x="120000" y="119999"/>
                </a:lnTo>
                <a:lnTo>
                  <a:pt x="60000" y="0"/>
                </a:lnTo>
                <a:lnTo>
                  <a:pt x="0" y="119999"/>
                </a:lnTo>
                <a:close/>
                <a:moveTo>
                  <a:pt x="65480" y="100931"/>
                </a:moveTo>
                <a:lnTo>
                  <a:pt x="54519" y="100931"/>
                </a:lnTo>
                <a:lnTo>
                  <a:pt x="54519" y="88438"/>
                </a:lnTo>
                <a:lnTo>
                  <a:pt x="65480" y="88438"/>
                </a:lnTo>
                <a:lnTo>
                  <a:pt x="65480" y="100931"/>
                </a:lnTo>
                <a:close/>
                <a:moveTo>
                  <a:pt x="65480" y="75616"/>
                </a:moveTo>
                <a:lnTo>
                  <a:pt x="54519" y="75616"/>
                </a:lnTo>
                <a:lnTo>
                  <a:pt x="54519" y="50630"/>
                </a:lnTo>
                <a:lnTo>
                  <a:pt x="65480" y="50630"/>
                </a:lnTo>
                <a:lnTo>
                  <a:pt x="65480" y="75616"/>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666666"/>
              </a:solidFill>
              <a:latin typeface="Arial"/>
              <a:ea typeface="Arial"/>
              <a:cs typeface="Arial"/>
              <a:sym typeface="Arial"/>
            </a:endParaRPr>
          </a:p>
        </p:txBody>
      </p:sp>
      <p:grpSp>
        <p:nvGrpSpPr>
          <p:cNvPr id="228" name="Google Shape;228;p123"/>
          <p:cNvGrpSpPr/>
          <p:nvPr/>
        </p:nvGrpSpPr>
        <p:grpSpPr>
          <a:xfrm>
            <a:off x="8469122" y="4803781"/>
            <a:ext cx="420491" cy="137010"/>
            <a:chOff x="0" y="0"/>
            <a:chExt cx="2077525" cy="676925"/>
          </a:xfrm>
        </p:grpSpPr>
        <p:sp>
          <p:nvSpPr>
            <p:cNvPr id="229" name="Google Shape;229;p123"/>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30" name="Google Shape;230;p123"/>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31" name="Google Shape;231;p123"/>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32" name="Google Shape;232;p123"/>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33" name="Google Shape;233;p123"/>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34" name="Google Shape;234;p123"/>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235" name="Shape 235"/>
        <p:cNvGrpSpPr/>
        <p:nvPr/>
      </p:nvGrpSpPr>
      <p:grpSpPr>
        <a:xfrm>
          <a:off x="0" y="0"/>
          <a:ext cx="0" cy="0"/>
          <a:chOff x="0" y="0"/>
          <a:chExt cx="0" cy="0"/>
        </a:xfrm>
      </p:grpSpPr>
      <p:sp>
        <p:nvSpPr>
          <p:cNvPr id="236" name="Google Shape;236;p124"/>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237" name="Shape 237"/>
        <p:cNvGrpSpPr/>
        <p:nvPr/>
      </p:nvGrpSpPr>
      <p:grpSpPr>
        <a:xfrm>
          <a:off x="0" y="0"/>
          <a:ext cx="0" cy="0"/>
          <a:chOff x="0" y="0"/>
          <a:chExt cx="0" cy="0"/>
        </a:xfrm>
      </p:grpSpPr>
      <p:sp>
        <p:nvSpPr>
          <p:cNvPr id="238" name="Google Shape;238;p125"/>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9" name="Shape 239"/>
        <p:cNvGrpSpPr/>
        <p:nvPr/>
      </p:nvGrpSpPr>
      <p:grpSpPr>
        <a:xfrm>
          <a:off x="0" y="0"/>
          <a:ext cx="0" cy="0"/>
          <a:chOff x="0" y="0"/>
          <a:chExt cx="0" cy="0"/>
        </a:xfrm>
      </p:grpSpPr>
      <p:sp>
        <p:nvSpPr>
          <p:cNvPr id="240" name="Google Shape;240;p1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11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sp>
        <p:nvSpPr>
          <p:cNvPr id="241" name="Google Shape;241;p126"/>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2" name="Shape 242"/>
        <p:cNvGrpSpPr/>
        <p:nvPr/>
      </p:nvGrpSpPr>
      <p:grpSpPr>
        <a:xfrm>
          <a:off x="0" y="0"/>
          <a:ext cx="0" cy="0"/>
          <a:chOff x="0" y="0"/>
          <a:chExt cx="0" cy="0"/>
        </a:xfrm>
      </p:grpSpPr>
      <p:sp>
        <p:nvSpPr>
          <p:cNvPr id="243" name="Google Shape;243;p127"/>
          <p:cNvSpPr txBox="1"/>
          <p:nvPr>
            <p:ph type="title"/>
          </p:nvPr>
        </p:nvSpPr>
        <p:spPr>
          <a:xfrm>
            <a:off x="167100" y="81375"/>
            <a:ext cx="8809800" cy="5727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11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sp>
        <p:nvSpPr>
          <p:cNvPr id="244" name="Google Shape;244;p1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pic>
        <p:nvPicPr>
          <p:cNvPr id="245" name="Google Shape;245;p127"/>
          <p:cNvPicPr preferRelativeResize="0"/>
          <p:nvPr/>
        </p:nvPicPr>
        <p:blipFill rotWithShape="1">
          <a:blip r:embed="rId2">
            <a:alphaModFix/>
          </a:blip>
          <a:srcRect b="0" l="0" r="0" t="0"/>
          <a:stretch/>
        </p:blipFill>
        <p:spPr>
          <a:xfrm>
            <a:off x="120763" y="4673087"/>
            <a:ext cx="525400" cy="373875"/>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TITLE_ONLY_1">
    <p:spTree>
      <p:nvGrpSpPr>
        <p:cNvPr id="246" name="Shape 246"/>
        <p:cNvGrpSpPr/>
        <p:nvPr/>
      </p:nvGrpSpPr>
      <p:grpSpPr>
        <a:xfrm>
          <a:off x="0" y="0"/>
          <a:ext cx="0" cy="0"/>
          <a:chOff x="0" y="0"/>
          <a:chExt cx="0" cy="0"/>
        </a:xfrm>
      </p:grpSpPr>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1">
  <p:cSld name="SECTION_HEADER_1_1">
    <p:spTree>
      <p:nvGrpSpPr>
        <p:cNvPr id="247" name="Shape 247"/>
        <p:cNvGrpSpPr/>
        <p:nvPr/>
      </p:nvGrpSpPr>
      <p:grpSpPr>
        <a:xfrm>
          <a:off x="0" y="0"/>
          <a:ext cx="0" cy="0"/>
          <a:chOff x="0" y="0"/>
          <a:chExt cx="0" cy="0"/>
        </a:xfrm>
      </p:grpSpPr>
      <p:sp>
        <p:nvSpPr>
          <p:cNvPr id="248" name="Google Shape;248;p129"/>
          <p:cNvSpPr txBox="1"/>
          <p:nvPr>
            <p:ph type="title"/>
          </p:nvPr>
        </p:nvSpPr>
        <p:spPr>
          <a:xfrm>
            <a:off x="395960" y="303194"/>
            <a:ext cx="4336500" cy="8418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rgbClr val="000000"/>
              </a:buClr>
              <a:buSzPts val="4800"/>
              <a:buNone/>
              <a:defRPr sz="4800">
                <a:solidFill>
                  <a:srgbClr val="000000"/>
                </a:solidFill>
              </a:defRPr>
            </a:lvl1pPr>
            <a:lvl2pPr lvl="1" algn="ctr">
              <a:lnSpc>
                <a:spcPct val="100000"/>
              </a:lnSpc>
              <a:spcBef>
                <a:spcPts val="0"/>
              </a:spcBef>
              <a:spcAft>
                <a:spcPts val="0"/>
              </a:spcAft>
              <a:buClr>
                <a:srgbClr val="000000"/>
              </a:buClr>
              <a:buSzPts val="9600"/>
              <a:buNone/>
              <a:defRPr b="1" sz="9600">
                <a:solidFill>
                  <a:srgbClr val="000000"/>
                </a:solidFill>
              </a:defRPr>
            </a:lvl2pPr>
            <a:lvl3pPr lvl="2" algn="ctr">
              <a:lnSpc>
                <a:spcPct val="100000"/>
              </a:lnSpc>
              <a:spcBef>
                <a:spcPts val="0"/>
              </a:spcBef>
              <a:spcAft>
                <a:spcPts val="0"/>
              </a:spcAft>
              <a:buClr>
                <a:srgbClr val="000000"/>
              </a:buClr>
              <a:buSzPts val="9600"/>
              <a:buNone/>
              <a:defRPr b="1" sz="9600">
                <a:solidFill>
                  <a:srgbClr val="000000"/>
                </a:solidFill>
              </a:defRPr>
            </a:lvl3pPr>
            <a:lvl4pPr lvl="3" algn="ctr">
              <a:lnSpc>
                <a:spcPct val="100000"/>
              </a:lnSpc>
              <a:spcBef>
                <a:spcPts val="0"/>
              </a:spcBef>
              <a:spcAft>
                <a:spcPts val="0"/>
              </a:spcAft>
              <a:buClr>
                <a:srgbClr val="000000"/>
              </a:buClr>
              <a:buSzPts val="9600"/>
              <a:buNone/>
              <a:defRPr b="1" sz="9600">
                <a:solidFill>
                  <a:srgbClr val="000000"/>
                </a:solidFill>
              </a:defRPr>
            </a:lvl4pPr>
            <a:lvl5pPr lvl="4" algn="ctr">
              <a:lnSpc>
                <a:spcPct val="100000"/>
              </a:lnSpc>
              <a:spcBef>
                <a:spcPts val="0"/>
              </a:spcBef>
              <a:spcAft>
                <a:spcPts val="0"/>
              </a:spcAft>
              <a:buClr>
                <a:srgbClr val="000000"/>
              </a:buClr>
              <a:buSzPts val="9600"/>
              <a:buNone/>
              <a:defRPr b="1" sz="9600">
                <a:solidFill>
                  <a:srgbClr val="000000"/>
                </a:solidFill>
              </a:defRPr>
            </a:lvl5pPr>
            <a:lvl6pPr lvl="5" algn="ctr">
              <a:lnSpc>
                <a:spcPct val="100000"/>
              </a:lnSpc>
              <a:spcBef>
                <a:spcPts val="0"/>
              </a:spcBef>
              <a:spcAft>
                <a:spcPts val="0"/>
              </a:spcAft>
              <a:buClr>
                <a:srgbClr val="000000"/>
              </a:buClr>
              <a:buSzPts val="9600"/>
              <a:buNone/>
              <a:defRPr b="1" sz="9600">
                <a:solidFill>
                  <a:srgbClr val="000000"/>
                </a:solidFill>
              </a:defRPr>
            </a:lvl6pPr>
            <a:lvl7pPr lvl="6" algn="ctr">
              <a:lnSpc>
                <a:spcPct val="100000"/>
              </a:lnSpc>
              <a:spcBef>
                <a:spcPts val="0"/>
              </a:spcBef>
              <a:spcAft>
                <a:spcPts val="0"/>
              </a:spcAft>
              <a:buClr>
                <a:srgbClr val="000000"/>
              </a:buClr>
              <a:buSzPts val="9600"/>
              <a:buNone/>
              <a:defRPr b="1" sz="9600">
                <a:solidFill>
                  <a:srgbClr val="000000"/>
                </a:solidFill>
              </a:defRPr>
            </a:lvl7pPr>
            <a:lvl8pPr lvl="7" algn="ctr">
              <a:lnSpc>
                <a:spcPct val="100000"/>
              </a:lnSpc>
              <a:spcBef>
                <a:spcPts val="0"/>
              </a:spcBef>
              <a:spcAft>
                <a:spcPts val="0"/>
              </a:spcAft>
              <a:buClr>
                <a:srgbClr val="000000"/>
              </a:buClr>
              <a:buSzPts val="9600"/>
              <a:buNone/>
              <a:defRPr b="1" sz="9600">
                <a:solidFill>
                  <a:srgbClr val="000000"/>
                </a:solidFill>
              </a:defRPr>
            </a:lvl8pPr>
            <a:lvl9pPr lvl="8" algn="ctr">
              <a:lnSpc>
                <a:spcPct val="100000"/>
              </a:lnSpc>
              <a:spcBef>
                <a:spcPts val="0"/>
              </a:spcBef>
              <a:spcAft>
                <a:spcPts val="0"/>
              </a:spcAft>
              <a:buClr>
                <a:srgbClr val="000000"/>
              </a:buClr>
              <a:buSzPts val="9600"/>
              <a:buNone/>
              <a:defRPr b="1" sz="9600">
                <a:solidFill>
                  <a:srgbClr val="000000"/>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text_left to right">
  <p:cSld name="TITLE_1_3">
    <p:spTree>
      <p:nvGrpSpPr>
        <p:cNvPr id="249" name="Shape 249"/>
        <p:cNvGrpSpPr/>
        <p:nvPr/>
      </p:nvGrpSpPr>
      <p:grpSpPr>
        <a:xfrm>
          <a:off x="0" y="0"/>
          <a:ext cx="0" cy="0"/>
          <a:chOff x="0" y="0"/>
          <a:chExt cx="0" cy="0"/>
        </a:xfrm>
      </p:grpSpPr>
      <p:sp>
        <p:nvSpPr>
          <p:cNvPr id="250" name="Google Shape;250;p130"/>
          <p:cNvSpPr txBox="1"/>
          <p:nvPr/>
        </p:nvSpPr>
        <p:spPr>
          <a:xfrm>
            <a:off x="6217764" y="4754880"/>
            <a:ext cx="2194500" cy="273900"/>
          </a:xfrm>
          <a:prstGeom prst="rect">
            <a:avLst/>
          </a:prstGeom>
          <a:noFill/>
          <a:ln>
            <a:noFill/>
          </a:ln>
        </p:spPr>
        <p:txBody>
          <a:bodyPr anchorCtr="0" anchor="ctr" bIns="91425" lIns="91425" spcFirstLastPara="1" rIns="91425" wrap="square" tIns="91425">
            <a:noAutofit/>
          </a:bodyPr>
          <a:lstStyle/>
          <a:p>
            <a:pPr indent="0" lvl="0" marL="0" marR="0" rtl="0" algn="r">
              <a:lnSpc>
                <a:spcPct val="115000"/>
              </a:lnSpc>
              <a:spcBef>
                <a:spcPts val="0"/>
              </a:spcBef>
              <a:spcAft>
                <a:spcPts val="0"/>
              </a:spcAft>
              <a:buClr>
                <a:srgbClr val="000000"/>
              </a:buClr>
              <a:buSzPts val="600"/>
              <a:buFont typeface="Arial"/>
              <a:buNone/>
            </a:pPr>
            <a:r>
              <a:rPr b="0" i="0" lang="en" sz="600" u="none" cap="none" strike="noStrike">
                <a:solidFill>
                  <a:srgbClr val="B7B7B7"/>
                </a:solidFill>
                <a:latin typeface="Arial"/>
                <a:ea typeface="Arial"/>
                <a:cs typeface="Arial"/>
                <a:sym typeface="Arial"/>
              </a:rPr>
              <a:t>Google     |     Confidential &amp; Proprietary</a:t>
            </a:r>
            <a:endParaRPr b="0" i="0" sz="600" u="none" cap="none" strike="noStrike">
              <a:solidFill>
                <a:srgbClr val="B7B7B7"/>
              </a:solidFill>
              <a:latin typeface="Arial"/>
              <a:ea typeface="Arial"/>
              <a:cs typeface="Arial"/>
              <a:sym typeface="Arial"/>
            </a:endParaRPr>
          </a:p>
        </p:txBody>
      </p:sp>
      <p:sp>
        <p:nvSpPr>
          <p:cNvPr id="251" name="Google Shape;251;p130"/>
          <p:cNvSpPr txBox="1"/>
          <p:nvPr/>
        </p:nvSpPr>
        <p:spPr>
          <a:xfrm>
            <a:off x="8412264" y="4695015"/>
            <a:ext cx="5487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fld id="{00000000-1234-1234-1234-123412341234}" type="slidenum">
              <a:rPr b="1" i="0" lang="en" sz="600" u="none" cap="none" strike="noStrike">
                <a:solidFill>
                  <a:srgbClr val="B7B7B7"/>
                </a:solidFill>
                <a:latin typeface="Arial"/>
                <a:ea typeface="Arial"/>
                <a:cs typeface="Arial"/>
                <a:sym typeface="Arial"/>
              </a:rPr>
              <a:t>‹#›</a:t>
            </a:fld>
            <a:endParaRPr b="1" i="0" sz="600" u="none" cap="none" strike="noStrike">
              <a:solidFill>
                <a:srgbClr val="B7B7B7"/>
              </a:solidFill>
              <a:latin typeface="Arial"/>
              <a:ea typeface="Arial"/>
              <a:cs typeface="Arial"/>
              <a:sym typeface="Arial"/>
            </a:endParaRPr>
          </a:p>
        </p:txBody>
      </p:sp>
      <p:pic>
        <p:nvPicPr>
          <p:cNvPr id="252" name="Google Shape;252;p130"/>
          <p:cNvPicPr preferRelativeResize="0"/>
          <p:nvPr/>
        </p:nvPicPr>
        <p:blipFill rotWithShape="1">
          <a:blip r:embed="rId2">
            <a:alphaModFix amt="15000"/>
          </a:blip>
          <a:srcRect b="0" l="0" r="0" t="0"/>
          <a:stretch/>
        </p:blipFill>
        <p:spPr>
          <a:xfrm>
            <a:off x="365760" y="4809533"/>
            <a:ext cx="164592" cy="164592"/>
          </a:xfrm>
          <a:prstGeom prst="rect">
            <a:avLst/>
          </a:prstGeom>
          <a:noFill/>
          <a:ln>
            <a:noFill/>
          </a:ln>
        </p:spPr>
      </p:pic>
      <p:sp>
        <p:nvSpPr>
          <p:cNvPr id="253" name="Google Shape;253;p130"/>
          <p:cNvSpPr txBox="1"/>
          <p:nvPr/>
        </p:nvSpPr>
        <p:spPr>
          <a:xfrm>
            <a:off x="731520" y="4754880"/>
            <a:ext cx="2194500" cy="273900"/>
          </a:xfrm>
          <a:prstGeom prst="rect">
            <a:avLst/>
          </a:prstGeom>
          <a:noFill/>
          <a:ln>
            <a:noFill/>
          </a:ln>
        </p:spPr>
        <p:txBody>
          <a:bodyPr anchorCtr="0" anchor="ctr" bIns="91425" lIns="0" spcFirstLastPara="1" rIns="91425" wrap="square" tIns="91425">
            <a:noAutofit/>
          </a:bodyPr>
          <a:lstStyle/>
          <a:p>
            <a:pPr indent="0" lvl="0" marL="0" marR="0" rtl="0" algn="l">
              <a:lnSpc>
                <a:spcPct val="115000"/>
              </a:lnSpc>
              <a:spcBef>
                <a:spcPts val="0"/>
              </a:spcBef>
              <a:spcAft>
                <a:spcPts val="0"/>
              </a:spcAft>
              <a:buClr>
                <a:srgbClr val="000000"/>
              </a:buClr>
              <a:buSzPts val="600"/>
              <a:buFont typeface="Arial"/>
              <a:buNone/>
            </a:pPr>
            <a:r>
              <a:rPr b="0" i="0" lang="en" sz="600" u="none" cap="none" strike="noStrike">
                <a:solidFill>
                  <a:srgbClr val="B7B7B7"/>
                </a:solidFill>
                <a:latin typeface="Arial"/>
                <a:ea typeface="Arial"/>
                <a:cs typeface="Arial"/>
                <a:sym typeface="Arial"/>
              </a:rPr>
              <a:t>User Team</a:t>
            </a:r>
            <a:endParaRPr b="0" i="0" sz="600" u="none" cap="none" strike="noStrike">
              <a:solidFill>
                <a:srgbClr val="B7B7B7"/>
              </a:solidFill>
              <a:latin typeface="Arial"/>
              <a:ea typeface="Arial"/>
              <a:cs typeface="Arial"/>
              <a:sym typeface="Arial"/>
            </a:endParaRPr>
          </a:p>
        </p:txBody>
      </p:sp>
      <p:sp>
        <p:nvSpPr>
          <p:cNvPr id="254" name="Google Shape;254;p130"/>
          <p:cNvSpPr txBox="1"/>
          <p:nvPr>
            <p:ph type="title"/>
          </p:nvPr>
        </p:nvSpPr>
        <p:spPr>
          <a:xfrm>
            <a:off x="731520" y="1097280"/>
            <a:ext cx="3291900" cy="1828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1100"/>
              <a:buNone/>
              <a:defRPr b="1" sz="3000">
                <a:solidFill>
                  <a:srgbClr val="434343"/>
                </a:solidFill>
                <a:latin typeface="Arial"/>
                <a:ea typeface="Arial"/>
                <a:cs typeface="Arial"/>
                <a:sym typeface="Arial"/>
              </a:defRPr>
            </a:lvl1pPr>
            <a:lvl2pPr lvl="1" algn="ctr">
              <a:lnSpc>
                <a:spcPct val="100000"/>
              </a:lnSpc>
              <a:spcBef>
                <a:spcPts val="0"/>
              </a:spcBef>
              <a:spcAft>
                <a:spcPts val="0"/>
              </a:spcAft>
              <a:buSzPts val="4200"/>
              <a:buNone/>
              <a:defRPr b="1" sz="3000">
                <a:solidFill>
                  <a:srgbClr val="434343"/>
                </a:solidFill>
                <a:latin typeface="Arial"/>
                <a:ea typeface="Arial"/>
                <a:cs typeface="Arial"/>
                <a:sym typeface="Arial"/>
              </a:defRPr>
            </a:lvl2pPr>
            <a:lvl3pPr lvl="2" algn="ctr">
              <a:lnSpc>
                <a:spcPct val="100000"/>
              </a:lnSpc>
              <a:spcBef>
                <a:spcPts val="0"/>
              </a:spcBef>
              <a:spcAft>
                <a:spcPts val="0"/>
              </a:spcAft>
              <a:buSzPts val="4200"/>
              <a:buNone/>
              <a:defRPr b="1" sz="3000">
                <a:solidFill>
                  <a:srgbClr val="434343"/>
                </a:solidFill>
                <a:latin typeface="Arial"/>
                <a:ea typeface="Arial"/>
                <a:cs typeface="Arial"/>
                <a:sym typeface="Arial"/>
              </a:defRPr>
            </a:lvl3pPr>
            <a:lvl4pPr lvl="3" algn="ctr">
              <a:lnSpc>
                <a:spcPct val="100000"/>
              </a:lnSpc>
              <a:spcBef>
                <a:spcPts val="0"/>
              </a:spcBef>
              <a:spcAft>
                <a:spcPts val="0"/>
              </a:spcAft>
              <a:buSzPts val="4200"/>
              <a:buNone/>
              <a:defRPr b="1" sz="3000">
                <a:solidFill>
                  <a:srgbClr val="434343"/>
                </a:solidFill>
                <a:latin typeface="Arial"/>
                <a:ea typeface="Arial"/>
                <a:cs typeface="Arial"/>
                <a:sym typeface="Arial"/>
              </a:defRPr>
            </a:lvl4pPr>
            <a:lvl5pPr lvl="4" algn="ctr">
              <a:lnSpc>
                <a:spcPct val="100000"/>
              </a:lnSpc>
              <a:spcBef>
                <a:spcPts val="0"/>
              </a:spcBef>
              <a:spcAft>
                <a:spcPts val="0"/>
              </a:spcAft>
              <a:buSzPts val="4200"/>
              <a:buNone/>
              <a:defRPr b="1" sz="3000">
                <a:solidFill>
                  <a:srgbClr val="434343"/>
                </a:solidFill>
                <a:latin typeface="Arial"/>
                <a:ea typeface="Arial"/>
                <a:cs typeface="Arial"/>
                <a:sym typeface="Arial"/>
              </a:defRPr>
            </a:lvl5pPr>
            <a:lvl6pPr lvl="5" algn="ctr">
              <a:lnSpc>
                <a:spcPct val="100000"/>
              </a:lnSpc>
              <a:spcBef>
                <a:spcPts val="0"/>
              </a:spcBef>
              <a:spcAft>
                <a:spcPts val="0"/>
              </a:spcAft>
              <a:buSzPts val="4200"/>
              <a:buNone/>
              <a:defRPr b="1" sz="3000">
                <a:solidFill>
                  <a:srgbClr val="434343"/>
                </a:solidFill>
                <a:latin typeface="Arial"/>
                <a:ea typeface="Arial"/>
                <a:cs typeface="Arial"/>
                <a:sym typeface="Arial"/>
              </a:defRPr>
            </a:lvl6pPr>
            <a:lvl7pPr lvl="6" algn="ctr">
              <a:lnSpc>
                <a:spcPct val="100000"/>
              </a:lnSpc>
              <a:spcBef>
                <a:spcPts val="0"/>
              </a:spcBef>
              <a:spcAft>
                <a:spcPts val="0"/>
              </a:spcAft>
              <a:buSzPts val="4200"/>
              <a:buNone/>
              <a:defRPr b="1" sz="3000">
                <a:solidFill>
                  <a:srgbClr val="434343"/>
                </a:solidFill>
                <a:latin typeface="Arial"/>
                <a:ea typeface="Arial"/>
                <a:cs typeface="Arial"/>
                <a:sym typeface="Arial"/>
              </a:defRPr>
            </a:lvl7pPr>
            <a:lvl8pPr lvl="7" algn="ctr">
              <a:lnSpc>
                <a:spcPct val="100000"/>
              </a:lnSpc>
              <a:spcBef>
                <a:spcPts val="0"/>
              </a:spcBef>
              <a:spcAft>
                <a:spcPts val="0"/>
              </a:spcAft>
              <a:buSzPts val="4200"/>
              <a:buNone/>
              <a:defRPr b="1" sz="3000">
                <a:solidFill>
                  <a:srgbClr val="434343"/>
                </a:solidFill>
                <a:latin typeface="Arial"/>
                <a:ea typeface="Arial"/>
                <a:cs typeface="Arial"/>
                <a:sym typeface="Arial"/>
              </a:defRPr>
            </a:lvl8pPr>
            <a:lvl9pPr lvl="8" algn="ctr">
              <a:lnSpc>
                <a:spcPct val="100000"/>
              </a:lnSpc>
              <a:spcBef>
                <a:spcPts val="0"/>
              </a:spcBef>
              <a:spcAft>
                <a:spcPts val="0"/>
              </a:spcAft>
              <a:buSzPts val="4200"/>
              <a:buNone/>
              <a:defRPr b="1" sz="3000">
                <a:solidFill>
                  <a:srgbClr val="434343"/>
                </a:solidFill>
                <a:latin typeface="Arial"/>
                <a:ea typeface="Arial"/>
                <a:cs typeface="Arial"/>
                <a:sym typeface="Arial"/>
              </a:defRPr>
            </a:lvl9pPr>
          </a:lstStyle>
          <a:p/>
        </p:txBody>
      </p:sp>
      <p:sp>
        <p:nvSpPr>
          <p:cNvPr id="255" name="Google Shape;255;p130"/>
          <p:cNvSpPr txBox="1"/>
          <p:nvPr>
            <p:ph idx="1" type="body"/>
          </p:nvPr>
        </p:nvSpPr>
        <p:spPr>
          <a:xfrm>
            <a:off x="4206240" y="1371600"/>
            <a:ext cx="4206300" cy="2875500"/>
          </a:xfrm>
          <a:prstGeom prst="rect">
            <a:avLst/>
          </a:prstGeom>
          <a:noFill/>
          <a:ln>
            <a:noFill/>
          </a:ln>
        </p:spPr>
        <p:txBody>
          <a:bodyPr anchorCtr="0" anchor="t" bIns="0" lIns="0" spcFirstLastPara="1" rIns="0" wrap="square" tIns="0">
            <a:noAutofit/>
          </a:bodyPr>
          <a:lstStyle>
            <a:lvl1pPr indent="-292100" lvl="0" marL="457200" marR="0" rtl="0" algn="l">
              <a:lnSpc>
                <a:spcPct val="115000"/>
              </a:lnSpc>
              <a:spcBef>
                <a:spcPts val="0"/>
              </a:spcBef>
              <a:spcAft>
                <a:spcPts val="0"/>
              </a:spcAft>
              <a:buClr>
                <a:srgbClr val="434343"/>
              </a:buClr>
              <a:buSzPts val="1000"/>
              <a:buFont typeface="Roboto"/>
              <a:buChar char="●"/>
              <a:defRPr b="0" i="0" sz="1000" u="none" cap="none" strike="noStrike">
                <a:solidFill>
                  <a:srgbClr val="434343"/>
                </a:solidFill>
                <a:latin typeface="Roboto"/>
                <a:ea typeface="Roboto"/>
                <a:cs typeface="Roboto"/>
                <a:sym typeface="Roboto"/>
              </a:defRPr>
            </a:lvl1pPr>
            <a:lvl2pPr indent="-292100" lvl="1" marL="914400" marR="0" rtl="0" algn="l">
              <a:lnSpc>
                <a:spcPct val="115000"/>
              </a:lnSpc>
              <a:spcBef>
                <a:spcPts val="1000"/>
              </a:spcBef>
              <a:spcAft>
                <a:spcPts val="0"/>
              </a:spcAft>
              <a:buClr>
                <a:srgbClr val="434343"/>
              </a:buClr>
              <a:buSzPts val="1000"/>
              <a:buFont typeface="Roboto"/>
              <a:buChar char="○"/>
              <a:defRPr b="0" i="0" sz="1000" u="none" cap="none" strike="noStrike">
                <a:solidFill>
                  <a:srgbClr val="434343"/>
                </a:solidFill>
                <a:latin typeface="Roboto"/>
                <a:ea typeface="Roboto"/>
                <a:cs typeface="Roboto"/>
                <a:sym typeface="Roboto"/>
              </a:defRPr>
            </a:lvl2pPr>
            <a:lvl3pPr indent="-292100" lvl="2" marL="1371600" marR="0" rtl="0" algn="l">
              <a:lnSpc>
                <a:spcPct val="115000"/>
              </a:lnSpc>
              <a:spcBef>
                <a:spcPts val="1000"/>
              </a:spcBef>
              <a:spcAft>
                <a:spcPts val="0"/>
              </a:spcAft>
              <a:buClr>
                <a:srgbClr val="434343"/>
              </a:buClr>
              <a:buSzPts val="1000"/>
              <a:buFont typeface="Roboto"/>
              <a:buChar char="■"/>
              <a:defRPr b="0" i="0" sz="1000" u="none" cap="none" strike="noStrike">
                <a:solidFill>
                  <a:srgbClr val="434343"/>
                </a:solidFill>
                <a:latin typeface="Roboto"/>
                <a:ea typeface="Roboto"/>
                <a:cs typeface="Roboto"/>
                <a:sym typeface="Roboto"/>
              </a:defRPr>
            </a:lvl3pPr>
            <a:lvl4pPr indent="-292100" lvl="3" marL="1828800" marR="0" rtl="0" algn="l">
              <a:lnSpc>
                <a:spcPct val="115000"/>
              </a:lnSpc>
              <a:spcBef>
                <a:spcPts val="1000"/>
              </a:spcBef>
              <a:spcAft>
                <a:spcPts val="0"/>
              </a:spcAft>
              <a:buClr>
                <a:srgbClr val="434343"/>
              </a:buClr>
              <a:buSzPts val="1000"/>
              <a:buFont typeface="Roboto"/>
              <a:buChar char="●"/>
              <a:defRPr b="0" i="0" sz="1000" u="none" cap="none" strike="noStrike">
                <a:solidFill>
                  <a:srgbClr val="434343"/>
                </a:solidFill>
                <a:latin typeface="Roboto"/>
                <a:ea typeface="Roboto"/>
                <a:cs typeface="Roboto"/>
                <a:sym typeface="Roboto"/>
              </a:defRPr>
            </a:lvl4pPr>
            <a:lvl5pPr indent="-292100" lvl="4" marL="2286000" marR="0" rtl="0" algn="l">
              <a:lnSpc>
                <a:spcPct val="115000"/>
              </a:lnSpc>
              <a:spcBef>
                <a:spcPts val="1000"/>
              </a:spcBef>
              <a:spcAft>
                <a:spcPts val="0"/>
              </a:spcAft>
              <a:buClr>
                <a:srgbClr val="434343"/>
              </a:buClr>
              <a:buSzPts val="1000"/>
              <a:buFont typeface="Roboto"/>
              <a:buChar char="○"/>
              <a:defRPr b="0" i="0" sz="1000" u="none" cap="none" strike="noStrike">
                <a:solidFill>
                  <a:srgbClr val="434343"/>
                </a:solidFill>
                <a:latin typeface="Roboto"/>
                <a:ea typeface="Roboto"/>
                <a:cs typeface="Roboto"/>
                <a:sym typeface="Roboto"/>
              </a:defRPr>
            </a:lvl5pPr>
            <a:lvl6pPr indent="-292100" lvl="5" marL="2743200" marR="0" rtl="0" algn="l">
              <a:lnSpc>
                <a:spcPct val="115000"/>
              </a:lnSpc>
              <a:spcBef>
                <a:spcPts val="1000"/>
              </a:spcBef>
              <a:spcAft>
                <a:spcPts val="0"/>
              </a:spcAft>
              <a:buClr>
                <a:srgbClr val="434343"/>
              </a:buClr>
              <a:buSzPts val="1000"/>
              <a:buFont typeface="Roboto"/>
              <a:buChar char="■"/>
              <a:defRPr b="0" i="0" sz="1000" u="none" cap="none" strike="noStrike">
                <a:solidFill>
                  <a:srgbClr val="434343"/>
                </a:solidFill>
                <a:latin typeface="Roboto"/>
                <a:ea typeface="Roboto"/>
                <a:cs typeface="Roboto"/>
                <a:sym typeface="Roboto"/>
              </a:defRPr>
            </a:lvl6pPr>
            <a:lvl7pPr indent="-292100" lvl="6" marL="3200400" marR="0" rtl="0" algn="l">
              <a:lnSpc>
                <a:spcPct val="115000"/>
              </a:lnSpc>
              <a:spcBef>
                <a:spcPts val="1000"/>
              </a:spcBef>
              <a:spcAft>
                <a:spcPts val="0"/>
              </a:spcAft>
              <a:buClr>
                <a:srgbClr val="434343"/>
              </a:buClr>
              <a:buSzPts val="1000"/>
              <a:buFont typeface="Roboto"/>
              <a:buChar char="●"/>
              <a:defRPr b="0" i="0" sz="1000" u="none" cap="none" strike="noStrike">
                <a:solidFill>
                  <a:srgbClr val="434343"/>
                </a:solidFill>
                <a:latin typeface="Roboto"/>
                <a:ea typeface="Roboto"/>
                <a:cs typeface="Roboto"/>
                <a:sym typeface="Roboto"/>
              </a:defRPr>
            </a:lvl7pPr>
            <a:lvl8pPr indent="-292100" lvl="7" marL="3657600" marR="0" rtl="0" algn="l">
              <a:lnSpc>
                <a:spcPct val="115000"/>
              </a:lnSpc>
              <a:spcBef>
                <a:spcPts val="1000"/>
              </a:spcBef>
              <a:spcAft>
                <a:spcPts val="0"/>
              </a:spcAft>
              <a:buClr>
                <a:srgbClr val="434343"/>
              </a:buClr>
              <a:buSzPts val="1000"/>
              <a:buFont typeface="Roboto"/>
              <a:buChar char="○"/>
              <a:defRPr b="0" i="0" sz="1000" u="none" cap="none" strike="noStrike">
                <a:solidFill>
                  <a:srgbClr val="434343"/>
                </a:solidFill>
                <a:latin typeface="Roboto"/>
                <a:ea typeface="Roboto"/>
                <a:cs typeface="Roboto"/>
                <a:sym typeface="Roboto"/>
              </a:defRPr>
            </a:lvl8pPr>
            <a:lvl9pPr indent="-292100" lvl="8" marL="4114800" marR="0" rtl="0" algn="l">
              <a:lnSpc>
                <a:spcPct val="115000"/>
              </a:lnSpc>
              <a:spcBef>
                <a:spcPts val="1000"/>
              </a:spcBef>
              <a:spcAft>
                <a:spcPts val="1000"/>
              </a:spcAft>
              <a:buClr>
                <a:srgbClr val="434343"/>
              </a:buClr>
              <a:buSzPts val="1000"/>
              <a:buFont typeface="Roboto"/>
              <a:buChar char="■"/>
              <a:defRPr b="0" i="0" sz="1000" u="none" cap="none" strike="noStrike">
                <a:solidFill>
                  <a:srgbClr val="434343"/>
                </a:solidFill>
                <a:latin typeface="Roboto"/>
                <a:ea typeface="Roboto"/>
                <a:cs typeface="Roboto"/>
                <a:sym typeface="Roboto"/>
              </a:defRPr>
            </a:lvl9pPr>
          </a:lstStyle>
          <a:p/>
        </p:txBody>
      </p:sp>
    </p:spTree>
  </p:cSld>
  <p:clrMapOvr>
    <a:masterClrMapping/>
  </p:clrMapOvr>
  <p:extLst>
    <p:ext uri="{DCECCB84-F9BA-43D5-87BE-67443E8EF086}">
      <p15:sldGuideLst>
        <p15:guide id="1" pos="461">
          <p15:clr>
            <a:srgbClr val="FA7B17"/>
          </p15:clr>
        </p15:guide>
      </p15:sldGuideLst>
    </p:ext>
  </p:extLst>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text">
  <p:cSld name="TITLE_1_3_2_2">
    <p:spTree>
      <p:nvGrpSpPr>
        <p:cNvPr id="256" name="Shape 256"/>
        <p:cNvGrpSpPr/>
        <p:nvPr/>
      </p:nvGrpSpPr>
      <p:grpSpPr>
        <a:xfrm>
          <a:off x="0" y="0"/>
          <a:ext cx="0" cy="0"/>
          <a:chOff x="0" y="0"/>
          <a:chExt cx="0" cy="0"/>
        </a:xfrm>
      </p:grpSpPr>
      <p:sp>
        <p:nvSpPr>
          <p:cNvPr id="257" name="Google Shape;257;p131"/>
          <p:cNvSpPr txBox="1"/>
          <p:nvPr/>
        </p:nvSpPr>
        <p:spPr>
          <a:xfrm>
            <a:off x="8412264" y="4695015"/>
            <a:ext cx="5487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fld id="{00000000-1234-1234-1234-123412341234}" type="slidenum">
              <a:rPr b="1" i="0" lang="en" sz="600" u="none" cap="none" strike="noStrike">
                <a:solidFill>
                  <a:srgbClr val="B7B7B7"/>
                </a:solidFill>
                <a:latin typeface="Arial"/>
                <a:ea typeface="Arial"/>
                <a:cs typeface="Arial"/>
                <a:sym typeface="Arial"/>
              </a:rPr>
              <a:t>‹#›</a:t>
            </a:fld>
            <a:endParaRPr b="1" i="0" sz="600" u="none" cap="none" strike="noStrike">
              <a:solidFill>
                <a:srgbClr val="B7B7B7"/>
              </a:solidFill>
              <a:latin typeface="Arial"/>
              <a:ea typeface="Arial"/>
              <a:cs typeface="Arial"/>
              <a:sym typeface="Arial"/>
            </a:endParaRPr>
          </a:p>
        </p:txBody>
      </p:sp>
      <p:pic>
        <p:nvPicPr>
          <p:cNvPr id="258" name="Google Shape;258;p131"/>
          <p:cNvPicPr preferRelativeResize="0"/>
          <p:nvPr/>
        </p:nvPicPr>
        <p:blipFill rotWithShape="1">
          <a:blip r:embed="rId2">
            <a:alphaModFix amt="15000"/>
          </a:blip>
          <a:srcRect b="0" l="0" r="0" t="0"/>
          <a:stretch/>
        </p:blipFill>
        <p:spPr>
          <a:xfrm>
            <a:off x="365760" y="4809533"/>
            <a:ext cx="164592" cy="164592"/>
          </a:xfrm>
          <a:prstGeom prst="rect">
            <a:avLst/>
          </a:prstGeom>
          <a:noFill/>
          <a:ln>
            <a:noFill/>
          </a:ln>
        </p:spPr>
      </p:pic>
      <p:sp>
        <p:nvSpPr>
          <p:cNvPr id="259" name="Google Shape;259;p131"/>
          <p:cNvSpPr txBox="1"/>
          <p:nvPr/>
        </p:nvSpPr>
        <p:spPr>
          <a:xfrm>
            <a:off x="731520" y="4754880"/>
            <a:ext cx="2194500" cy="273900"/>
          </a:xfrm>
          <a:prstGeom prst="rect">
            <a:avLst/>
          </a:prstGeom>
          <a:noFill/>
          <a:ln>
            <a:noFill/>
          </a:ln>
        </p:spPr>
        <p:txBody>
          <a:bodyPr anchorCtr="0" anchor="ctr" bIns="91425" lIns="0" spcFirstLastPara="1" rIns="91425" wrap="square" tIns="91425">
            <a:noAutofit/>
          </a:bodyPr>
          <a:lstStyle/>
          <a:p>
            <a:pPr indent="0" lvl="0" marL="0" marR="0" rtl="0" algn="l">
              <a:lnSpc>
                <a:spcPct val="115000"/>
              </a:lnSpc>
              <a:spcBef>
                <a:spcPts val="0"/>
              </a:spcBef>
              <a:spcAft>
                <a:spcPts val="0"/>
              </a:spcAft>
              <a:buClr>
                <a:srgbClr val="000000"/>
              </a:buClr>
              <a:buSzPts val="600"/>
              <a:buFont typeface="Arial"/>
              <a:buNone/>
            </a:pPr>
            <a:r>
              <a:rPr b="0" i="0" lang="en" sz="600" u="none" cap="none" strike="noStrike">
                <a:solidFill>
                  <a:srgbClr val="B7B7B7"/>
                </a:solidFill>
                <a:latin typeface="Arial"/>
                <a:ea typeface="Arial"/>
                <a:cs typeface="Arial"/>
                <a:sym typeface="Arial"/>
              </a:rPr>
              <a:t>User Team</a:t>
            </a:r>
            <a:endParaRPr b="0" i="0" sz="600" u="none" cap="none" strike="noStrike">
              <a:solidFill>
                <a:srgbClr val="B7B7B7"/>
              </a:solidFill>
              <a:latin typeface="Arial"/>
              <a:ea typeface="Arial"/>
              <a:cs typeface="Arial"/>
              <a:sym typeface="Arial"/>
            </a:endParaRPr>
          </a:p>
        </p:txBody>
      </p:sp>
      <p:sp>
        <p:nvSpPr>
          <p:cNvPr id="260" name="Google Shape;260;p131"/>
          <p:cNvSpPr txBox="1"/>
          <p:nvPr>
            <p:ph type="title"/>
          </p:nvPr>
        </p:nvSpPr>
        <p:spPr>
          <a:xfrm>
            <a:off x="731525" y="731522"/>
            <a:ext cx="7680900" cy="640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1100"/>
              <a:buNone/>
              <a:defRPr b="1" sz="3000">
                <a:solidFill>
                  <a:srgbClr val="434343"/>
                </a:solidFill>
                <a:latin typeface="Arial"/>
                <a:ea typeface="Arial"/>
                <a:cs typeface="Arial"/>
                <a:sym typeface="Arial"/>
              </a:defRPr>
            </a:lvl1pPr>
            <a:lvl2pPr lvl="1" algn="ctr">
              <a:lnSpc>
                <a:spcPct val="100000"/>
              </a:lnSpc>
              <a:spcBef>
                <a:spcPts val="0"/>
              </a:spcBef>
              <a:spcAft>
                <a:spcPts val="0"/>
              </a:spcAft>
              <a:buSzPts val="4200"/>
              <a:buNone/>
              <a:defRPr b="1" sz="3000">
                <a:solidFill>
                  <a:srgbClr val="434343"/>
                </a:solidFill>
                <a:latin typeface="Arial"/>
                <a:ea typeface="Arial"/>
                <a:cs typeface="Arial"/>
                <a:sym typeface="Arial"/>
              </a:defRPr>
            </a:lvl2pPr>
            <a:lvl3pPr lvl="2" algn="ctr">
              <a:lnSpc>
                <a:spcPct val="100000"/>
              </a:lnSpc>
              <a:spcBef>
                <a:spcPts val="0"/>
              </a:spcBef>
              <a:spcAft>
                <a:spcPts val="0"/>
              </a:spcAft>
              <a:buSzPts val="4200"/>
              <a:buNone/>
              <a:defRPr b="1" sz="3000">
                <a:solidFill>
                  <a:srgbClr val="434343"/>
                </a:solidFill>
                <a:latin typeface="Arial"/>
                <a:ea typeface="Arial"/>
                <a:cs typeface="Arial"/>
                <a:sym typeface="Arial"/>
              </a:defRPr>
            </a:lvl3pPr>
            <a:lvl4pPr lvl="3" algn="ctr">
              <a:lnSpc>
                <a:spcPct val="100000"/>
              </a:lnSpc>
              <a:spcBef>
                <a:spcPts val="0"/>
              </a:spcBef>
              <a:spcAft>
                <a:spcPts val="0"/>
              </a:spcAft>
              <a:buSzPts val="4200"/>
              <a:buNone/>
              <a:defRPr b="1" sz="3000">
                <a:solidFill>
                  <a:srgbClr val="434343"/>
                </a:solidFill>
                <a:latin typeface="Arial"/>
                <a:ea typeface="Arial"/>
                <a:cs typeface="Arial"/>
                <a:sym typeface="Arial"/>
              </a:defRPr>
            </a:lvl4pPr>
            <a:lvl5pPr lvl="4" algn="ctr">
              <a:lnSpc>
                <a:spcPct val="100000"/>
              </a:lnSpc>
              <a:spcBef>
                <a:spcPts val="0"/>
              </a:spcBef>
              <a:spcAft>
                <a:spcPts val="0"/>
              </a:spcAft>
              <a:buSzPts val="4200"/>
              <a:buNone/>
              <a:defRPr b="1" sz="3000">
                <a:solidFill>
                  <a:srgbClr val="434343"/>
                </a:solidFill>
                <a:latin typeface="Arial"/>
                <a:ea typeface="Arial"/>
                <a:cs typeface="Arial"/>
                <a:sym typeface="Arial"/>
              </a:defRPr>
            </a:lvl5pPr>
            <a:lvl6pPr lvl="5" algn="ctr">
              <a:lnSpc>
                <a:spcPct val="100000"/>
              </a:lnSpc>
              <a:spcBef>
                <a:spcPts val="0"/>
              </a:spcBef>
              <a:spcAft>
                <a:spcPts val="0"/>
              </a:spcAft>
              <a:buSzPts val="4200"/>
              <a:buNone/>
              <a:defRPr b="1" sz="3000">
                <a:solidFill>
                  <a:srgbClr val="434343"/>
                </a:solidFill>
                <a:latin typeface="Arial"/>
                <a:ea typeface="Arial"/>
                <a:cs typeface="Arial"/>
                <a:sym typeface="Arial"/>
              </a:defRPr>
            </a:lvl6pPr>
            <a:lvl7pPr lvl="6" algn="ctr">
              <a:lnSpc>
                <a:spcPct val="100000"/>
              </a:lnSpc>
              <a:spcBef>
                <a:spcPts val="0"/>
              </a:spcBef>
              <a:spcAft>
                <a:spcPts val="0"/>
              </a:spcAft>
              <a:buSzPts val="4200"/>
              <a:buNone/>
              <a:defRPr b="1" sz="3000">
                <a:solidFill>
                  <a:srgbClr val="434343"/>
                </a:solidFill>
                <a:latin typeface="Arial"/>
                <a:ea typeface="Arial"/>
                <a:cs typeface="Arial"/>
                <a:sym typeface="Arial"/>
              </a:defRPr>
            </a:lvl7pPr>
            <a:lvl8pPr lvl="7" algn="ctr">
              <a:lnSpc>
                <a:spcPct val="100000"/>
              </a:lnSpc>
              <a:spcBef>
                <a:spcPts val="0"/>
              </a:spcBef>
              <a:spcAft>
                <a:spcPts val="0"/>
              </a:spcAft>
              <a:buSzPts val="4200"/>
              <a:buNone/>
              <a:defRPr b="1" sz="3000">
                <a:solidFill>
                  <a:srgbClr val="434343"/>
                </a:solidFill>
                <a:latin typeface="Arial"/>
                <a:ea typeface="Arial"/>
                <a:cs typeface="Arial"/>
                <a:sym typeface="Arial"/>
              </a:defRPr>
            </a:lvl8pPr>
            <a:lvl9pPr lvl="8" algn="ctr">
              <a:lnSpc>
                <a:spcPct val="100000"/>
              </a:lnSpc>
              <a:spcBef>
                <a:spcPts val="0"/>
              </a:spcBef>
              <a:spcAft>
                <a:spcPts val="0"/>
              </a:spcAft>
              <a:buSzPts val="4200"/>
              <a:buNone/>
              <a:defRPr b="1" sz="3000">
                <a:solidFill>
                  <a:srgbClr val="434343"/>
                </a:solidFill>
                <a:latin typeface="Arial"/>
                <a:ea typeface="Arial"/>
                <a:cs typeface="Arial"/>
                <a:sym typeface="Arial"/>
              </a:defRPr>
            </a:lvl9pPr>
          </a:lstStyle>
          <a:p/>
        </p:txBody>
      </p:sp>
    </p:spTree>
  </p:cSld>
  <p:clrMapOvr>
    <a:masterClrMapping/>
  </p:clrMapOvr>
  <p:extLst>
    <p:ext uri="{DCECCB84-F9BA-43D5-87BE-67443E8EF086}">
      <p15:sldGuideLst>
        <p15:guide id="1" pos="461">
          <p15:clr>
            <a:srgbClr val="FA7B17"/>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4">
  <p:cSld name="TITLE_4">
    <p:spTree>
      <p:nvGrpSpPr>
        <p:cNvPr id="261" name="Shape 261"/>
        <p:cNvGrpSpPr/>
        <p:nvPr/>
      </p:nvGrpSpPr>
      <p:grpSpPr>
        <a:xfrm>
          <a:off x="0" y="0"/>
          <a:ext cx="0" cy="0"/>
          <a:chOff x="0" y="0"/>
          <a:chExt cx="0" cy="0"/>
        </a:xfrm>
      </p:grpSpPr>
      <p:sp>
        <p:nvSpPr>
          <p:cNvPr id="262" name="Google Shape;262;p132"/>
          <p:cNvSpPr txBox="1"/>
          <p:nvPr>
            <p:ph type="title"/>
          </p:nvPr>
        </p:nvSpPr>
        <p:spPr>
          <a:xfrm>
            <a:off x="311700" y="266550"/>
            <a:ext cx="8520600" cy="5727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rgbClr val="3C4043"/>
              </a:buClr>
              <a:buSzPts val="2400"/>
              <a:buFont typeface="Arial"/>
              <a:buNone/>
              <a:defRPr sz="2400">
                <a:solidFill>
                  <a:srgbClr val="3C4043"/>
                </a:solidFill>
                <a:latin typeface="Arial"/>
                <a:ea typeface="Arial"/>
                <a:cs typeface="Arial"/>
                <a:sym typeface="Arial"/>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ini Headline" showMasterSp="0">
  <p:cSld name="Title Slide_1_1_1_1_1_1_1">
    <p:bg>
      <p:bgPr>
        <a:solidFill>
          <a:srgbClr val="FFFFFF"/>
        </a:solidFill>
      </p:bgPr>
    </p:bg>
    <p:spTree>
      <p:nvGrpSpPr>
        <p:cNvPr id="263" name="Shape 263"/>
        <p:cNvGrpSpPr/>
        <p:nvPr/>
      </p:nvGrpSpPr>
      <p:grpSpPr>
        <a:xfrm>
          <a:off x="0" y="0"/>
          <a:ext cx="0" cy="0"/>
          <a:chOff x="0" y="0"/>
          <a:chExt cx="0" cy="0"/>
        </a:xfrm>
      </p:grpSpPr>
      <p:sp>
        <p:nvSpPr>
          <p:cNvPr id="264" name="Google Shape;264;p133"/>
          <p:cNvSpPr txBox="1"/>
          <p:nvPr>
            <p:ph type="title"/>
          </p:nvPr>
        </p:nvSpPr>
        <p:spPr>
          <a:xfrm>
            <a:off x="374058" y="274609"/>
            <a:ext cx="7316700" cy="368100"/>
          </a:xfrm>
          <a:prstGeom prst="rect">
            <a:avLst/>
          </a:prstGeom>
          <a:noFill/>
          <a:ln>
            <a:noFill/>
          </a:ln>
        </p:spPr>
        <p:txBody>
          <a:bodyPr anchorCtr="0" anchor="t" bIns="57150" lIns="57150" spcFirstLastPara="1" rIns="57150" wrap="square" tIns="57150">
            <a:noAutofit/>
          </a:bodyPr>
          <a:lstStyle>
            <a:lvl1pPr lvl="0" marR="0" algn="l">
              <a:lnSpc>
                <a:spcPct val="115000"/>
              </a:lnSpc>
              <a:spcBef>
                <a:spcPts val="0"/>
              </a:spcBef>
              <a:spcAft>
                <a:spcPts val="0"/>
              </a:spcAft>
              <a:buSzPts val="1100"/>
              <a:buNone/>
              <a:defRPr sz="1500">
                <a:solidFill>
                  <a:srgbClr val="666666"/>
                </a:solidFill>
                <a:latin typeface="Montserrat Medium"/>
                <a:ea typeface="Montserrat Medium"/>
                <a:cs typeface="Montserrat Medium"/>
                <a:sym typeface="Montserrat Medium"/>
              </a:defRPr>
            </a:lvl1pPr>
            <a:lvl2pPr lvl="1" algn="ctr">
              <a:lnSpc>
                <a:spcPct val="100000"/>
              </a:lnSpc>
              <a:spcBef>
                <a:spcPts val="1000"/>
              </a:spcBef>
              <a:spcAft>
                <a:spcPts val="0"/>
              </a:spcAft>
              <a:buSzPts val="4200"/>
              <a:buNone/>
              <a:defRPr sz="1500"/>
            </a:lvl2pPr>
            <a:lvl3pPr lvl="2" algn="ctr">
              <a:lnSpc>
                <a:spcPct val="100000"/>
              </a:lnSpc>
              <a:spcBef>
                <a:spcPts val="0"/>
              </a:spcBef>
              <a:spcAft>
                <a:spcPts val="0"/>
              </a:spcAft>
              <a:buSzPts val="4200"/>
              <a:buNone/>
              <a:defRPr sz="1500"/>
            </a:lvl3pPr>
            <a:lvl4pPr lvl="3" algn="ctr">
              <a:lnSpc>
                <a:spcPct val="100000"/>
              </a:lnSpc>
              <a:spcBef>
                <a:spcPts val="0"/>
              </a:spcBef>
              <a:spcAft>
                <a:spcPts val="0"/>
              </a:spcAft>
              <a:buSzPts val="4200"/>
              <a:buNone/>
              <a:defRPr sz="1500"/>
            </a:lvl4pPr>
            <a:lvl5pPr lvl="4" algn="ctr">
              <a:lnSpc>
                <a:spcPct val="100000"/>
              </a:lnSpc>
              <a:spcBef>
                <a:spcPts val="0"/>
              </a:spcBef>
              <a:spcAft>
                <a:spcPts val="0"/>
              </a:spcAft>
              <a:buSzPts val="4200"/>
              <a:buNone/>
              <a:defRPr sz="1500"/>
            </a:lvl5pPr>
            <a:lvl6pPr lvl="5" algn="ctr">
              <a:lnSpc>
                <a:spcPct val="100000"/>
              </a:lnSpc>
              <a:spcBef>
                <a:spcPts val="0"/>
              </a:spcBef>
              <a:spcAft>
                <a:spcPts val="0"/>
              </a:spcAft>
              <a:buSzPts val="4200"/>
              <a:buNone/>
              <a:defRPr sz="1500"/>
            </a:lvl6pPr>
            <a:lvl7pPr lvl="6" algn="ctr">
              <a:lnSpc>
                <a:spcPct val="100000"/>
              </a:lnSpc>
              <a:spcBef>
                <a:spcPts val="0"/>
              </a:spcBef>
              <a:spcAft>
                <a:spcPts val="0"/>
              </a:spcAft>
              <a:buSzPts val="4200"/>
              <a:buNone/>
              <a:defRPr sz="1500"/>
            </a:lvl7pPr>
            <a:lvl8pPr lvl="7" algn="ctr">
              <a:lnSpc>
                <a:spcPct val="100000"/>
              </a:lnSpc>
              <a:spcBef>
                <a:spcPts val="0"/>
              </a:spcBef>
              <a:spcAft>
                <a:spcPts val="0"/>
              </a:spcAft>
              <a:buSzPts val="4200"/>
              <a:buNone/>
              <a:defRPr sz="1500"/>
            </a:lvl8pPr>
            <a:lvl9pPr lvl="8" algn="ctr">
              <a:lnSpc>
                <a:spcPct val="100000"/>
              </a:lnSpc>
              <a:spcBef>
                <a:spcPts val="0"/>
              </a:spcBef>
              <a:spcAft>
                <a:spcPts val="0"/>
              </a:spcAft>
              <a:buSzPts val="4200"/>
              <a:buNone/>
              <a:defRPr sz="1500"/>
            </a:lvl9pPr>
          </a:lstStyle>
          <a:p/>
        </p:txBody>
      </p:sp>
      <p:grpSp>
        <p:nvGrpSpPr>
          <p:cNvPr id="265" name="Google Shape;265;p133"/>
          <p:cNvGrpSpPr/>
          <p:nvPr/>
        </p:nvGrpSpPr>
        <p:grpSpPr>
          <a:xfrm>
            <a:off x="8469122" y="4803781"/>
            <a:ext cx="420491" cy="137010"/>
            <a:chOff x="0" y="0"/>
            <a:chExt cx="2077525" cy="676925"/>
          </a:xfrm>
        </p:grpSpPr>
        <p:sp>
          <p:nvSpPr>
            <p:cNvPr id="266" name="Google Shape;266;p133"/>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67" name="Google Shape;267;p133"/>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68" name="Google Shape;268;p133"/>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69" name="Google Shape;269;p133"/>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70" name="Google Shape;270;p133"/>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71" name="Google Shape;271;p133"/>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Headline" showMasterSp="0">
  <p:cSld name="Title Slide_1">
    <p:bg>
      <p:bgPr>
        <a:solidFill>
          <a:srgbClr val="FFFFFF"/>
        </a:solidFill>
      </p:bgPr>
    </p:bg>
    <p:spTree>
      <p:nvGrpSpPr>
        <p:cNvPr id="272" name="Shape 272"/>
        <p:cNvGrpSpPr/>
        <p:nvPr/>
      </p:nvGrpSpPr>
      <p:grpSpPr>
        <a:xfrm>
          <a:off x="0" y="0"/>
          <a:ext cx="0" cy="0"/>
          <a:chOff x="0" y="0"/>
          <a:chExt cx="0" cy="0"/>
        </a:xfrm>
      </p:grpSpPr>
      <p:sp>
        <p:nvSpPr>
          <p:cNvPr id="273" name="Google Shape;273;p134"/>
          <p:cNvSpPr txBox="1"/>
          <p:nvPr>
            <p:ph type="title"/>
          </p:nvPr>
        </p:nvSpPr>
        <p:spPr>
          <a:xfrm>
            <a:off x="374063" y="372219"/>
            <a:ext cx="8222700" cy="492300"/>
          </a:xfrm>
          <a:prstGeom prst="rect">
            <a:avLst/>
          </a:prstGeom>
          <a:noFill/>
          <a:ln>
            <a:noFill/>
          </a:ln>
        </p:spPr>
        <p:txBody>
          <a:bodyPr anchorCtr="0" anchor="t" bIns="57150" lIns="57150" spcFirstLastPara="1" rIns="57150" wrap="square" tIns="57150">
            <a:noAutofit/>
          </a:bodyPr>
          <a:lstStyle>
            <a:lvl1pPr lvl="0" algn="l">
              <a:lnSpc>
                <a:spcPct val="90000"/>
              </a:lnSpc>
              <a:spcBef>
                <a:spcPts val="0"/>
              </a:spcBef>
              <a:spcAft>
                <a:spcPts val="0"/>
              </a:spcAft>
              <a:buSzPts val="1100"/>
              <a:buNone/>
              <a:defRPr sz="2300">
                <a:solidFill>
                  <a:srgbClr val="666666"/>
                </a:solidFill>
                <a:latin typeface="Montserrat Medium"/>
                <a:ea typeface="Montserrat Medium"/>
                <a:cs typeface="Montserrat Medium"/>
                <a:sym typeface="Montserrat Medium"/>
              </a:defRPr>
            </a:lvl1pPr>
            <a:lvl2pPr lvl="1" algn="ctr">
              <a:lnSpc>
                <a:spcPct val="100000"/>
              </a:lnSpc>
              <a:spcBef>
                <a:spcPts val="0"/>
              </a:spcBef>
              <a:spcAft>
                <a:spcPts val="0"/>
              </a:spcAft>
              <a:buSzPts val="4200"/>
              <a:buNone/>
              <a:defRPr sz="2300">
                <a:solidFill>
                  <a:srgbClr val="666666"/>
                </a:solidFill>
                <a:latin typeface="Montserrat Medium"/>
                <a:ea typeface="Montserrat Medium"/>
                <a:cs typeface="Montserrat Medium"/>
                <a:sym typeface="Montserrat Medium"/>
              </a:defRPr>
            </a:lvl2pPr>
            <a:lvl3pPr lvl="2" algn="ctr">
              <a:lnSpc>
                <a:spcPct val="100000"/>
              </a:lnSpc>
              <a:spcBef>
                <a:spcPts val="0"/>
              </a:spcBef>
              <a:spcAft>
                <a:spcPts val="0"/>
              </a:spcAft>
              <a:buSzPts val="4200"/>
              <a:buNone/>
              <a:defRPr sz="2300">
                <a:solidFill>
                  <a:srgbClr val="666666"/>
                </a:solidFill>
                <a:latin typeface="Montserrat Medium"/>
                <a:ea typeface="Montserrat Medium"/>
                <a:cs typeface="Montserrat Medium"/>
                <a:sym typeface="Montserrat Medium"/>
              </a:defRPr>
            </a:lvl3pPr>
            <a:lvl4pPr lvl="3" algn="ctr">
              <a:lnSpc>
                <a:spcPct val="100000"/>
              </a:lnSpc>
              <a:spcBef>
                <a:spcPts val="0"/>
              </a:spcBef>
              <a:spcAft>
                <a:spcPts val="0"/>
              </a:spcAft>
              <a:buSzPts val="4200"/>
              <a:buNone/>
              <a:defRPr sz="2300">
                <a:solidFill>
                  <a:srgbClr val="666666"/>
                </a:solidFill>
                <a:latin typeface="Montserrat Medium"/>
                <a:ea typeface="Montserrat Medium"/>
                <a:cs typeface="Montserrat Medium"/>
                <a:sym typeface="Montserrat Medium"/>
              </a:defRPr>
            </a:lvl4pPr>
            <a:lvl5pPr lvl="4" algn="ctr">
              <a:lnSpc>
                <a:spcPct val="100000"/>
              </a:lnSpc>
              <a:spcBef>
                <a:spcPts val="0"/>
              </a:spcBef>
              <a:spcAft>
                <a:spcPts val="0"/>
              </a:spcAft>
              <a:buSzPts val="4200"/>
              <a:buNone/>
              <a:defRPr sz="2300">
                <a:solidFill>
                  <a:srgbClr val="666666"/>
                </a:solidFill>
                <a:latin typeface="Montserrat Medium"/>
                <a:ea typeface="Montserrat Medium"/>
                <a:cs typeface="Montserrat Medium"/>
                <a:sym typeface="Montserrat Medium"/>
              </a:defRPr>
            </a:lvl5pPr>
            <a:lvl6pPr lvl="5" algn="ctr">
              <a:lnSpc>
                <a:spcPct val="100000"/>
              </a:lnSpc>
              <a:spcBef>
                <a:spcPts val="0"/>
              </a:spcBef>
              <a:spcAft>
                <a:spcPts val="0"/>
              </a:spcAft>
              <a:buSzPts val="4200"/>
              <a:buNone/>
              <a:defRPr sz="2300">
                <a:solidFill>
                  <a:srgbClr val="666666"/>
                </a:solidFill>
                <a:latin typeface="Montserrat Medium"/>
                <a:ea typeface="Montserrat Medium"/>
                <a:cs typeface="Montserrat Medium"/>
                <a:sym typeface="Montserrat Medium"/>
              </a:defRPr>
            </a:lvl6pPr>
            <a:lvl7pPr lvl="6" algn="ctr">
              <a:lnSpc>
                <a:spcPct val="100000"/>
              </a:lnSpc>
              <a:spcBef>
                <a:spcPts val="0"/>
              </a:spcBef>
              <a:spcAft>
                <a:spcPts val="0"/>
              </a:spcAft>
              <a:buSzPts val="4200"/>
              <a:buNone/>
              <a:defRPr sz="2300">
                <a:solidFill>
                  <a:srgbClr val="666666"/>
                </a:solidFill>
                <a:latin typeface="Montserrat Medium"/>
                <a:ea typeface="Montserrat Medium"/>
                <a:cs typeface="Montserrat Medium"/>
                <a:sym typeface="Montserrat Medium"/>
              </a:defRPr>
            </a:lvl7pPr>
            <a:lvl8pPr lvl="7" algn="ctr">
              <a:lnSpc>
                <a:spcPct val="100000"/>
              </a:lnSpc>
              <a:spcBef>
                <a:spcPts val="0"/>
              </a:spcBef>
              <a:spcAft>
                <a:spcPts val="0"/>
              </a:spcAft>
              <a:buSzPts val="4200"/>
              <a:buNone/>
              <a:defRPr sz="2300">
                <a:solidFill>
                  <a:srgbClr val="666666"/>
                </a:solidFill>
                <a:latin typeface="Montserrat Medium"/>
                <a:ea typeface="Montserrat Medium"/>
                <a:cs typeface="Montserrat Medium"/>
                <a:sym typeface="Montserrat Medium"/>
              </a:defRPr>
            </a:lvl8pPr>
            <a:lvl9pPr lvl="8" algn="ctr">
              <a:lnSpc>
                <a:spcPct val="100000"/>
              </a:lnSpc>
              <a:spcBef>
                <a:spcPts val="0"/>
              </a:spcBef>
              <a:spcAft>
                <a:spcPts val="0"/>
              </a:spcAft>
              <a:buSzPts val="4200"/>
              <a:buNone/>
              <a:defRPr sz="2300">
                <a:solidFill>
                  <a:srgbClr val="666666"/>
                </a:solidFill>
                <a:latin typeface="Montserrat Medium"/>
                <a:ea typeface="Montserrat Medium"/>
                <a:cs typeface="Montserrat Medium"/>
                <a:sym typeface="Montserrat Medium"/>
              </a:defRPr>
            </a:lvl9pPr>
          </a:lstStyle>
          <a:p/>
        </p:txBody>
      </p:sp>
      <p:sp>
        <p:nvSpPr>
          <p:cNvPr id="274" name="Google Shape;274;p134"/>
          <p:cNvSpPr/>
          <p:nvPr/>
        </p:nvSpPr>
        <p:spPr>
          <a:xfrm>
            <a:off x="0" y="242281"/>
            <a:ext cx="78300" cy="752100"/>
          </a:xfrm>
          <a:prstGeom prst="rect">
            <a:avLst/>
          </a:prstGeom>
          <a:solidFill>
            <a:schemeClr val="dk1"/>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75" name="Google Shape;275;p134"/>
          <p:cNvSpPr txBox="1"/>
          <p:nvPr>
            <p:ph idx="1" type="body"/>
          </p:nvPr>
        </p:nvSpPr>
        <p:spPr>
          <a:xfrm>
            <a:off x="421688" y="1345313"/>
            <a:ext cx="8305200" cy="3055200"/>
          </a:xfrm>
          <a:prstGeom prst="rect">
            <a:avLst/>
          </a:prstGeom>
          <a:noFill/>
          <a:ln>
            <a:noFill/>
          </a:ln>
        </p:spPr>
        <p:txBody>
          <a:bodyPr anchorCtr="0" anchor="t" bIns="57150" lIns="57150" spcFirstLastPara="1" rIns="57150" wrap="square" tIns="57150">
            <a:noAutofit/>
          </a:bodyPr>
          <a:lstStyle>
            <a:lvl1pPr indent="-228600" lvl="0" marL="457200" marR="0" rtl="0" algn="l">
              <a:lnSpc>
                <a:spcPct val="100000"/>
              </a:lnSpc>
              <a:spcBef>
                <a:spcPts val="0"/>
              </a:spcBef>
              <a:spcAft>
                <a:spcPts val="0"/>
              </a:spcAft>
              <a:buClr>
                <a:srgbClr val="000000"/>
              </a:buClr>
              <a:buSzPts val="1100"/>
              <a:buFont typeface="Arial"/>
              <a:buNone/>
              <a:defRPr b="0" i="0" sz="1100" u="none" cap="none" strike="noStrike">
                <a:solidFill>
                  <a:srgbClr val="666666"/>
                </a:solidFill>
                <a:latin typeface="Montserrat"/>
                <a:ea typeface="Montserrat"/>
                <a:cs typeface="Montserrat"/>
                <a:sym typeface="Montserrat"/>
              </a:defRPr>
            </a:lvl1pPr>
            <a:lvl2pPr indent="-298450" lvl="1" marL="914400" marR="0" rtl="0" algn="l">
              <a:lnSpc>
                <a:spcPct val="100000"/>
              </a:lnSpc>
              <a:spcBef>
                <a:spcPts val="0"/>
              </a:spcBef>
              <a:spcAft>
                <a:spcPts val="0"/>
              </a:spcAft>
              <a:buClr>
                <a:srgbClr val="666666"/>
              </a:buClr>
              <a:buSzPts val="1100"/>
              <a:buFont typeface="Montserrat"/>
              <a:buChar char="○"/>
              <a:defRPr b="0" i="0" sz="1100" u="none" cap="none" strike="noStrike">
                <a:solidFill>
                  <a:srgbClr val="666666"/>
                </a:solidFill>
                <a:latin typeface="Montserrat"/>
                <a:ea typeface="Montserrat"/>
                <a:cs typeface="Montserrat"/>
                <a:sym typeface="Montserrat"/>
              </a:defRPr>
            </a:lvl2pPr>
            <a:lvl3pPr indent="-298450" lvl="2" marL="1371600" marR="0" rtl="0" algn="l">
              <a:lnSpc>
                <a:spcPct val="100000"/>
              </a:lnSpc>
              <a:spcBef>
                <a:spcPts val="0"/>
              </a:spcBef>
              <a:spcAft>
                <a:spcPts val="0"/>
              </a:spcAft>
              <a:buClr>
                <a:srgbClr val="666666"/>
              </a:buClr>
              <a:buSzPts val="1100"/>
              <a:buFont typeface="Montserrat"/>
              <a:buChar char="■"/>
              <a:defRPr b="0" i="0" sz="1100" u="none" cap="none" strike="noStrike">
                <a:solidFill>
                  <a:srgbClr val="666666"/>
                </a:solidFill>
                <a:latin typeface="Montserrat"/>
                <a:ea typeface="Montserrat"/>
                <a:cs typeface="Montserrat"/>
                <a:sym typeface="Montserrat"/>
              </a:defRPr>
            </a:lvl3pPr>
            <a:lvl4pPr indent="-298450" lvl="3" marL="1828800" marR="0" rtl="0" algn="l">
              <a:lnSpc>
                <a:spcPct val="100000"/>
              </a:lnSpc>
              <a:spcBef>
                <a:spcPts val="0"/>
              </a:spcBef>
              <a:spcAft>
                <a:spcPts val="0"/>
              </a:spcAft>
              <a:buClr>
                <a:srgbClr val="666666"/>
              </a:buClr>
              <a:buSzPts val="1100"/>
              <a:buFont typeface="Montserrat"/>
              <a:buChar char="●"/>
              <a:defRPr b="0" i="0" sz="1100" u="none" cap="none" strike="noStrike">
                <a:solidFill>
                  <a:srgbClr val="666666"/>
                </a:solidFill>
                <a:latin typeface="Montserrat"/>
                <a:ea typeface="Montserrat"/>
                <a:cs typeface="Montserrat"/>
                <a:sym typeface="Montserrat"/>
              </a:defRPr>
            </a:lvl4pPr>
            <a:lvl5pPr indent="-298450" lvl="4" marL="2286000" marR="0" rtl="0" algn="l">
              <a:lnSpc>
                <a:spcPct val="100000"/>
              </a:lnSpc>
              <a:spcBef>
                <a:spcPts val="0"/>
              </a:spcBef>
              <a:spcAft>
                <a:spcPts val="0"/>
              </a:spcAft>
              <a:buClr>
                <a:srgbClr val="666666"/>
              </a:buClr>
              <a:buSzPts val="1100"/>
              <a:buFont typeface="Montserrat"/>
              <a:buChar char="○"/>
              <a:defRPr b="0" i="0" sz="1100" u="none" cap="none" strike="noStrike">
                <a:solidFill>
                  <a:srgbClr val="666666"/>
                </a:solidFill>
                <a:latin typeface="Montserrat"/>
                <a:ea typeface="Montserrat"/>
                <a:cs typeface="Montserrat"/>
                <a:sym typeface="Montserrat"/>
              </a:defRPr>
            </a:lvl5pPr>
            <a:lvl6pPr indent="-298450" lvl="5" marL="2743200" marR="0" rtl="0" algn="l">
              <a:lnSpc>
                <a:spcPct val="100000"/>
              </a:lnSpc>
              <a:spcBef>
                <a:spcPts val="0"/>
              </a:spcBef>
              <a:spcAft>
                <a:spcPts val="0"/>
              </a:spcAft>
              <a:buClr>
                <a:srgbClr val="666666"/>
              </a:buClr>
              <a:buSzPts val="1100"/>
              <a:buFont typeface="Montserrat"/>
              <a:buChar char="■"/>
              <a:defRPr b="0" i="0" sz="1100" u="none" cap="none" strike="noStrike">
                <a:solidFill>
                  <a:srgbClr val="666666"/>
                </a:solidFill>
                <a:latin typeface="Montserrat"/>
                <a:ea typeface="Montserrat"/>
                <a:cs typeface="Montserrat"/>
                <a:sym typeface="Montserrat"/>
              </a:defRPr>
            </a:lvl6pPr>
            <a:lvl7pPr indent="-298450" lvl="6" marL="3200400" marR="0" rtl="0" algn="l">
              <a:lnSpc>
                <a:spcPct val="100000"/>
              </a:lnSpc>
              <a:spcBef>
                <a:spcPts val="0"/>
              </a:spcBef>
              <a:spcAft>
                <a:spcPts val="0"/>
              </a:spcAft>
              <a:buClr>
                <a:srgbClr val="666666"/>
              </a:buClr>
              <a:buSzPts val="1100"/>
              <a:buFont typeface="Montserrat"/>
              <a:buChar char="●"/>
              <a:defRPr b="0" i="0" sz="1100" u="none" cap="none" strike="noStrike">
                <a:solidFill>
                  <a:srgbClr val="666666"/>
                </a:solidFill>
                <a:latin typeface="Montserrat"/>
                <a:ea typeface="Montserrat"/>
                <a:cs typeface="Montserrat"/>
                <a:sym typeface="Montserrat"/>
              </a:defRPr>
            </a:lvl7pPr>
            <a:lvl8pPr indent="-298450" lvl="7" marL="3657600" marR="0" rtl="0" algn="l">
              <a:lnSpc>
                <a:spcPct val="100000"/>
              </a:lnSpc>
              <a:spcBef>
                <a:spcPts val="0"/>
              </a:spcBef>
              <a:spcAft>
                <a:spcPts val="0"/>
              </a:spcAft>
              <a:buClr>
                <a:srgbClr val="666666"/>
              </a:buClr>
              <a:buSzPts val="1100"/>
              <a:buFont typeface="Montserrat"/>
              <a:buChar char="○"/>
              <a:defRPr b="0" i="0" sz="1100" u="none" cap="none" strike="noStrike">
                <a:solidFill>
                  <a:srgbClr val="666666"/>
                </a:solidFill>
                <a:latin typeface="Montserrat"/>
                <a:ea typeface="Montserrat"/>
                <a:cs typeface="Montserrat"/>
                <a:sym typeface="Montserrat"/>
              </a:defRPr>
            </a:lvl8pPr>
            <a:lvl9pPr indent="-298450" lvl="8" marL="4114800" marR="0" rtl="0" algn="l">
              <a:lnSpc>
                <a:spcPct val="100000"/>
              </a:lnSpc>
              <a:spcBef>
                <a:spcPts val="0"/>
              </a:spcBef>
              <a:spcAft>
                <a:spcPts val="0"/>
              </a:spcAft>
              <a:buClr>
                <a:srgbClr val="666666"/>
              </a:buClr>
              <a:buSzPts val="1100"/>
              <a:buFont typeface="Montserrat"/>
              <a:buChar char="■"/>
              <a:defRPr b="0" i="0" sz="1100" u="none" cap="none" strike="noStrike">
                <a:solidFill>
                  <a:srgbClr val="666666"/>
                </a:solidFill>
                <a:latin typeface="Montserrat"/>
                <a:ea typeface="Montserrat"/>
                <a:cs typeface="Montserrat"/>
                <a:sym typeface="Montserrat"/>
              </a:defRPr>
            </a:lvl9pPr>
          </a:lstStyle>
          <a:p/>
        </p:txBody>
      </p:sp>
      <p:grpSp>
        <p:nvGrpSpPr>
          <p:cNvPr id="276" name="Google Shape;276;p134"/>
          <p:cNvGrpSpPr/>
          <p:nvPr/>
        </p:nvGrpSpPr>
        <p:grpSpPr>
          <a:xfrm>
            <a:off x="8469122" y="4803781"/>
            <a:ext cx="420491" cy="137010"/>
            <a:chOff x="0" y="0"/>
            <a:chExt cx="2077525" cy="676925"/>
          </a:xfrm>
        </p:grpSpPr>
        <p:sp>
          <p:nvSpPr>
            <p:cNvPr id="277" name="Google Shape;277;p134"/>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78" name="Google Shape;278;p134"/>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79" name="Google Shape;279;p134"/>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80" name="Google Shape;280;p134"/>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81" name="Google Shape;281;p134"/>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82" name="Google Shape;282;p134"/>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Blank_1_1">
    <p:spTree>
      <p:nvGrpSpPr>
        <p:cNvPr id="283" name="Shape 283"/>
        <p:cNvGrpSpPr/>
        <p:nvPr/>
      </p:nvGrpSpPr>
      <p:grpSpPr>
        <a:xfrm>
          <a:off x="0" y="0"/>
          <a:ext cx="0" cy="0"/>
          <a:chOff x="0" y="0"/>
          <a:chExt cx="0" cy="0"/>
        </a:xfrm>
      </p:grpSpPr>
      <p:sp>
        <p:nvSpPr>
          <p:cNvPr id="284" name="Google Shape;284;p135"/>
          <p:cNvSpPr txBox="1"/>
          <p:nvPr>
            <p:ph type="title"/>
          </p:nvPr>
        </p:nvSpPr>
        <p:spPr>
          <a:xfrm>
            <a:off x="344501" y="264375"/>
            <a:ext cx="7797000" cy="414300"/>
          </a:xfrm>
          <a:prstGeom prst="rect">
            <a:avLst/>
          </a:prstGeom>
          <a:noFill/>
          <a:ln>
            <a:noFill/>
          </a:ln>
        </p:spPr>
        <p:txBody>
          <a:bodyPr anchorCtr="0" anchor="t" bIns="91425" lIns="91425" spcFirstLastPara="1" rIns="91425" wrap="square" tIns="91425">
            <a:noAutofit/>
          </a:bodyPr>
          <a:lstStyle>
            <a:lvl1pPr lvl="0" marR="0" algn="l">
              <a:lnSpc>
                <a:spcPct val="90000"/>
              </a:lnSpc>
              <a:spcBef>
                <a:spcPts val="0"/>
              </a:spcBef>
              <a:spcAft>
                <a:spcPts val="0"/>
              </a:spcAft>
              <a:buClr>
                <a:schemeClr val="dk1"/>
              </a:buClr>
              <a:buSzPts val="1100"/>
              <a:buFont typeface="Arial"/>
              <a:buNone/>
              <a:defRPr b="0" i="0" sz="2400" u="none" cap="none" strike="noStrike">
                <a:solidFill>
                  <a:srgbClr val="3C4043"/>
                </a:solidFill>
                <a:latin typeface="Arial"/>
                <a:ea typeface="Arial"/>
                <a:cs typeface="Arial"/>
                <a:sym typeface="Arial"/>
              </a:defRPr>
            </a:lvl1pPr>
            <a:lvl2pPr lvl="1"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9pPr>
          </a:lstStyle>
          <a:p/>
        </p:txBody>
      </p:sp>
      <p:cxnSp>
        <p:nvCxnSpPr>
          <p:cNvPr id="285" name="Google Shape;285;p135"/>
          <p:cNvCxnSpPr/>
          <p:nvPr/>
        </p:nvCxnSpPr>
        <p:spPr>
          <a:xfrm rot="10800000">
            <a:off x="559254" y="1427358"/>
            <a:ext cx="0" cy="1869900"/>
          </a:xfrm>
          <a:prstGeom prst="straightConnector1">
            <a:avLst/>
          </a:prstGeom>
          <a:noFill/>
          <a:ln cap="flat" cmpd="sng" w="25400">
            <a:solidFill>
              <a:srgbClr val="FFFFFF"/>
            </a:solidFill>
            <a:prstDash val="solid"/>
            <a:miter lim="400000"/>
            <a:headEnd len="sm" w="sm" type="none"/>
            <a:tailEnd len="sm" w="sm" type="none"/>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p:cSld name="TITLE_3_1">
    <p:spTree>
      <p:nvGrpSpPr>
        <p:cNvPr id="286" name="Shape 286"/>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5">
  <p:cSld name="TITLE_5">
    <p:spTree>
      <p:nvGrpSpPr>
        <p:cNvPr id="287" name="Shape 287"/>
        <p:cNvGrpSpPr/>
        <p:nvPr/>
      </p:nvGrpSpPr>
      <p:grpSpPr>
        <a:xfrm>
          <a:off x="0" y="0"/>
          <a:ext cx="0" cy="0"/>
          <a:chOff x="0" y="0"/>
          <a:chExt cx="0" cy="0"/>
        </a:xfrm>
      </p:grpSpPr>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2">
  <p:cSld name="Blank_1_2">
    <p:spTree>
      <p:nvGrpSpPr>
        <p:cNvPr id="288" name="Shape 288"/>
        <p:cNvGrpSpPr/>
        <p:nvPr/>
      </p:nvGrpSpPr>
      <p:grpSpPr>
        <a:xfrm>
          <a:off x="0" y="0"/>
          <a:ext cx="0" cy="0"/>
          <a:chOff x="0" y="0"/>
          <a:chExt cx="0" cy="0"/>
        </a:xfrm>
      </p:grpSpPr>
      <p:sp>
        <p:nvSpPr>
          <p:cNvPr id="289" name="Google Shape;289;p138"/>
          <p:cNvSpPr txBox="1"/>
          <p:nvPr>
            <p:ph type="title"/>
          </p:nvPr>
        </p:nvSpPr>
        <p:spPr>
          <a:xfrm>
            <a:off x="344501" y="264375"/>
            <a:ext cx="7797000" cy="414300"/>
          </a:xfrm>
          <a:prstGeom prst="rect">
            <a:avLst/>
          </a:prstGeom>
          <a:noFill/>
          <a:ln>
            <a:noFill/>
          </a:ln>
        </p:spPr>
        <p:txBody>
          <a:bodyPr anchorCtr="0" anchor="t" bIns="91425" lIns="91425" spcFirstLastPara="1" rIns="91425" wrap="square" tIns="91425">
            <a:noAutofit/>
          </a:bodyPr>
          <a:lstStyle>
            <a:lvl1pPr lvl="0" marR="0" algn="l">
              <a:lnSpc>
                <a:spcPct val="90000"/>
              </a:lnSpc>
              <a:spcBef>
                <a:spcPts val="0"/>
              </a:spcBef>
              <a:spcAft>
                <a:spcPts val="0"/>
              </a:spcAft>
              <a:buClr>
                <a:schemeClr val="dk1"/>
              </a:buClr>
              <a:buSzPts val="1100"/>
              <a:buFont typeface="Arial"/>
              <a:buNone/>
              <a:defRPr b="0" i="0" sz="2400" u="none" cap="none" strike="noStrike">
                <a:solidFill>
                  <a:srgbClr val="3C4043"/>
                </a:solidFill>
                <a:latin typeface="Arial"/>
                <a:ea typeface="Arial"/>
                <a:cs typeface="Arial"/>
                <a:sym typeface="Arial"/>
              </a:defRPr>
            </a:lvl1pPr>
            <a:lvl2pPr lvl="1"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9pPr>
          </a:lstStyle>
          <a:p/>
        </p:txBody>
      </p:sp>
      <p:cxnSp>
        <p:nvCxnSpPr>
          <p:cNvPr id="290" name="Google Shape;290;p138"/>
          <p:cNvCxnSpPr/>
          <p:nvPr/>
        </p:nvCxnSpPr>
        <p:spPr>
          <a:xfrm rot="10800000">
            <a:off x="559254" y="1427358"/>
            <a:ext cx="0" cy="1869900"/>
          </a:xfrm>
          <a:prstGeom prst="straightConnector1">
            <a:avLst/>
          </a:prstGeom>
          <a:noFill/>
          <a:ln cap="flat" cmpd="sng" w="25400">
            <a:solidFill>
              <a:srgbClr val="FFFFFF"/>
            </a:solidFill>
            <a:prstDash val="solid"/>
            <a:miter lim="400000"/>
            <a:headEnd len="sm" w="sm" type="none"/>
            <a:tailEnd len="sm" w="sm" type="none"/>
          </a:ln>
        </p:spPr>
      </p:cxnSp>
      <p:grpSp>
        <p:nvGrpSpPr>
          <p:cNvPr id="291" name="Google Shape;291;p138"/>
          <p:cNvGrpSpPr/>
          <p:nvPr/>
        </p:nvGrpSpPr>
        <p:grpSpPr>
          <a:xfrm>
            <a:off x="8469122" y="4803781"/>
            <a:ext cx="420491" cy="137010"/>
            <a:chOff x="0" y="0"/>
            <a:chExt cx="2077525" cy="676925"/>
          </a:xfrm>
        </p:grpSpPr>
        <p:sp>
          <p:nvSpPr>
            <p:cNvPr id="292" name="Google Shape;292;p138"/>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93" name="Google Shape;293;p138"/>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94" name="Google Shape;294;p138"/>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95" name="Google Shape;295;p138"/>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96" name="Google Shape;296;p138"/>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97" name="Google Shape;297;p138"/>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3">
  <p:cSld name="Blank_1_3">
    <p:spTree>
      <p:nvGrpSpPr>
        <p:cNvPr id="298" name="Shape 298"/>
        <p:cNvGrpSpPr/>
        <p:nvPr/>
      </p:nvGrpSpPr>
      <p:grpSpPr>
        <a:xfrm>
          <a:off x="0" y="0"/>
          <a:ext cx="0" cy="0"/>
          <a:chOff x="0" y="0"/>
          <a:chExt cx="0" cy="0"/>
        </a:xfrm>
      </p:grpSpPr>
      <p:sp>
        <p:nvSpPr>
          <p:cNvPr id="299" name="Google Shape;299;p139"/>
          <p:cNvSpPr txBox="1"/>
          <p:nvPr>
            <p:ph type="title"/>
          </p:nvPr>
        </p:nvSpPr>
        <p:spPr>
          <a:xfrm>
            <a:off x="344501" y="264375"/>
            <a:ext cx="7797000" cy="414300"/>
          </a:xfrm>
          <a:prstGeom prst="rect">
            <a:avLst/>
          </a:prstGeom>
          <a:noFill/>
          <a:ln>
            <a:noFill/>
          </a:ln>
        </p:spPr>
        <p:txBody>
          <a:bodyPr anchorCtr="0" anchor="t" bIns="91425" lIns="91425" spcFirstLastPara="1" rIns="91425" wrap="square" tIns="91425">
            <a:noAutofit/>
          </a:bodyPr>
          <a:lstStyle>
            <a:lvl1pPr lvl="0" marR="0" algn="l">
              <a:lnSpc>
                <a:spcPct val="90000"/>
              </a:lnSpc>
              <a:spcBef>
                <a:spcPts val="0"/>
              </a:spcBef>
              <a:spcAft>
                <a:spcPts val="0"/>
              </a:spcAft>
              <a:buClr>
                <a:schemeClr val="dk1"/>
              </a:buClr>
              <a:buSzPts val="1100"/>
              <a:buFont typeface="Arial"/>
              <a:buNone/>
              <a:defRPr b="0" i="0" sz="2400" u="none" cap="none" strike="noStrike">
                <a:solidFill>
                  <a:srgbClr val="3C4043"/>
                </a:solidFill>
                <a:latin typeface="Arial"/>
                <a:ea typeface="Arial"/>
                <a:cs typeface="Arial"/>
                <a:sym typeface="Arial"/>
              </a:defRPr>
            </a:lvl1pPr>
            <a:lvl2pPr lvl="1"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9pPr>
          </a:lstStyle>
          <a:p/>
        </p:txBody>
      </p:sp>
      <p:cxnSp>
        <p:nvCxnSpPr>
          <p:cNvPr id="300" name="Google Shape;300;p139"/>
          <p:cNvCxnSpPr/>
          <p:nvPr/>
        </p:nvCxnSpPr>
        <p:spPr>
          <a:xfrm rot="10800000">
            <a:off x="559254" y="1427358"/>
            <a:ext cx="0" cy="1869900"/>
          </a:xfrm>
          <a:prstGeom prst="straightConnector1">
            <a:avLst/>
          </a:prstGeom>
          <a:noFill/>
          <a:ln cap="flat" cmpd="sng" w="25400">
            <a:solidFill>
              <a:srgbClr val="FFFFFF"/>
            </a:solidFill>
            <a:prstDash val="solid"/>
            <a:miter lim="400000"/>
            <a:headEnd len="sm" w="sm" type="none"/>
            <a:tailEnd len="sm" w="sm" type="none"/>
          </a:ln>
        </p:spPr>
      </p:cxnSp>
    </p:spTree>
  </p:cSld>
  <p:clrMapOvr>
    <a:masterClrMapping/>
  </p:clrMapOvr>
  <p:extLst>
    <p:ext uri="{DCECCB84-F9BA-43D5-87BE-67443E8EF086}">
      <p15:sldGuideLst>
        <p15:guide id="1" orient="horz" pos="1620">
          <p15:clr>
            <a:srgbClr val="FA7B17"/>
          </p15:clr>
        </p15:guide>
        <p15:guide id="2" pos="2880">
          <p15:clr>
            <a:srgbClr val="FA7B17"/>
          </p15:clr>
        </p15:guide>
        <p15:guide id="3" pos="314">
          <p15:clr>
            <a:srgbClr val="FA7B17"/>
          </p15:clr>
        </p15:guide>
        <p15:guide id="4" orient="horz" pos="297">
          <p15:clr>
            <a:srgbClr val="FA7B17"/>
          </p15:clr>
        </p15:guide>
        <p15:guide id="5" orient="horz" pos="2926">
          <p15:clr>
            <a:srgbClr val="FA7B17"/>
          </p15:clr>
        </p15:guide>
        <p15:guide id="6" pos="5446">
          <p15:clr>
            <a:srgbClr val="FA7B17"/>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4">
  <p:cSld name="Blank_1_4">
    <p:spTree>
      <p:nvGrpSpPr>
        <p:cNvPr id="301" name="Shape 301"/>
        <p:cNvGrpSpPr/>
        <p:nvPr/>
      </p:nvGrpSpPr>
      <p:grpSpPr>
        <a:xfrm>
          <a:off x="0" y="0"/>
          <a:ext cx="0" cy="0"/>
          <a:chOff x="0" y="0"/>
          <a:chExt cx="0" cy="0"/>
        </a:xfrm>
      </p:grpSpPr>
      <p:sp>
        <p:nvSpPr>
          <p:cNvPr id="302" name="Google Shape;302;p140"/>
          <p:cNvSpPr txBox="1"/>
          <p:nvPr>
            <p:ph type="title"/>
          </p:nvPr>
        </p:nvSpPr>
        <p:spPr>
          <a:xfrm>
            <a:off x="344501" y="264375"/>
            <a:ext cx="7797000" cy="414300"/>
          </a:xfrm>
          <a:prstGeom prst="rect">
            <a:avLst/>
          </a:prstGeom>
          <a:noFill/>
          <a:ln>
            <a:noFill/>
          </a:ln>
        </p:spPr>
        <p:txBody>
          <a:bodyPr anchorCtr="0" anchor="t" bIns="91425" lIns="91425" spcFirstLastPara="1" rIns="91425" wrap="square" tIns="91425">
            <a:noAutofit/>
          </a:bodyPr>
          <a:lstStyle>
            <a:lvl1pPr lvl="0" marR="0" algn="l">
              <a:lnSpc>
                <a:spcPct val="90000"/>
              </a:lnSpc>
              <a:spcBef>
                <a:spcPts val="0"/>
              </a:spcBef>
              <a:spcAft>
                <a:spcPts val="0"/>
              </a:spcAft>
              <a:buClr>
                <a:schemeClr val="dk1"/>
              </a:buClr>
              <a:buSzPts val="1100"/>
              <a:buFont typeface="Arial"/>
              <a:buNone/>
              <a:defRPr b="0" i="0" sz="2400" u="none" cap="none" strike="noStrike">
                <a:solidFill>
                  <a:srgbClr val="3C4043"/>
                </a:solidFill>
                <a:latin typeface="Arial"/>
                <a:ea typeface="Arial"/>
                <a:cs typeface="Arial"/>
                <a:sym typeface="Arial"/>
              </a:defRPr>
            </a:lvl1pPr>
            <a:lvl2pPr lvl="1"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2pPr>
            <a:lvl3pPr lvl="2"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3pPr>
            <a:lvl4pPr lvl="3"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4pPr>
            <a:lvl5pPr lvl="4"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5pPr>
            <a:lvl6pPr lvl="5"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6pPr>
            <a:lvl7pPr lvl="6"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7pPr>
            <a:lvl8pPr lvl="7"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8pPr>
            <a:lvl9pPr lvl="8" marR="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9pPr>
          </a:lstStyle>
          <a:p/>
        </p:txBody>
      </p:sp>
      <p:cxnSp>
        <p:nvCxnSpPr>
          <p:cNvPr id="303" name="Google Shape;303;p140"/>
          <p:cNvCxnSpPr/>
          <p:nvPr/>
        </p:nvCxnSpPr>
        <p:spPr>
          <a:xfrm rot="10800000">
            <a:off x="559254" y="1427358"/>
            <a:ext cx="0" cy="1869900"/>
          </a:xfrm>
          <a:prstGeom prst="straightConnector1">
            <a:avLst/>
          </a:prstGeom>
          <a:noFill/>
          <a:ln cap="flat" cmpd="sng" w="25400">
            <a:solidFill>
              <a:srgbClr val="FFFFFF"/>
            </a:solidFill>
            <a:prstDash val="solid"/>
            <a:miter lim="400000"/>
            <a:headEnd len="sm" w="sm" type="none"/>
            <a:tailEnd len="sm" w="sm" type="none"/>
          </a:ln>
        </p:spPr>
      </p:cxn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4">
  <p:cSld name="TITLE_AND_BODY_4">
    <p:spTree>
      <p:nvGrpSpPr>
        <p:cNvPr id="304" name="Shape 304"/>
        <p:cNvGrpSpPr/>
        <p:nvPr/>
      </p:nvGrpSpPr>
      <p:grpSpPr>
        <a:xfrm>
          <a:off x="0" y="0"/>
          <a:ext cx="0" cy="0"/>
          <a:chOff x="0" y="0"/>
          <a:chExt cx="0" cy="0"/>
        </a:xfrm>
      </p:grpSpPr>
      <p:sp>
        <p:nvSpPr>
          <p:cNvPr id="305" name="Google Shape;305;p1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11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sp>
        <p:nvSpPr>
          <p:cNvPr id="306" name="Google Shape;306;p141"/>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307" name="Google Shape;307;p1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ed Items_01_Vertical">
  <p:cSld name="CUSTOM_8_2_1_1">
    <p:spTree>
      <p:nvGrpSpPr>
        <p:cNvPr id="308" name="Shape 308"/>
        <p:cNvGrpSpPr/>
        <p:nvPr/>
      </p:nvGrpSpPr>
      <p:grpSpPr>
        <a:xfrm>
          <a:off x="0" y="0"/>
          <a:ext cx="0" cy="0"/>
          <a:chOff x="0" y="0"/>
          <a:chExt cx="0" cy="0"/>
        </a:xfrm>
      </p:grpSpPr>
      <p:sp>
        <p:nvSpPr>
          <p:cNvPr id="309" name="Google Shape;309;p142"/>
          <p:cNvSpPr txBox="1"/>
          <p:nvPr>
            <p:ph idx="1" type="body"/>
          </p:nvPr>
        </p:nvSpPr>
        <p:spPr>
          <a:xfrm>
            <a:off x="457200" y="2496312"/>
            <a:ext cx="1645800" cy="2030100"/>
          </a:xfrm>
          <a:prstGeom prst="rect">
            <a:avLst/>
          </a:prstGeom>
          <a:noFill/>
          <a:ln>
            <a:noFill/>
          </a:ln>
        </p:spPr>
        <p:txBody>
          <a:bodyPr anchorCtr="0" anchor="t" bIns="0" lIns="0" spcFirstLastPara="1" rIns="137150" wrap="square" tIns="0">
            <a:noAutofit/>
          </a:bodyPr>
          <a:lstStyle>
            <a:lvl1pPr indent="-285750" lvl="0" marL="457200" marR="0" rtl="0" algn="l">
              <a:lnSpc>
                <a:spcPct val="150000"/>
              </a:lnSpc>
              <a:spcBef>
                <a:spcPts val="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1pPr>
            <a:lvl2pPr indent="-285750" lvl="1" marL="9144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2pPr>
            <a:lvl3pPr indent="-285750" lvl="2" marL="13716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3pPr>
            <a:lvl4pPr indent="-285750" lvl="3" marL="18288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4pPr>
            <a:lvl5pPr indent="-285750" lvl="4" marL="22860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5pPr>
            <a:lvl6pPr indent="-285750" lvl="5" marL="27432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6pPr>
            <a:lvl7pPr indent="-285750" lvl="6" marL="32004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7pPr>
            <a:lvl8pPr indent="-285750" lvl="7" marL="36576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8pPr>
            <a:lvl9pPr indent="-285750" lvl="8" marL="4114800" marR="0" rtl="0" algn="l">
              <a:lnSpc>
                <a:spcPct val="150000"/>
              </a:lnSpc>
              <a:spcBef>
                <a:spcPts val="1000"/>
              </a:spcBef>
              <a:spcAft>
                <a:spcPts val="1000"/>
              </a:spcAft>
              <a:buClr>
                <a:srgbClr val="000000"/>
              </a:buClr>
              <a:buSzPts val="900"/>
              <a:buFont typeface="Arial"/>
              <a:buChar char="■"/>
              <a:defRPr b="0" i="0" sz="900" u="none" cap="none" strike="noStrike">
                <a:solidFill>
                  <a:srgbClr val="000000"/>
                </a:solidFill>
                <a:latin typeface="Arial"/>
                <a:ea typeface="Arial"/>
                <a:cs typeface="Arial"/>
                <a:sym typeface="Arial"/>
              </a:defRPr>
            </a:lvl9pPr>
          </a:lstStyle>
          <a:p/>
        </p:txBody>
      </p:sp>
      <p:sp>
        <p:nvSpPr>
          <p:cNvPr id="310" name="Google Shape;310;p142"/>
          <p:cNvSpPr txBox="1"/>
          <p:nvPr>
            <p:ph type="title"/>
          </p:nvPr>
        </p:nvSpPr>
        <p:spPr>
          <a:xfrm>
            <a:off x="457200" y="457200"/>
            <a:ext cx="5459100" cy="5943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2000"/>
              <a:buNone/>
              <a:defRPr sz="2000"/>
            </a:lvl1pPr>
            <a:lvl2pPr lvl="1" algn="ctr">
              <a:lnSpc>
                <a:spcPct val="90000"/>
              </a:lnSpc>
              <a:spcBef>
                <a:spcPts val="0"/>
              </a:spcBef>
              <a:spcAft>
                <a:spcPts val="0"/>
              </a:spcAft>
              <a:buSzPts val="2000"/>
              <a:buNone/>
              <a:defRPr sz="2000">
                <a:latin typeface="Arial"/>
                <a:ea typeface="Arial"/>
                <a:cs typeface="Arial"/>
                <a:sym typeface="Arial"/>
              </a:defRPr>
            </a:lvl2pPr>
            <a:lvl3pPr lvl="2" algn="ctr">
              <a:lnSpc>
                <a:spcPct val="90000"/>
              </a:lnSpc>
              <a:spcBef>
                <a:spcPts val="0"/>
              </a:spcBef>
              <a:spcAft>
                <a:spcPts val="0"/>
              </a:spcAft>
              <a:buSzPts val="2000"/>
              <a:buNone/>
              <a:defRPr sz="2000">
                <a:latin typeface="Arial"/>
                <a:ea typeface="Arial"/>
                <a:cs typeface="Arial"/>
                <a:sym typeface="Arial"/>
              </a:defRPr>
            </a:lvl3pPr>
            <a:lvl4pPr lvl="3" algn="ctr">
              <a:lnSpc>
                <a:spcPct val="90000"/>
              </a:lnSpc>
              <a:spcBef>
                <a:spcPts val="0"/>
              </a:spcBef>
              <a:spcAft>
                <a:spcPts val="0"/>
              </a:spcAft>
              <a:buSzPts val="2000"/>
              <a:buNone/>
              <a:defRPr sz="2000">
                <a:latin typeface="Arial"/>
                <a:ea typeface="Arial"/>
                <a:cs typeface="Arial"/>
                <a:sym typeface="Arial"/>
              </a:defRPr>
            </a:lvl4pPr>
            <a:lvl5pPr lvl="4" algn="ctr">
              <a:lnSpc>
                <a:spcPct val="90000"/>
              </a:lnSpc>
              <a:spcBef>
                <a:spcPts val="0"/>
              </a:spcBef>
              <a:spcAft>
                <a:spcPts val="0"/>
              </a:spcAft>
              <a:buSzPts val="2000"/>
              <a:buNone/>
              <a:defRPr sz="2000">
                <a:latin typeface="Arial"/>
                <a:ea typeface="Arial"/>
                <a:cs typeface="Arial"/>
                <a:sym typeface="Arial"/>
              </a:defRPr>
            </a:lvl5pPr>
            <a:lvl6pPr lvl="5" algn="ctr">
              <a:lnSpc>
                <a:spcPct val="90000"/>
              </a:lnSpc>
              <a:spcBef>
                <a:spcPts val="0"/>
              </a:spcBef>
              <a:spcAft>
                <a:spcPts val="0"/>
              </a:spcAft>
              <a:buSzPts val="2000"/>
              <a:buNone/>
              <a:defRPr sz="2000">
                <a:latin typeface="Arial"/>
                <a:ea typeface="Arial"/>
                <a:cs typeface="Arial"/>
                <a:sym typeface="Arial"/>
              </a:defRPr>
            </a:lvl6pPr>
            <a:lvl7pPr lvl="6" algn="ctr">
              <a:lnSpc>
                <a:spcPct val="90000"/>
              </a:lnSpc>
              <a:spcBef>
                <a:spcPts val="0"/>
              </a:spcBef>
              <a:spcAft>
                <a:spcPts val="0"/>
              </a:spcAft>
              <a:buSzPts val="2000"/>
              <a:buNone/>
              <a:defRPr sz="2000">
                <a:latin typeface="Arial"/>
                <a:ea typeface="Arial"/>
                <a:cs typeface="Arial"/>
                <a:sym typeface="Arial"/>
              </a:defRPr>
            </a:lvl7pPr>
            <a:lvl8pPr lvl="7" algn="ctr">
              <a:lnSpc>
                <a:spcPct val="90000"/>
              </a:lnSpc>
              <a:spcBef>
                <a:spcPts val="0"/>
              </a:spcBef>
              <a:spcAft>
                <a:spcPts val="0"/>
              </a:spcAft>
              <a:buSzPts val="2000"/>
              <a:buNone/>
              <a:defRPr sz="2000">
                <a:latin typeface="Arial"/>
                <a:ea typeface="Arial"/>
                <a:cs typeface="Arial"/>
                <a:sym typeface="Arial"/>
              </a:defRPr>
            </a:lvl8pPr>
            <a:lvl9pPr lvl="8" algn="ctr">
              <a:lnSpc>
                <a:spcPct val="90000"/>
              </a:lnSpc>
              <a:spcBef>
                <a:spcPts val="0"/>
              </a:spcBef>
              <a:spcAft>
                <a:spcPts val="0"/>
              </a:spcAft>
              <a:buSzPts val="2000"/>
              <a:buNone/>
              <a:defRPr sz="2000">
                <a:latin typeface="Arial"/>
                <a:ea typeface="Arial"/>
                <a:cs typeface="Arial"/>
                <a:sym typeface="Arial"/>
              </a:defRPr>
            </a:lvl9pPr>
          </a:lstStyle>
          <a:p/>
        </p:txBody>
      </p:sp>
      <p:pic>
        <p:nvPicPr>
          <p:cNvPr id="311" name="Google Shape;311;p142"/>
          <p:cNvPicPr preferRelativeResize="0"/>
          <p:nvPr/>
        </p:nvPicPr>
        <p:blipFill rotWithShape="1">
          <a:blip r:embed="rId2">
            <a:alphaModFix/>
          </a:blip>
          <a:srcRect b="0" l="0" r="0" t="0"/>
          <a:stretch/>
        </p:blipFill>
        <p:spPr>
          <a:xfrm>
            <a:off x="8027650" y="4862779"/>
            <a:ext cx="659356" cy="115363"/>
          </a:xfrm>
          <a:prstGeom prst="rect">
            <a:avLst/>
          </a:prstGeom>
          <a:noFill/>
          <a:ln>
            <a:noFill/>
          </a:ln>
        </p:spPr>
      </p:pic>
      <p:sp>
        <p:nvSpPr>
          <p:cNvPr id="312" name="Google Shape;312;p142"/>
          <p:cNvSpPr txBox="1"/>
          <p:nvPr>
            <p:ph idx="2" type="body"/>
          </p:nvPr>
        </p:nvSpPr>
        <p:spPr>
          <a:xfrm>
            <a:off x="2103120" y="2496312"/>
            <a:ext cx="1645800" cy="2030100"/>
          </a:xfrm>
          <a:prstGeom prst="rect">
            <a:avLst/>
          </a:prstGeom>
          <a:noFill/>
          <a:ln>
            <a:noFill/>
          </a:ln>
        </p:spPr>
        <p:txBody>
          <a:bodyPr anchorCtr="0" anchor="t" bIns="0" lIns="0" spcFirstLastPara="1" rIns="137150" wrap="square" tIns="0">
            <a:noAutofit/>
          </a:bodyPr>
          <a:lstStyle>
            <a:lvl1pPr indent="-285750" lvl="0" marL="457200" marR="0" rtl="0" algn="l">
              <a:lnSpc>
                <a:spcPct val="150000"/>
              </a:lnSpc>
              <a:spcBef>
                <a:spcPts val="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1pPr>
            <a:lvl2pPr indent="-285750" lvl="1" marL="9144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2pPr>
            <a:lvl3pPr indent="-285750" lvl="2" marL="13716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3pPr>
            <a:lvl4pPr indent="-285750" lvl="3" marL="18288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4pPr>
            <a:lvl5pPr indent="-285750" lvl="4" marL="22860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5pPr>
            <a:lvl6pPr indent="-285750" lvl="5" marL="27432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6pPr>
            <a:lvl7pPr indent="-285750" lvl="6" marL="32004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7pPr>
            <a:lvl8pPr indent="-285750" lvl="7" marL="36576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8pPr>
            <a:lvl9pPr indent="-285750" lvl="8" marL="4114800" marR="0" rtl="0" algn="l">
              <a:lnSpc>
                <a:spcPct val="150000"/>
              </a:lnSpc>
              <a:spcBef>
                <a:spcPts val="1000"/>
              </a:spcBef>
              <a:spcAft>
                <a:spcPts val="1000"/>
              </a:spcAft>
              <a:buClr>
                <a:srgbClr val="000000"/>
              </a:buClr>
              <a:buSzPts val="900"/>
              <a:buFont typeface="Arial"/>
              <a:buChar char="■"/>
              <a:defRPr b="0" i="0" sz="900" u="none" cap="none" strike="noStrike">
                <a:solidFill>
                  <a:srgbClr val="000000"/>
                </a:solidFill>
                <a:latin typeface="Arial"/>
                <a:ea typeface="Arial"/>
                <a:cs typeface="Arial"/>
                <a:sym typeface="Arial"/>
              </a:defRPr>
            </a:lvl9pPr>
          </a:lstStyle>
          <a:p/>
        </p:txBody>
      </p:sp>
      <p:sp>
        <p:nvSpPr>
          <p:cNvPr id="313" name="Google Shape;313;p142"/>
          <p:cNvSpPr txBox="1"/>
          <p:nvPr>
            <p:ph idx="3" type="body"/>
          </p:nvPr>
        </p:nvSpPr>
        <p:spPr>
          <a:xfrm>
            <a:off x="3749040" y="2496312"/>
            <a:ext cx="1645800" cy="2030100"/>
          </a:xfrm>
          <a:prstGeom prst="rect">
            <a:avLst/>
          </a:prstGeom>
          <a:noFill/>
          <a:ln>
            <a:noFill/>
          </a:ln>
        </p:spPr>
        <p:txBody>
          <a:bodyPr anchorCtr="0" anchor="t" bIns="0" lIns="0" spcFirstLastPara="1" rIns="137150" wrap="square" tIns="0">
            <a:noAutofit/>
          </a:bodyPr>
          <a:lstStyle>
            <a:lvl1pPr indent="-285750" lvl="0" marL="457200" marR="0" rtl="0" algn="l">
              <a:lnSpc>
                <a:spcPct val="150000"/>
              </a:lnSpc>
              <a:spcBef>
                <a:spcPts val="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1pPr>
            <a:lvl2pPr indent="-285750" lvl="1" marL="9144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2pPr>
            <a:lvl3pPr indent="-285750" lvl="2" marL="13716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3pPr>
            <a:lvl4pPr indent="-285750" lvl="3" marL="18288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4pPr>
            <a:lvl5pPr indent="-285750" lvl="4" marL="22860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5pPr>
            <a:lvl6pPr indent="-285750" lvl="5" marL="27432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6pPr>
            <a:lvl7pPr indent="-285750" lvl="6" marL="32004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7pPr>
            <a:lvl8pPr indent="-285750" lvl="7" marL="36576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8pPr>
            <a:lvl9pPr indent="-285750" lvl="8" marL="4114800" marR="0" rtl="0" algn="l">
              <a:lnSpc>
                <a:spcPct val="150000"/>
              </a:lnSpc>
              <a:spcBef>
                <a:spcPts val="1000"/>
              </a:spcBef>
              <a:spcAft>
                <a:spcPts val="1000"/>
              </a:spcAft>
              <a:buClr>
                <a:srgbClr val="000000"/>
              </a:buClr>
              <a:buSzPts val="900"/>
              <a:buFont typeface="Arial"/>
              <a:buChar char="■"/>
              <a:defRPr b="0" i="0" sz="900" u="none" cap="none" strike="noStrike">
                <a:solidFill>
                  <a:srgbClr val="000000"/>
                </a:solidFill>
                <a:latin typeface="Arial"/>
                <a:ea typeface="Arial"/>
                <a:cs typeface="Arial"/>
                <a:sym typeface="Arial"/>
              </a:defRPr>
            </a:lvl9pPr>
          </a:lstStyle>
          <a:p/>
        </p:txBody>
      </p:sp>
      <p:sp>
        <p:nvSpPr>
          <p:cNvPr id="314" name="Google Shape;314;p142"/>
          <p:cNvSpPr txBox="1"/>
          <p:nvPr>
            <p:ph idx="4" type="body"/>
          </p:nvPr>
        </p:nvSpPr>
        <p:spPr>
          <a:xfrm>
            <a:off x="5394960" y="2496312"/>
            <a:ext cx="1645800" cy="2030100"/>
          </a:xfrm>
          <a:prstGeom prst="rect">
            <a:avLst/>
          </a:prstGeom>
          <a:noFill/>
          <a:ln>
            <a:noFill/>
          </a:ln>
        </p:spPr>
        <p:txBody>
          <a:bodyPr anchorCtr="0" anchor="t" bIns="0" lIns="0" spcFirstLastPara="1" rIns="137150" wrap="square" tIns="0">
            <a:noAutofit/>
          </a:bodyPr>
          <a:lstStyle>
            <a:lvl1pPr indent="-285750" lvl="0" marL="457200" marR="0" rtl="0" algn="l">
              <a:lnSpc>
                <a:spcPct val="150000"/>
              </a:lnSpc>
              <a:spcBef>
                <a:spcPts val="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1pPr>
            <a:lvl2pPr indent="-285750" lvl="1" marL="9144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2pPr>
            <a:lvl3pPr indent="-285750" lvl="2" marL="13716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3pPr>
            <a:lvl4pPr indent="-285750" lvl="3" marL="18288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4pPr>
            <a:lvl5pPr indent="-285750" lvl="4" marL="22860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5pPr>
            <a:lvl6pPr indent="-285750" lvl="5" marL="27432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6pPr>
            <a:lvl7pPr indent="-285750" lvl="6" marL="32004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7pPr>
            <a:lvl8pPr indent="-285750" lvl="7" marL="36576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8pPr>
            <a:lvl9pPr indent="-285750" lvl="8" marL="4114800" marR="0" rtl="0" algn="l">
              <a:lnSpc>
                <a:spcPct val="150000"/>
              </a:lnSpc>
              <a:spcBef>
                <a:spcPts val="1000"/>
              </a:spcBef>
              <a:spcAft>
                <a:spcPts val="1000"/>
              </a:spcAft>
              <a:buClr>
                <a:srgbClr val="000000"/>
              </a:buClr>
              <a:buSzPts val="900"/>
              <a:buFont typeface="Arial"/>
              <a:buChar char="■"/>
              <a:defRPr b="0" i="0" sz="900" u="none" cap="none" strike="noStrike">
                <a:solidFill>
                  <a:srgbClr val="000000"/>
                </a:solidFill>
                <a:latin typeface="Arial"/>
                <a:ea typeface="Arial"/>
                <a:cs typeface="Arial"/>
                <a:sym typeface="Arial"/>
              </a:defRPr>
            </a:lvl9pPr>
          </a:lstStyle>
          <a:p/>
        </p:txBody>
      </p:sp>
      <p:sp>
        <p:nvSpPr>
          <p:cNvPr id="315" name="Google Shape;315;p142"/>
          <p:cNvSpPr txBox="1"/>
          <p:nvPr>
            <p:ph idx="5" type="body"/>
          </p:nvPr>
        </p:nvSpPr>
        <p:spPr>
          <a:xfrm>
            <a:off x="7040880" y="2496312"/>
            <a:ext cx="1645800" cy="2030100"/>
          </a:xfrm>
          <a:prstGeom prst="rect">
            <a:avLst/>
          </a:prstGeom>
          <a:noFill/>
          <a:ln>
            <a:noFill/>
          </a:ln>
        </p:spPr>
        <p:txBody>
          <a:bodyPr anchorCtr="0" anchor="t" bIns="0" lIns="0" spcFirstLastPara="1" rIns="137150" wrap="square" tIns="0">
            <a:noAutofit/>
          </a:bodyPr>
          <a:lstStyle>
            <a:lvl1pPr indent="-285750" lvl="0" marL="457200" marR="0" rtl="0" algn="l">
              <a:lnSpc>
                <a:spcPct val="150000"/>
              </a:lnSpc>
              <a:spcBef>
                <a:spcPts val="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1pPr>
            <a:lvl2pPr indent="-285750" lvl="1" marL="9144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2pPr>
            <a:lvl3pPr indent="-285750" lvl="2" marL="13716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3pPr>
            <a:lvl4pPr indent="-285750" lvl="3" marL="18288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4pPr>
            <a:lvl5pPr indent="-285750" lvl="4" marL="22860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5pPr>
            <a:lvl6pPr indent="-285750" lvl="5" marL="27432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6pPr>
            <a:lvl7pPr indent="-285750" lvl="6" marL="32004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7pPr>
            <a:lvl8pPr indent="-285750" lvl="7" marL="3657600" marR="0" rtl="0" algn="l">
              <a:lnSpc>
                <a:spcPct val="150000"/>
              </a:lnSpc>
              <a:spcBef>
                <a:spcPts val="10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8pPr>
            <a:lvl9pPr indent="-285750" lvl="8" marL="4114800" marR="0" rtl="0" algn="l">
              <a:lnSpc>
                <a:spcPct val="150000"/>
              </a:lnSpc>
              <a:spcBef>
                <a:spcPts val="1000"/>
              </a:spcBef>
              <a:spcAft>
                <a:spcPts val="1000"/>
              </a:spcAft>
              <a:buClr>
                <a:srgbClr val="000000"/>
              </a:buClr>
              <a:buSzPts val="900"/>
              <a:buFont typeface="Arial"/>
              <a:buChar char="■"/>
              <a:defRPr b="0" i="0" sz="9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ic">
  <p:cSld name="CUSTOM_8_2_1_1_1_1_1_2_1_1_1">
    <p:spTree>
      <p:nvGrpSpPr>
        <p:cNvPr id="316" name="Shape 316"/>
        <p:cNvGrpSpPr/>
        <p:nvPr/>
      </p:nvGrpSpPr>
      <p:grpSpPr>
        <a:xfrm>
          <a:off x="0" y="0"/>
          <a:ext cx="0" cy="0"/>
          <a:chOff x="0" y="0"/>
          <a:chExt cx="0" cy="0"/>
        </a:xfrm>
      </p:grpSpPr>
      <p:pic>
        <p:nvPicPr>
          <p:cNvPr id="317" name="Google Shape;317;p143"/>
          <p:cNvPicPr preferRelativeResize="0"/>
          <p:nvPr/>
        </p:nvPicPr>
        <p:blipFill rotWithShape="1">
          <a:blip r:embed="rId2">
            <a:alphaModFix/>
          </a:blip>
          <a:srcRect b="0" l="0" r="0" t="0"/>
          <a:stretch/>
        </p:blipFill>
        <p:spPr>
          <a:xfrm>
            <a:off x="8027650" y="4862779"/>
            <a:ext cx="659356" cy="115363"/>
          </a:xfrm>
          <a:prstGeom prst="rect">
            <a:avLst/>
          </a:prstGeom>
          <a:noFill/>
          <a:ln>
            <a:noFill/>
          </a:ln>
        </p:spPr>
      </p:pic>
      <p:sp>
        <p:nvSpPr>
          <p:cNvPr id="318" name="Google Shape;318;p143"/>
          <p:cNvSpPr txBox="1"/>
          <p:nvPr>
            <p:ph type="title"/>
          </p:nvPr>
        </p:nvSpPr>
        <p:spPr>
          <a:xfrm>
            <a:off x="457200" y="598300"/>
            <a:ext cx="5459100" cy="4167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2000"/>
              <a:buNone/>
              <a:defRPr sz="2000"/>
            </a:lvl1pPr>
            <a:lvl2pPr lvl="1" algn="ctr">
              <a:lnSpc>
                <a:spcPct val="90000"/>
              </a:lnSpc>
              <a:spcBef>
                <a:spcPts val="0"/>
              </a:spcBef>
              <a:spcAft>
                <a:spcPts val="0"/>
              </a:spcAft>
              <a:buSzPts val="2000"/>
              <a:buNone/>
              <a:defRPr sz="2000">
                <a:latin typeface="Arial"/>
                <a:ea typeface="Arial"/>
                <a:cs typeface="Arial"/>
                <a:sym typeface="Arial"/>
              </a:defRPr>
            </a:lvl2pPr>
            <a:lvl3pPr lvl="2" algn="ctr">
              <a:lnSpc>
                <a:spcPct val="90000"/>
              </a:lnSpc>
              <a:spcBef>
                <a:spcPts val="0"/>
              </a:spcBef>
              <a:spcAft>
                <a:spcPts val="0"/>
              </a:spcAft>
              <a:buSzPts val="2000"/>
              <a:buNone/>
              <a:defRPr sz="2000">
                <a:latin typeface="Arial"/>
                <a:ea typeface="Arial"/>
                <a:cs typeface="Arial"/>
                <a:sym typeface="Arial"/>
              </a:defRPr>
            </a:lvl3pPr>
            <a:lvl4pPr lvl="3" algn="ctr">
              <a:lnSpc>
                <a:spcPct val="90000"/>
              </a:lnSpc>
              <a:spcBef>
                <a:spcPts val="0"/>
              </a:spcBef>
              <a:spcAft>
                <a:spcPts val="0"/>
              </a:spcAft>
              <a:buSzPts val="2000"/>
              <a:buNone/>
              <a:defRPr sz="2000">
                <a:latin typeface="Arial"/>
                <a:ea typeface="Arial"/>
                <a:cs typeface="Arial"/>
                <a:sym typeface="Arial"/>
              </a:defRPr>
            </a:lvl4pPr>
            <a:lvl5pPr lvl="4" algn="ctr">
              <a:lnSpc>
                <a:spcPct val="90000"/>
              </a:lnSpc>
              <a:spcBef>
                <a:spcPts val="0"/>
              </a:spcBef>
              <a:spcAft>
                <a:spcPts val="0"/>
              </a:spcAft>
              <a:buSzPts val="2000"/>
              <a:buNone/>
              <a:defRPr sz="2000">
                <a:latin typeface="Arial"/>
                <a:ea typeface="Arial"/>
                <a:cs typeface="Arial"/>
                <a:sym typeface="Arial"/>
              </a:defRPr>
            </a:lvl5pPr>
            <a:lvl6pPr lvl="5" algn="ctr">
              <a:lnSpc>
                <a:spcPct val="90000"/>
              </a:lnSpc>
              <a:spcBef>
                <a:spcPts val="0"/>
              </a:spcBef>
              <a:spcAft>
                <a:spcPts val="0"/>
              </a:spcAft>
              <a:buSzPts val="2000"/>
              <a:buNone/>
              <a:defRPr sz="2000">
                <a:latin typeface="Arial"/>
                <a:ea typeface="Arial"/>
                <a:cs typeface="Arial"/>
                <a:sym typeface="Arial"/>
              </a:defRPr>
            </a:lvl6pPr>
            <a:lvl7pPr lvl="6" algn="ctr">
              <a:lnSpc>
                <a:spcPct val="90000"/>
              </a:lnSpc>
              <a:spcBef>
                <a:spcPts val="0"/>
              </a:spcBef>
              <a:spcAft>
                <a:spcPts val="0"/>
              </a:spcAft>
              <a:buSzPts val="2000"/>
              <a:buNone/>
              <a:defRPr sz="2000">
                <a:latin typeface="Arial"/>
                <a:ea typeface="Arial"/>
                <a:cs typeface="Arial"/>
                <a:sym typeface="Arial"/>
              </a:defRPr>
            </a:lvl7pPr>
            <a:lvl8pPr lvl="7" algn="ctr">
              <a:lnSpc>
                <a:spcPct val="90000"/>
              </a:lnSpc>
              <a:spcBef>
                <a:spcPts val="0"/>
              </a:spcBef>
              <a:spcAft>
                <a:spcPts val="0"/>
              </a:spcAft>
              <a:buSzPts val="2000"/>
              <a:buNone/>
              <a:defRPr sz="2000">
                <a:latin typeface="Arial"/>
                <a:ea typeface="Arial"/>
                <a:cs typeface="Arial"/>
                <a:sym typeface="Arial"/>
              </a:defRPr>
            </a:lvl8pPr>
            <a:lvl9pPr lvl="8" algn="ctr">
              <a:lnSpc>
                <a:spcPct val="90000"/>
              </a:lnSpc>
              <a:spcBef>
                <a:spcPts val="0"/>
              </a:spcBef>
              <a:spcAft>
                <a:spcPts val="0"/>
              </a:spcAft>
              <a:buSzPts val="2000"/>
              <a:buNone/>
              <a:defRPr sz="2000">
                <a:latin typeface="Arial"/>
                <a:ea typeface="Arial"/>
                <a:cs typeface="Arial"/>
                <a:sym typeface="Arial"/>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6">
  <p:cSld name="TITLE_AND_BODY_6">
    <p:spTree>
      <p:nvGrpSpPr>
        <p:cNvPr id="319" name="Shape 319"/>
        <p:cNvGrpSpPr/>
        <p:nvPr/>
      </p:nvGrpSpPr>
      <p:grpSpPr>
        <a:xfrm>
          <a:off x="0" y="0"/>
          <a:ext cx="0" cy="0"/>
          <a:chOff x="0" y="0"/>
          <a:chExt cx="0" cy="0"/>
        </a:xfrm>
      </p:grpSpPr>
      <p:sp>
        <p:nvSpPr>
          <p:cNvPr id="320" name="Google Shape;320;p1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11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sp>
        <p:nvSpPr>
          <p:cNvPr id="321" name="Google Shape;321;p144"/>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322" name="Google Shape;322;p1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rmal2">
  <p:cSld name="TITLE_AND_BODY_3_1_1_9">
    <p:spTree>
      <p:nvGrpSpPr>
        <p:cNvPr id="323" name="Shape 323"/>
        <p:cNvGrpSpPr/>
        <p:nvPr/>
      </p:nvGrpSpPr>
      <p:grpSpPr>
        <a:xfrm>
          <a:off x="0" y="0"/>
          <a:ext cx="0" cy="0"/>
          <a:chOff x="0" y="0"/>
          <a:chExt cx="0" cy="0"/>
        </a:xfrm>
      </p:grpSpPr>
      <p:sp>
        <p:nvSpPr>
          <p:cNvPr id="324" name="Google Shape;324;p145"/>
          <p:cNvSpPr/>
          <p:nvPr/>
        </p:nvSpPr>
        <p:spPr>
          <a:xfrm flipH="1">
            <a:off x="8465700" y="4672650"/>
            <a:ext cx="678300" cy="471000"/>
          </a:xfrm>
          <a:prstGeom prst="round1Rect">
            <a:avLst>
              <a:gd fmla="val 50000" name="adj"/>
            </a:avLst>
          </a:prstGeom>
          <a:solidFill>
            <a:srgbClr val="FFFFFF"/>
          </a:solidFill>
          <a:ln>
            <a:noFill/>
          </a:ln>
          <a:effectLst>
            <a:outerShdw blurRad="128588" rotWithShape="0" algn="bl" dir="5400000" dist="19050">
              <a:srgbClr val="000000">
                <a:alpha val="1254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25" name="Google Shape;325;p145"/>
          <p:cNvGrpSpPr/>
          <p:nvPr/>
        </p:nvGrpSpPr>
        <p:grpSpPr>
          <a:xfrm>
            <a:off x="8703418" y="4805486"/>
            <a:ext cx="255063" cy="205112"/>
            <a:chOff x="1045677" y="1364131"/>
            <a:chExt cx="376032" cy="302437"/>
          </a:xfrm>
        </p:grpSpPr>
        <p:sp>
          <p:nvSpPr>
            <p:cNvPr id="326" name="Google Shape;326;p145"/>
            <p:cNvSpPr/>
            <p:nvPr/>
          </p:nvSpPr>
          <p:spPr>
            <a:xfrm>
              <a:off x="1091608" y="1364131"/>
              <a:ext cx="239567" cy="108605"/>
            </a:xfrm>
            <a:custGeom>
              <a:rect b="b" l="l" r="r" t="t"/>
              <a:pathLst>
                <a:path extrusionOk="0" h="12669" w="27946">
                  <a:moveTo>
                    <a:pt x="16372" y="0"/>
                  </a:moveTo>
                  <a:lnTo>
                    <a:pt x="14729" y="95"/>
                  </a:lnTo>
                  <a:lnTo>
                    <a:pt x="13098" y="345"/>
                  </a:lnTo>
                  <a:lnTo>
                    <a:pt x="11502" y="762"/>
                  </a:lnTo>
                  <a:lnTo>
                    <a:pt x="9942" y="1322"/>
                  </a:lnTo>
                  <a:lnTo>
                    <a:pt x="8430" y="2036"/>
                  </a:lnTo>
                  <a:lnTo>
                    <a:pt x="6989" y="2905"/>
                  </a:lnTo>
                  <a:lnTo>
                    <a:pt x="5620" y="3929"/>
                  </a:lnTo>
                  <a:lnTo>
                    <a:pt x="4334" y="5108"/>
                  </a:lnTo>
                  <a:lnTo>
                    <a:pt x="3739" y="5751"/>
                  </a:lnTo>
                  <a:lnTo>
                    <a:pt x="3405" y="6132"/>
                  </a:lnTo>
                  <a:lnTo>
                    <a:pt x="2798" y="6906"/>
                  </a:lnTo>
                  <a:lnTo>
                    <a:pt x="2227" y="7716"/>
                  </a:lnTo>
                  <a:lnTo>
                    <a:pt x="1703" y="8561"/>
                  </a:lnTo>
                  <a:lnTo>
                    <a:pt x="1238" y="9430"/>
                  </a:lnTo>
                  <a:lnTo>
                    <a:pt x="810" y="10335"/>
                  </a:lnTo>
                  <a:lnTo>
                    <a:pt x="453" y="11252"/>
                  </a:lnTo>
                  <a:lnTo>
                    <a:pt x="131" y="12192"/>
                  </a:lnTo>
                  <a:lnTo>
                    <a:pt x="0" y="12669"/>
                  </a:lnTo>
                  <a:lnTo>
                    <a:pt x="179" y="12573"/>
                  </a:lnTo>
                  <a:lnTo>
                    <a:pt x="595" y="12514"/>
                  </a:lnTo>
                  <a:lnTo>
                    <a:pt x="1203" y="12573"/>
                  </a:lnTo>
                  <a:lnTo>
                    <a:pt x="1310" y="12597"/>
                  </a:lnTo>
                  <a:lnTo>
                    <a:pt x="8930" y="11347"/>
                  </a:lnTo>
                  <a:lnTo>
                    <a:pt x="8978" y="11264"/>
                  </a:lnTo>
                  <a:lnTo>
                    <a:pt x="9252" y="10906"/>
                  </a:lnTo>
                  <a:lnTo>
                    <a:pt x="9442" y="10740"/>
                  </a:lnTo>
                  <a:lnTo>
                    <a:pt x="9526" y="10740"/>
                  </a:lnTo>
                  <a:lnTo>
                    <a:pt x="9847" y="10395"/>
                  </a:lnTo>
                  <a:lnTo>
                    <a:pt x="10538" y="9775"/>
                  </a:lnTo>
                  <a:lnTo>
                    <a:pt x="11276" y="9240"/>
                  </a:lnTo>
                  <a:lnTo>
                    <a:pt x="12050" y="8775"/>
                  </a:lnTo>
                  <a:lnTo>
                    <a:pt x="12847" y="8382"/>
                  </a:lnTo>
                  <a:lnTo>
                    <a:pt x="13681" y="8085"/>
                  </a:lnTo>
                  <a:lnTo>
                    <a:pt x="14538" y="7846"/>
                  </a:lnTo>
                  <a:lnTo>
                    <a:pt x="15407" y="7704"/>
                  </a:lnTo>
                  <a:lnTo>
                    <a:pt x="16289" y="7644"/>
                  </a:lnTo>
                  <a:lnTo>
                    <a:pt x="17170" y="7656"/>
                  </a:lnTo>
                  <a:lnTo>
                    <a:pt x="18039" y="7751"/>
                  </a:lnTo>
                  <a:lnTo>
                    <a:pt x="18908" y="7930"/>
                  </a:lnTo>
                  <a:lnTo>
                    <a:pt x="19765" y="8192"/>
                  </a:lnTo>
                  <a:lnTo>
                    <a:pt x="20599" y="8537"/>
                  </a:lnTo>
                  <a:lnTo>
                    <a:pt x="21408" y="8966"/>
                  </a:lnTo>
                  <a:lnTo>
                    <a:pt x="22182" y="9478"/>
                  </a:lnTo>
                  <a:lnTo>
                    <a:pt x="22551" y="9775"/>
                  </a:lnTo>
                  <a:lnTo>
                    <a:pt x="22551" y="9740"/>
                  </a:lnTo>
                  <a:lnTo>
                    <a:pt x="23956" y="9775"/>
                  </a:lnTo>
                  <a:lnTo>
                    <a:pt x="27767" y="5965"/>
                  </a:lnTo>
                  <a:lnTo>
                    <a:pt x="27945" y="4334"/>
                  </a:lnTo>
                  <a:lnTo>
                    <a:pt x="27267" y="3763"/>
                  </a:lnTo>
                  <a:lnTo>
                    <a:pt x="25862" y="2750"/>
                  </a:lnTo>
                  <a:lnTo>
                    <a:pt x="24385" y="1893"/>
                  </a:lnTo>
                  <a:lnTo>
                    <a:pt x="22849" y="1191"/>
                  </a:lnTo>
                  <a:lnTo>
                    <a:pt x="21266" y="655"/>
                  </a:lnTo>
                  <a:lnTo>
                    <a:pt x="19646" y="274"/>
                  </a:lnTo>
                  <a:lnTo>
                    <a:pt x="18015" y="60"/>
                  </a:lnTo>
                  <a:lnTo>
                    <a:pt x="16372" y="0"/>
                  </a:lnTo>
                  <a:close/>
                </a:path>
              </a:pathLst>
            </a:cu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145"/>
            <p:cNvSpPr/>
            <p:nvPr/>
          </p:nvSpPr>
          <p:spPr>
            <a:xfrm>
              <a:off x="1225416" y="1401378"/>
              <a:ext cx="196293" cy="265087"/>
            </a:xfrm>
            <a:custGeom>
              <a:rect b="b" l="l" r="r" t="t"/>
              <a:pathLst>
                <a:path extrusionOk="0" h="30923" w="22898">
                  <a:moveTo>
                    <a:pt x="12348" y="1"/>
                  </a:moveTo>
                  <a:lnTo>
                    <a:pt x="6942" y="5395"/>
                  </a:lnTo>
                  <a:lnTo>
                    <a:pt x="7359" y="5740"/>
                  </a:lnTo>
                  <a:lnTo>
                    <a:pt x="8109" y="6502"/>
                  </a:lnTo>
                  <a:lnTo>
                    <a:pt x="8764" y="7335"/>
                  </a:lnTo>
                  <a:lnTo>
                    <a:pt x="9324" y="8228"/>
                  </a:lnTo>
                  <a:lnTo>
                    <a:pt x="9788" y="9181"/>
                  </a:lnTo>
                  <a:lnTo>
                    <a:pt x="10133" y="10169"/>
                  </a:lnTo>
                  <a:lnTo>
                    <a:pt x="10372" y="11205"/>
                  </a:lnTo>
                  <a:lnTo>
                    <a:pt x="10491" y="12265"/>
                  </a:lnTo>
                  <a:lnTo>
                    <a:pt x="10503" y="12812"/>
                  </a:lnTo>
                  <a:lnTo>
                    <a:pt x="10503" y="13777"/>
                  </a:lnTo>
                  <a:lnTo>
                    <a:pt x="10991" y="13789"/>
                  </a:lnTo>
                  <a:lnTo>
                    <a:pt x="11920" y="13979"/>
                  </a:lnTo>
                  <a:lnTo>
                    <a:pt x="12777" y="14348"/>
                  </a:lnTo>
                  <a:lnTo>
                    <a:pt x="13539" y="14860"/>
                  </a:lnTo>
                  <a:lnTo>
                    <a:pt x="14182" y="15503"/>
                  </a:lnTo>
                  <a:lnTo>
                    <a:pt x="14694" y="16265"/>
                  </a:lnTo>
                  <a:lnTo>
                    <a:pt x="15051" y="17123"/>
                  </a:lnTo>
                  <a:lnTo>
                    <a:pt x="15241" y="18051"/>
                  </a:lnTo>
                  <a:lnTo>
                    <a:pt x="15265" y="18540"/>
                  </a:lnTo>
                  <a:lnTo>
                    <a:pt x="15241" y="19028"/>
                  </a:lnTo>
                  <a:lnTo>
                    <a:pt x="15051" y="19956"/>
                  </a:lnTo>
                  <a:lnTo>
                    <a:pt x="14694" y="20814"/>
                  </a:lnTo>
                  <a:lnTo>
                    <a:pt x="14182" y="21576"/>
                  </a:lnTo>
                  <a:lnTo>
                    <a:pt x="13539" y="22219"/>
                  </a:lnTo>
                  <a:lnTo>
                    <a:pt x="12777" y="22731"/>
                  </a:lnTo>
                  <a:lnTo>
                    <a:pt x="11920" y="23100"/>
                  </a:lnTo>
                  <a:lnTo>
                    <a:pt x="10991" y="23290"/>
                  </a:lnTo>
                  <a:lnTo>
                    <a:pt x="10503" y="23302"/>
                  </a:lnTo>
                  <a:lnTo>
                    <a:pt x="977" y="23302"/>
                  </a:lnTo>
                  <a:lnTo>
                    <a:pt x="1" y="24267"/>
                  </a:lnTo>
                  <a:lnTo>
                    <a:pt x="1" y="29958"/>
                  </a:lnTo>
                  <a:lnTo>
                    <a:pt x="977" y="30922"/>
                  </a:lnTo>
                  <a:lnTo>
                    <a:pt x="10503" y="30922"/>
                  </a:lnTo>
                  <a:lnTo>
                    <a:pt x="11134" y="30911"/>
                  </a:lnTo>
                  <a:lnTo>
                    <a:pt x="12384" y="30780"/>
                  </a:lnTo>
                  <a:lnTo>
                    <a:pt x="13598" y="30541"/>
                  </a:lnTo>
                  <a:lnTo>
                    <a:pt x="14765" y="30172"/>
                  </a:lnTo>
                  <a:lnTo>
                    <a:pt x="15873" y="29708"/>
                  </a:lnTo>
                  <a:lnTo>
                    <a:pt x="16932" y="29136"/>
                  </a:lnTo>
                  <a:lnTo>
                    <a:pt x="17921" y="28470"/>
                  </a:lnTo>
                  <a:lnTo>
                    <a:pt x="18837" y="27708"/>
                  </a:lnTo>
                  <a:lnTo>
                    <a:pt x="19671" y="26874"/>
                  </a:lnTo>
                  <a:lnTo>
                    <a:pt x="20433" y="25957"/>
                  </a:lnTo>
                  <a:lnTo>
                    <a:pt x="21100" y="24969"/>
                  </a:lnTo>
                  <a:lnTo>
                    <a:pt x="21671" y="23909"/>
                  </a:lnTo>
                  <a:lnTo>
                    <a:pt x="22147" y="22802"/>
                  </a:lnTo>
                  <a:lnTo>
                    <a:pt x="22505" y="21635"/>
                  </a:lnTo>
                  <a:lnTo>
                    <a:pt x="22755" y="20433"/>
                  </a:lnTo>
                  <a:lnTo>
                    <a:pt x="22886" y="19183"/>
                  </a:lnTo>
                  <a:lnTo>
                    <a:pt x="22898" y="18540"/>
                  </a:lnTo>
                  <a:lnTo>
                    <a:pt x="22886" y="17778"/>
                  </a:lnTo>
                  <a:lnTo>
                    <a:pt x="22695" y="16289"/>
                  </a:lnTo>
                  <a:lnTo>
                    <a:pt x="22338" y="14837"/>
                  </a:lnTo>
                  <a:lnTo>
                    <a:pt x="21802" y="13455"/>
                  </a:lnTo>
                  <a:lnTo>
                    <a:pt x="21112" y="12134"/>
                  </a:lnTo>
                  <a:lnTo>
                    <a:pt x="20266" y="10907"/>
                  </a:lnTo>
                  <a:lnTo>
                    <a:pt x="19278" y="9788"/>
                  </a:lnTo>
                  <a:lnTo>
                    <a:pt x="18147" y="8776"/>
                  </a:lnTo>
                  <a:lnTo>
                    <a:pt x="17528" y="8336"/>
                  </a:lnTo>
                  <a:lnTo>
                    <a:pt x="17349" y="7728"/>
                  </a:lnTo>
                  <a:lnTo>
                    <a:pt x="16944" y="6550"/>
                  </a:lnTo>
                  <a:lnTo>
                    <a:pt x="16444" y="5407"/>
                  </a:lnTo>
                  <a:lnTo>
                    <a:pt x="15861" y="4311"/>
                  </a:lnTo>
                  <a:lnTo>
                    <a:pt x="15206" y="3263"/>
                  </a:lnTo>
                  <a:lnTo>
                    <a:pt x="14479" y="2263"/>
                  </a:lnTo>
                  <a:lnTo>
                    <a:pt x="13682" y="1311"/>
                  </a:lnTo>
                  <a:lnTo>
                    <a:pt x="12813" y="418"/>
                  </a:lnTo>
                  <a:lnTo>
                    <a:pt x="12348" y="1"/>
                  </a:lnTo>
                  <a:close/>
                </a:path>
              </a:pathLst>
            </a:cu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145"/>
            <p:cNvSpPr/>
            <p:nvPr/>
          </p:nvSpPr>
          <p:spPr>
            <a:xfrm>
              <a:off x="1087931" y="1597457"/>
              <a:ext cx="145870" cy="69111"/>
            </a:xfrm>
            <a:custGeom>
              <a:rect b="b" l="l" r="r" t="t"/>
              <a:pathLst>
                <a:path extrusionOk="0" h="8062" w="17016">
                  <a:moveTo>
                    <a:pt x="5513" y="1"/>
                  </a:moveTo>
                  <a:lnTo>
                    <a:pt x="4144" y="417"/>
                  </a:lnTo>
                  <a:lnTo>
                    <a:pt x="334" y="4227"/>
                  </a:lnTo>
                  <a:lnTo>
                    <a:pt x="0" y="5525"/>
                  </a:lnTo>
                  <a:lnTo>
                    <a:pt x="405" y="5823"/>
                  </a:lnTo>
                  <a:lnTo>
                    <a:pt x="1251" y="6359"/>
                  </a:lnTo>
                  <a:lnTo>
                    <a:pt x="2144" y="6835"/>
                  </a:lnTo>
                  <a:lnTo>
                    <a:pt x="3061" y="7228"/>
                  </a:lnTo>
                  <a:lnTo>
                    <a:pt x="4001" y="7549"/>
                  </a:lnTo>
                  <a:lnTo>
                    <a:pt x="4977" y="7799"/>
                  </a:lnTo>
                  <a:lnTo>
                    <a:pt x="5966" y="7966"/>
                  </a:lnTo>
                  <a:lnTo>
                    <a:pt x="6966" y="8049"/>
                  </a:lnTo>
                  <a:lnTo>
                    <a:pt x="7478" y="8061"/>
                  </a:lnTo>
                  <a:lnTo>
                    <a:pt x="17015" y="8061"/>
                  </a:lnTo>
                  <a:lnTo>
                    <a:pt x="17015" y="429"/>
                  </a:lnTo>
                  <a:lnTo>
                    <a:pt x="7478" y="429"/>
                  </a:lnTo>
                  <a:lnTo>
                    <a:pt x="6966" y="405"/>
                  </a:lnTo>
                  <a:lnTo>
                    <a:pt x="5978" y="191"/>
                  </a:lnTo>
                  <a:lnTo>
                    <a:pt x="5513" y="1"/>
                  </a:lnTo>
                  <a:close/>
                </a:path>
              </a:pathLst>
            </a:custGeom>
            <a:solidFill>
              <a:srgbClr val="34A8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145"/>
            <p:cNvSpPr/>
            <p:nvPr/>
          </p:nvSpPr>
          <p:spPr>
            <a:xfrm>
              <a:off x="1045677" y="1454048"/>
              <a:ext cx="190875" cy="190987"/>
            </a:xfrm>
            <a:custGeom>
              <a:rect b="b" l="l" r="r" t="t"/>
              <a:pathLst>
                <a:path extrusionOk="0" h="22279" w="22266">
                  <a:moveTo>
                    <a:pt x="12407" y="1"/>
                  </a:moveTo>
                  <a:lnTo>
                    <a:pt x="11764" y="13"/>
                  </a:lnTo>
                  <a:lnTo>
                    <a:pt x="10514" y="132"/>
                  </a:lnTo>
                  <a:lnTo>
                    <a:pt x="9299" y="382"/>
                  </a:lnTo>
                  <a:lnTo>
                    <a:pt x="8132" y="739"/>
                  </a:lnTo>
                  <a:lnTo>
                    <a:pt x="7025" y="1203"/>
                  </a:lnTo>
                  <a:lnTo>
                    <a:pt x="5965" y="1775"/>
                  </a:lnTo>
                  <a:lnTo>
                    <a:pt x="4977" y="2442"/>
                  </a:lnTo>
                  <a:lnTo>
                    <a:pt x="4060" y="3192"/>
                  </a:lnTo>
                  <a:lnTo>
                    <a:pt x="3215" y="4037"/>
                  </a:lnTo>
                  <a:lnTo>
                    <a:pt x="2465" y="4954"/>
                  </a:lnTo>
                  <a:lnTo>
                    <a:pt x="1798" y="5942"/>
                  </a:lnTo>
                  <a:lnTo>
                    <a:pt x="1226" y="6990"/>
                  </a:lnTo>
                  <a:lnTo>
                    <a:pt x="750" y="8097"/>
                  </a:lnTo>
                  <a:lnTo>
                    <a:pt x="393" y="9264"/>
                  </a:lnTo>
                  <a:lnTo>
                    <a:pt x="143" y="10479"/>
                  </a:lnTo>
                  <a:lnTo>
                    <a:pt x="12" y="11729"/>
                  </a:lnTo>
                  <a:lnTo>
                    <a:pt x="0" y="12360"/>
                  </a:lnTo>
                  <a:lnTo>
                    <a:pt x="12" y="13098"/>
                  </a:lnTo>
                  <a:lnTo>
                    <a:pt x="179" y="14527"/>
                  </a:lnTo>
                  <a:lnTo>
                    <a:pt x="512" y="15920"/>
                  </a:lnTo>
                  <a:lnTo>
                    <a:pt x="1000" y="17265"/>
                  </a:lnTo>
                  <a:lnTo>
                    <a:pt x="1631" y="18527"/>
                  </a:lnTo>
                  <a:lnTo>
                    <a:pt x="2405" y="19730"/>
                  </a:lnTo>
                  <a:lnTo>
                    <a:pt x="3310" y="20825"/>
                  </a:lnTo>
                  <a:lnTo>
                    <a:pt x="4358" y="21826"/>
                  </a:lnTo>
                  <a:lnTo>
                    <a:pt x="4929" y="22278"/>
                  </a:lnTo>
                  <a:lnTo>
                    <a:pt x="10454" y="16741"/>
                  </a:lnTo>
                  <a:lnTo>
                    <a:pt x="10014" y="16527"/>
                  </a:lnTo>
                  <a:lnTo>
                    <a:pt x="9240" y="15979"/>
                  </a:lnTo>
                  <a:lnTo>
                    <a:pt x="8609" y="15301"/>
                  </a:lnTo>
                  <a:lnTo>
                    <a:pt x="8120" y="14515"/>
                  </a:lnTo>
                  <a:lnTo>
                    <a:pt x="7799" y="13670"/>
                  </a:lnTo>
                  <a:lnTo>
                    <a:pt x="7644" y="12765"/>
                  </a:lnTo>
                  <a:lnTo>
                    <a:pt x="7656" y="11836"/>
                  </a:lnTo>
                  <a:lnTo>
                    <a:pt x="7870" y="10895"/>
                  </a:lnTo>
                  <a:lnTo>
                    <a:pt x="8061" y="10443"/>
                  </a:lnTo>
                  <a:lnTo>
                    <a:pt x="8275" y="10002"/>
                  </a:lnTo>
                  <a:lnTo>
                    <a:pt x="8823" y="9240"/>
                  </a:lnTo>
                  <a:lnTo>
                    <a:pt x="9502" y="8597"/>
                  </a:lnTo>
                  <a:lnTo>
                    <a:pt x="10276" y="8121"/>
                  </a:lnTo>
                  <a:lnTo>
                    <a:pt x="11133" y="7788"/>
                  </a:lnTo>
                  <a:lnTo>
                    <a:pt x="12038" y="7633"/>
                  </a:lnTo>
                  <a:lnTo>
                    <a:pt x="12967" y="7657"/>
                  </a:lnTo>
                  <a:lnTo>
                    <a:pt x="13895" y="7859"/>
                  </a:lnTo>
                  <a:lnTo>
                    <a:pt x="14348" y="8050"/>
                  </a:lnTo>
                  <a:lnTo>
                    <a:pt x="14741" y="8240"/>
                  </a:lnTo>
                  <a:lnTo>
                    <a:pt x="15455" y="8728"/>
                  </a:lnTo>
                  <a:lnTo>
                    <a:pt x="16062" y="9347"/>
                  </a:lnTo>
                  <a:lnTo>
                    <a:pt x="16562" y="10050"/>
                  </a:lnTo>
                  <a:lnTo>
                    <a:pt x="16753" y="10443"/>
                  </a:lnTo>
                  <a:lnTo>
                    <a:pt x="22266" y="4930"/>
                  </a:lnTo>
                  <a:lnTo>
                    <a:pt x="21825" y="4347"/>
                  </a:lnTo>
                  <a:lnTo>
                    <a:pt x="20825" y="3311"/>
                  </a:lnTo>
                  <a:lnTo>
                    <a:pt x="19730" y="2394"/>
                  </a:lnTo>
                  <a:lnTo>
                    <a:pt x="18539" y="1620"/>
                  </a:lnTo>
                  <a:lnTo>
                    <a:pt x="17277" y="989"/>
                  </a:lnTo>
                  <a:lnTo>
                    <a:pt x="15943" y="513"/>
                  </a:lnTo>
                  <a:lnTo>
                    <a:pt x="14550" y="179"/>
                  </a:lnTo>
                  <a:lnTo>
                    <a:pt x="13133" y="13"/>
                  </a:lnTo>
                  <a:lnTo>
                    <a:pt x="12407" y="1"/>
                  </a:lnTo>
                  <a:close/>
                </a:path>
              </a:pathLst>
            </a:custGeom>
            <a:solidFill>
              <a:srgbClr val="FBBC0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rmal1">
  <p:cSld name="TITLE_AND_BODY_3_1_2_6_1_3_2">
    <p:spTree>
      <p:nvGrpSpPr>
        <p:cNvPr id="330" name="Shape 330"/>
        <p:cNvGrpSpPr/>
        <p:nvPr/>
      </p:nvGrpSpPr>
      <p:grpSpPr>
        <a:xfrm>
          <a:off x="0" y="0"/>
          <a:ext cx="0" cy="0"/>
          <a:chOff x="0" y="0"/>
          <a:chExt cx="0" cy="0"/>
        </a:xfrm>
      </p:grpSpPr>
      <p:sp>
        <p:nvSpPr>
          <p:cNvPr id="331" name="Google Shape;331;p146"/>
          <p:cNvSpPr/>
          <p:nvPr/>
        </p:nvSpPr>
        <p:spPr>
          <a:xfrm flipH="1">
            <a:off x="8465700" y="4672650"/>
            <a:ext cx="678300" cy="471000"/>
          </a:xfrm>
          <a:prstGeom prst="round1Rect">
            <a:avLst>
              <a:gd fmla="val 50000" name="adj"/>
            </a:avLst>
          </a:prstGeom>
          <a:solidFill>
            <a:srgbClr val="FFFFFF"/>
          </a:solidFill>
          <a:ln>
            <a:noFill/>
          </a:ln>
          <a:effectLst>
            <a:outerShdw blurRad="128588" rotWithShape="0" algn="bl" dir="5400000" dist="19050">
              <a:srgbClr val="000000">
                <a:alpha val="1254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2" name="Google Shape;332;p146"/>
          <p:cNvGrpSpPr/>
          <p:nvPr/>
        </p:nvGrpSpPr>
        <p:grpSpPr>
          <a:xfrm>
            <a:off x="8703418" y="4805486"/>
            <a:ext cx="255063" cy="205112"/>
            <a:chOff x="1045677" y="1364131"/>
            <a:chExt cx="376032" cy="302437"/>
          </a:xfrm>
        </p:grpSpPr>
        <p:sp>
          <p:nvSpPr>
            <p:cNvPr id="333" name="Google Shape;333;p146"/>
            <p:cNvSpPr/>
            <p:nvPr/>
          </p:nvSpPr>
          <p:spPr>
            <a:xfrm>
              <a:off x="1091608" y="1364131"/>
              <a:ext cx="239567" cy="108605"/>
            </a:xfrm>
            <a:custGeom>
              <a:rect b="b" l="l" r="r" t="t"/>
              <a:pathLst>
                <a:path extrusionOk="0" h="12669" w="27946">
                  <a:moveTo>
                    <a:pt x="16372" y="0"/>
                  </a:moveTo>
                  <a:lnTo>
                    <a:pt x="14729" y="95"/>
                  </a:lnTo>
                  <a:lnTo>
                    <a:pt x="13098" y="345"/>
                  </a:lnTo>
                  <a:lnTo>
                    <a:pt x="11502" y="762"/>
                  </a:lnTo>
                  <a:lnTo>
                    <a:pt x="9942" y="1322"/>
                  </a:lnTo>
                  <a:lnTo>
                    <a:pt x="8430" y="2036"/>
                  </a:lnTo>
                  <a:lnTo>
                    <a:pt x="6989" y="2905"/>
                  </a:lnTo>
                  <a:lnTo>
                    <a:pt x="5620" y="3929"/>
                  </a:lnTo>
                  <a:lnTo>
                    <a:pt x="4334" y="5108"/>
                  </a:lnTo>
                  <a:lnTo>
                    <a:pt x="3739" y="5751"/>
                  </a:lnTo>
                  <a:lnTo>
                    <a:pt x="3405" y="6132"/>
                  </a:lnTo>
                  <a:lnTo>
                    <a:pt x="2798" y="6906"/>
                  </a:lnTo>
                  <a:lnTo>
                    <a:pt x="2227" y="7716"/>
                  </a:lnTo>
                  <a:lnTo>
                    <a:pt x="1703" y="8561"/>
                  </a:lnTo>
                  <a:lnTo>
                    <a:pt x="1238" y="9430"/>
                  </a:lnTo>
                  <a:lnTo>
                    <a:pt x="810" y="10335"/>
                  </a:lnTo>
                  <a:lnTo>
                    <a:pt x="453" y="11252"/>
                  </a:lnTo>
                  <a:lnTo>
                    <a:pt x="131" y="12192"/>
                  </a:lnTo>
                  <a:lnTo>
                    <a:pt x="0" y="12669"/>
                  </a:lnTo>
                  <a:lnTo>
                    <a:pt x="179" y="12573"/>
                  </a:lnTo>
                  <a:lnTo>
                    <a:pt x="595" y="12514"/>
                  </a:lnTo>
                  <a:lnTo>
                    <a:pt x="1203" y="12573"/>
                  </a:lnTo>
                  <a:lnTo>
                    <a:pt x="1310" y="12597"/>
                  </a:lnTo>
                  <a:lnTo>
                    <a:pt x="8930" y="11347"/>
                  </a:lnTo>
                  <a:lnTo>
                    <a:pt x="8978" y="11264"/>
                  </a:lnTo>
                  <a:lnTo>
                    <a:pt x="9252" y="10906"/>
                  </a:lnTo>
                  <a:lnTo>
                    <a:pt x="9442" y="10740"/>
                  </a:lnTo>
                  <a:lnTo>
                    <a:pt x="9526" y="10740"/>
                  </a:lnTo>
                  <a:lnTo>
                    <a:pt x="9847" y="10395"/>
                  </a:lnTo>
                  <a:lnTo>
                    <a:pt x="10538" y="9775"/>
                  </a:lnTo>
                  <a:lnTo>
                    <a:pt x="11276" y="9240"/>
                  </a:lnTo>
                  <a:lnTo>
                    <a:pt x="12050" y="8775"/>
                  </a:lnTo>
                  <a:lnTo>
                    <a:pt x="12847" y="8382"/>
                  </a:lnTo>
                  <a:lnTo>
                    <a:pt x="13681" y="8085"/>
                  </a:lnTo>
                  <a:lnTo>
                    <a:pt x="14538" y="7846"/>
                  </a:lnTo>
                  <a:lnTo>
                    <a:pt x="15407" y="7704"/>
                  </a:lnTo>
                  <a:lnTo>
                    <a:pt x="16289" y="7644"/>
                  </a:lnTo>
                  <a:lnTo>
                    <a:pt x="17170" y="7656"/>
                  </a:lnTo>
                  <a:lnTo>
                    <a:pt x="18039" y="7751"/>
                  </a:lnTo>
                  <a:lnTo>
                    <a:pt x="18908" y="7930"/>
                  </a:lnTo>
                  <a:lnTo>
                    <a:pt x="19765" y="8192"/>
                  </a:lnTo>
                  <a:lnTo>
                    <a:pt x="20599" y="8537"/>
                  </a:lnTo>
                  <a:lnTo>
                    <a:pt x="21408" y="8966"/>
                  </a:lnTo>
                  <a:lnTo>
                    <a:pt x="22182" y="9478"/>
                  </a:lnTo>
                  <a:lnTo>
                    <a:pt x="22551" y="9775"/>
                  </a:lnTo>
                  <a:lnTo>
                    <a:pt x="22551" y="9740"/>
                  </a:lnTo>
                  <a:lnTo>
                    <a:pt x="23956" y="9775"/>
                  </a:lnTo>
                  <a:lnTo>
                    <a:pt x="27767" y="5965"/>
                  </a:lnTo>
                  <a:lnTo>
                    <a:pt x="27945" y="4334"/>
                  </a:lnTo>
                  <a:lnTo>
                    <a:pt x="27267" y="3763"/>
                  </a:lnTo>
                  <a:lnTo>
                    <a:pt x="25862" y="2750"/>
                  </a:lnTo>
                  <a:lnTo>
                    <a:pt x="24385" y="1893"/>
                  </a:lnTo>
                  <a:lnTo>
                    <a:pt x="22849" y="1191"/>
                  </a:lnTo>
                  <a:lnTo>
                    <a:pt x="21266" y="655"/>
                  </a:lnTo>
                  <a:lnTo>
                    <a:pt x="19646" y="274"/>
                  </a:lnTo>
                  <a:lnTo>
                    <a:pt x="18015" y="60"/>
                  </a:lnTo>
                  <a:lnTo>
                    <a:pt x="16372" y="0"/>
                  </a:lnTo>
                  <a:close/>
                </a:path>
              </a:pathLst>
            </a:cu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146"/>
            <p:cNvSpPr/>
            <p:nvPr/>
          </p:nvSpPr>
          <p:spPr>
            <a:xfrm>
              <a:off x="1225416" y="1401378"/>
              <a:ext cx="196293" cy="265087"/>
            </a:xfrm>
            <a:custGeom>
              <a:rect b="b" l="l" r="r" t="t"/>
              <a:pathLst>
                <a:path extrusionOk="0" h="30923" w="22898">
                  <a:moveTo>
                    <a:pt x="12348" y="1"/>
                  </a:moveTo>
                  <a:lnTo>
                    <a:pt x="6942" y="5395"/>
                  </a:lnTo>
                  <a:lnTo>
                    <a:pt x="7359" y="5740"/>
                  </a:lnTo>
                  <a:lnTo>
                    <a:pt x="8109" y="6502"/>
                  </a:lnTo>
                  <a:lnTo>
                    <a:pt x="8764" y="7335"/>
                  </a:lnTo>
                  <a:lnTo>
                    <a:pt x="9324" y="8228"/>
                  </a:lnTo>
                  <a:lnTo>
                    <a:pt x="9788" y="9181"/>
                  </a:lnTo>
                  <a:lnTo>
                    <a:pt x="10133" y="10169"/>
                  </a:lnTo>
                  <a:lnTo>
                    <a:pt x="10372" y="11205"/>
                  </a:lnTo>
                  <a:lnTo>
                    <a:pt x="10491" y="12265"/>
                  </a:lnTo>
                  <a:lnTo>
                    <a:pt x="10503" y="12812"/>
                  </a:lnTo>
                  <a:lnTo>
                    <a:pt x="10503" y="13777"/>
                  </a:lnTo>
                  <a:lnTo>
                    <a:pt x="10991" y="13789"/>
                  </a:lnTo>
                  <a:lnTo>
                    <a:pt x="11920" y="13979"/>
                  </a:lnTo>
                  <a:lnTo>
                    <a:pt x="12777" y="14348"/>
                  </a:lnTo>
                  <a:lnTo>
                    <a:pt x="13539" y="14860"/>
                  </a:lnTo>
                  <a:lnTo>
                    <a:pt x="14182" y="15503"/>
                  </a:lnTo>
                  <a:lnTo>
                    <a:pt x="14694" y="16265"/>
                  </a:lnTo>
                  <a:lnTo>
                    <a:pt x="15051" y="17123"/>
                  </a:lnTo>
                  <a:lnTo>
                    <a:pt x="15241" y="18051"/>
                  </a:lnTo>
                  <a:lnTo>
                    <a:pt x="15265" y="18540"/>
                  </a:lnTo>
                  <a:lnTo>
                    <a:pt x="15241" y="19028"/>
                  </a:lnTo>
                  <a:lnTo>
                    <a:pt x="15051" y="19956"/>
                  </a:lnTo>
                  <a:lnTo>
                    <a:pt x="14694" y="20814"/>
                  </a:lnTo>
                  <a:lnTo>
                    <a:pt x="14182" y="21576"/>
                  </a:lnTo>
                  <a:lnTo>
                    <a:pt x="13539" y="22219"/>
                  </a:lnTo>
                  <a:lnTo>
                    <a:pt x="12777" y="22731"/>
                  </a:lnTo>
                  <a:lnTo>
                    <a:pt x="11920" y="23100"/>
                  </a:lnTo>
                  <a:lnTo>
                    <a:pt x="10991" y="23290"/>
                  </a:lnTo>
                  <a:lnTo>
                    <a:pt x="10503" y="23302"/>
                  </a:lnTo>
                  <a:lnTo>
                    <a:pt x="977" y="23302"/>
                  </a:lnTo>
                  <a:lnTo>
                    <a:pt x="1" y="24267"/>
                  </a:lnTo>
                  <a:lnTo>
                    <a:pt x="1" y="29958"/>
                  </a:lnTo>
                  <a:lnTo>
                    <a:pt x="977" y="30922"/>
                  </a:lnTo>
                  <a:lnTo>
                    <a:pt x="10503" y="30922"/>
                  </a:lnTo>
                  <a:lnTo>
                    <a:pt x="11134" y="30911"/>
                  </a:lnTo>
                  <a:lnTo>
                    <a:pt x="12384" y="30780"/>
                  </a:lnTo>
                  <a:lnTo>
                    <a:pt x="13598" y="30541"/>
                  </a:lnTo>
                  <a:lnTo>
                    <a:pt x="14765" y="30172"/>
                  </a:lnTo>
                  <a:lnTo>
                    <a:pt x="15873" y="29708"/>
                  </a:lnTo>
                  <a:lnTo>
                    <a:pt x="16932" y="29136"/>
                  </a:lnTo>
                  <a:lnTo>
                    <a:pt x="17921" y="28470"/>
                  </a:lnTo>
                  <a:lnTo>
                    <a:pt x="18837" y="27708"/>
                  </a:lnTo>
                  <a:lnTo>
                    <a:pt x="19671" y="26874"/>
                  </a:lnTo>
                  <a:lnTo>
                    <a:pt x="20433" y="25957"/>
                  </a:lnTo>
                  <a:lnTo>
                    <a:pt x="21100" y="24969"/>
                  </a:lnTo>
                  <a:lnTo>
                    <a:pt x="21671" y="23909"/>
                  </a:lnTo>
                  <a:lnTo>
                    <a:pt x="22147" y="22802"/>
                  </a:lnTo>
                  <a:lnTo>
                    <a:pt x="22505" y="21635"/>
                  </a:lnTo>
                  <a:lnTo>
                    <a:pt x="22755" y="20433"/>
                  </a:lnTo>
                  <a:lnTo>
                    <a:pt x="22886" y="19183"/>
                  </a:lnTo>
                  <a:lnTo>
                    <a:pt x="22898" y="18540"/>
                  </a:lnTo>
                  <a:lnTo>
                    <a:pt x="22886" y="17778"/>
                  </a:lnTo>
                  <a:lnTo>
                    <a:pt x="22695" y="16289"/>
                  </a:lnTo>
                  <a:lnTo>
                    <a:pt x="22338" y="14837"/>
                  </a:lnTo>
                  <a:lnTo>
                    <a:pt x="21802" y="13455"/>
                  </a:lnTo>
                  <a:lnTo>
                    <a:pt x="21112" y="12134"/>
                  </a:lnTo>
                  <a:lnTo>
                    <a:pt x="20266" y="10907"/>
                  </a:lnTo>
                  <a:lnTo>
                    <a:pt x="19278" y="9788"/>
                  </a:lnTo>
                  <a:lnTo>
                    <a:pt x="18147" y="8776"/>
                  </a:lnTo>
                  <a:lnTo>
                    <a:pt x="17528" y="8336"/>
                  </a:lnTo>
                  <a:lnTo>
                    <a:pt x="17349" y="7728"/>
                  </a:lnTo>
                  <a:lnTo>
                    <a:pt x="16944" y="6550"/>
                  </a:lnTo>
                  <a:lnTo>
                    <a:pt x="16444" y="5407"/>
                  </a:lnTo>
                  <a:lnTo>
                    <a:pt x="15861" y="4311"/>
                  </a:lnTo>
                  <a:lnTo>
                    <a:pt x="15206" y="3263"/>
                  </a:lnTo>
                  <a:lnTo>
                    <a:pt x="14479" y="2263"/>
                  </a:lnTo>
                  <a:lnTo>
                    <a:pt x="13682" y="1311"/>
                  </a:lnTo>
                  <a:lnTo>
                    <a:pt x="12813" y="418"/>
                  </a:lnTo>
                  <a:lnTo>
                    <a:pt x="12348" y="1"/>
                  </a:lnTo>
                  <a:close/>
                </a:path>
              </a:pathLst>
            </a:cu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146"/>
            <p:cNvSpPr/>
            <p:nvPr/>
          </p:nvSpPr>
          <p:spPr>
            <a:xfrm>
              <a:off x="1087931" y="1597457"/>
              <a:ext cx="145870" cy="69111"/>
            </a:xfrm>
            <a:custGeom>
              <a:rect b="b" l="l" r="r" t="t"/>
              <a:pathLst>
                <a:path extrusionOk="0" h="8062" w="17016">
                  <a:moveTo>
                    <a:pt x="5513" y="1"/>
                  </a:moveTo>
                  <a:lnTo>
                    <a:pt x="4144" y="417"/>
                  </a:lnTo>
                  <a:lnTo>
                    <a:pt x="334" y="4227"/>
                  </a:lnTo>
                  <a:lnTo>
                    <a:pt x="0" y="5525"/>
                  </a:lnTo>
                  <a:lnTo>
                    <a:pt x="405" y="5823"/>
                  </a:lnTo>
                  <a:lnTo>
                    <a:pt x="1251" y="6359"/>
                  </a:lnTo>
                  <a:lnTo>
                    <a:pt x="2144" y="6835"/>
                  </a:lnTo>
                  <a:lnTo>
                    <a:pt x="3061" y="7228"/>
                  </a:lnTo>
                  <a:lnTo>
                    <a:pt x="4001" y="7549"/>
                  </a:lnTo>
                  <a:lnTo>
                    <a:pt x="4977" y="7799"/>
                  </a:lnTo>
                  <a:lnTo>
                    <a:pt x="5966" y="7966"/>
                  </a:lnTo>
                  <a:lnTo>
                    <a:pt x="6966" y="8049"/>
                  </a:lnTo>
                  <a:lnTo>
                    <a:pt x="7478" y="8061"/>
                  </a:lnTo>
                  <a:lnTo>
                    <a:pt x="17015" y="8061"/>
                  </a:lnTo>
                  <a:lnTo>
                    <a:pt x="17015" y="429"/>
                  </a:lnTo>
                  <a:lnTo>
                    <a:pt x="7478" y="429"/>
                  </a:lnTo>
                  <a:lnTo>
                    <a:pt x="6966" y="405"/>
                  </a:lnTo>
                  <a:lnTo>
                    <a:pt x="5978" y="191"/>
                  </a:lnTo>
                  <a:lnTo>
                    <a:pt x="5513" y="1"/>
                  </a:lnTo>
                  <a:close/>
                </a:path>
              </a:pathLst>
            </a:custGeom>
            <a:solidFill>
              <a:srgbClr val="34A8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146"/>
            <p:cNvSpPr/>
            <p:nvPr/>
          </p:nvSpPr>
          <p:spPr>
            <a:xfrm>
              <a:off x="1045677" y="1454048"/>
              <a:ext cx="190875" cy="190987"/>
            </a:xfrm>
            <a:custGeom>
              <a:rect b="b" l="l" r="r" t="t"/>
              <a:pathLst>
                <a:path extrusionOk="0" h="22279" w="22266">
                  <a:moveTo>
                    <a:pt x="12407" y="1"/>
                  </a:moveTo>
                  <a:lnTo>
                    <a:pt x="11764" y="13"/>
                  </a:lnTo>
                  <a:lnTo>
                    <a:pt x="10514" y="132"/>
                  </a:lnTo>
                  <a:lnTo>
                    <a:pt x="9299" y="382"/>
                  </a:lnTo>
                  <a:lnTo>
                    <a:pt x="8132" y="739"/>
                  </a:lnTo>
                  <a:lnTo>
                    <a:pt x="7025" y="1203"/>
                  </a:lnTo>
                  <a:lnTo>
                    <a:pt x="5965" y="1775"/>
                  </a:lnTo>
                  <a:lnTo>
                    <a:pt x="4977" y="2442"/>
                  </a:lnTo>
                  <a:lnTo>
                    <a:pt x="4060" y="3192"/>
                  </a:lnTo>
                  <a:lnTo>
                    <a:pt x="3215" y="4037"/>
                  </a:lnTo>
                  <a:lnTo>
                    <a:pt x="2465" y="4954"/>
                  </a:lnTo>
                  <a:lnTo>
                    <a:pt x="1798" y="5942"/>
                  </a:lnTo>
                  <a:lnTo>
                    <a:pt x="1226" y="6990"/>
                  </a:lnTo>
                  <a:lnTo>
                    <a:pt x="750" y="8097"/>
                  </a:lnTo>
                  <a:lnTo>
                    <a:pt x="393" y="9264"/>
                  </a:lnTo>
                  <a:lnTo>
                    <a:pt x="143" y="10479"/>
                  </a:lnTo>
                  <a:lnTo>
                    <a:pt x="12" y="11729"/>
                  </a:lnTo>
                  <a:lnTo>
                    <a:pt x="0" y="12360"/>
                  </a:lnTo>
                  <a:lnTo>
                    <a:pt x="12" y="13098"/>
                  </a:lnTo>
                  <a:lnTo>
                    <a:pt x="179" y="14527"/>
                  </a:lnTo>
                  <a:lnTo>
                    <a:pt x="512" y="15920"/>
                  </a:lnTo>
                  <a:lnTo>
                    <a:pt x="1000" y="17265"/>
                  </a:lnTo>
                  <a:lnTo>
                    <a:pt x="1631" y="18527"/>
                  </a:lnTo>
                  <a:lnTo>
                    <a:pt x="2405" y="19730"/>
                  </a:lnTo>
                  <a:lnTo>
                    <a:pt x="3310" y="20825"/>
                  </a:lnTo>
                  <a:lnTo>
                    <a:pt x="4358" y="21826"/>
                  </a:lnTo>
                  <a:lnTo>
                    <a:pt x="4929" y="22278"/>
                  </a:lnTo>
                  <a:lnTo>
                    <a:pt x="10454" y="16741"/>
                  </a:lnTo>
                  <a:lnTo>
                    <a:pt x="10014" y="16527"/>
                  </a:lnTo>
                  <a:lnTo>
                    <a:pt x="9240" y="15979"/>
                  </a:lnTo>
                  <a:lnTo>
                    <a:pt x="8609" y="15301"/>
                  </a:lnTo>
                  <a:lnTo>
                    <a:pt x="8120" y="14515"/>
                  </a:lnTo>
                  <a:lnTo>
                    <a:pt x="7799" y="13670"/>
                  </a:lnTo>
                  <a:lnTo>
                    <a:pt x="7644" y="12765"/>
                  </a:lnTo>
                  <a:lnTo>
                    <a:pt x="7656" y="11836"/>
                  </a:lnTo>
                  <a:lnTo>
                    <a:pt x="7870" y="10895"/>
                  </a:lnTo>
                  <a:lnTo>
                    <a:pt x="8061" y="10443"/>
                  </a:lnTo>
                  <a:lnTo>
                    <a:pt x="8275" y="10002"/>
                  </a:lnTo>
                  <a:lnTo>
                    <a:pt x="8823" y="9240"/>
                  </a:lnTo>
                  <a:lnTo>
                    <a:pt x="9502" y="8597"/>
                  </a:lnTo>
                  <a:lnTo>
                    <a:pt x="10276" y="8121"/>
                  </a:lnTo>
                  <a:lnTo>
                    <a:pt x="11133" y="7788"/>
                  </a:lnTo>
                  <a:lnTo>
                    <a:pt x="12038" y="7633"/>
                  </a:lnTo>
                  <a:lnTo>
                    <a:pt x="12967" y="7657"/>
                  </a:lnTo>
                  <a:lnTo>
                    <a:pt x="13895" y="7859"/>
                  </a:lnTo>
                  <a:lnTo>
                    <a:pt x="14348" y="8050"/>
                  </a:lnTo>
                  <a:lnTo>
                    <a:pt x="14741" y="8240"/>
                  </a:lnTo>
                  <a:lnTo>
                    <a:pt x="15455" y="8728"/>
                  </a:lnTo>
                  <a:lnTo>
                    <a:pt x="16062" y="9347"/>
                  </a:lnTo>
                  <a:lnTo>
                    <a:pt x="16562" y="10050"/>
                  </a:lnTo>
                  <a:lnTo>
                    <a:pt x="16753" y="10443"/>
                  </a:lnTo>
                  <a:lnTo>
                    <a:pt x="22266" y="4930"/>
                  </a:lnTo>
                  <a:lnTo>
                    <a:pt x="21825" y="4347"/>
                  </a:lnTo>
                  <a:lnTo>
                    <a:pt x="20825" y="3311"/>
                  </a:lnTo>
                  <a:lnTo>
                    <a:pt x="19730" y="2394"/>
                  </a:lnTo>
                  <a:lnTo>
                    <a:pt x="18539" y="1620"/>
                  </a:lnTo>
                  <a:lnTo>
                    <a:pt x="17277" y="989"/>
                  </a:lnTo>
                  <a:lnTo>
                    <a:pt x="15943" y="513"/>
                  </a:lnTo>
                  <a:lnTo>
                    <a:pt x="14550" y="179"/>
                  </a:lnTo>
                  <a:lnTo>
                    <a:pt x="13133" y="13"/>
                  </a:lnTo>
                  <a:lnTo>
                    <a:pt x="12407" y="1"/>
                  </a:lnTo>
                  <a:close/>
                </a:path>
              </a:pathLst>
            </a:custGeom>
            <a:solidFill>
              <a:srgbClr val="FBBC0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Content">
  <p:cSld name="CUSTOM_2_3">
    <p:spTree>
      <p:nvGrpSpPr>
        <p:cNvPr id="337" name="Shape 337"/>
        <p:cNvGrpSpPr/>
        <p:nvPr/>
      </p:nvGrpSpPr>
      <p:grpSpPr>
        <a:xfrm>
          <a:off x="0" y="0"/>
          <a:ext cx="0" cy="0"/>
          <a:chOff x="0" y="0"/>
          <a:chExt cx="0" cy="0"/>
        </a:xfrm>
      </p:grpSpPr>
      <p:sp>
        <p:nvSpPr>
          <p:cNvPr id="338" name="Google Shape;338;p147"/>
          <p:cNvSpPr txBox="1"/>
          <p:nvPr>
            <p:ph idx="1" type="body"/>
          </p:nvPr>
        </p:nvSpPr>
        <p:spPr>
          <a:xfrm>
            <a:off x="457175" y="1536250"/>
            <a:ext cx="4077000" cy="3151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339" name="Google Shape;339;p147"/>
          <p:cNvSpPr txBox="1"/>
          <p:nvPr>
            <p:ph type="title"/>
          </p:nvPr>
        </p:nvSpPr>
        <p:spPr>
          <a:xfrm>
            <a:off x="457175" y="460250"/>
            <a:ext cx="4077000" cy="9999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1100"/>
              <a:buNone/>
              <a:defRPr sz="1800"/>
            </a:lvl1pPr>
            <a:lvl2pPr lvl="1" algn="ctr">
              <a:lnSpc>
                <a:spcPct val="100000"/>
              </a:lnSpc>
              <a:spcBef>
                <a:spcPts val="0"/>
              </a:spcBef>
              <a:spcAft>
                <a:spcPts val="0"/>
              </a:spcAft>
              <a:buSzPts val="4200"/>
              <a:buNone/>
              <a:defRPr sz="1800"/>
            </a:lvl2pPr>
            <a:lvl3pPr lvl="2" algn="ctr">
              <a:lnSpc>
                <a:spcPct val="100000"/>
              </a:lnSpc>
              <a:spcBef>
                <a:spcPts val="0"/>
              </a:spcBef>
              <a:spcAft>
                <a:spcPts val="0"/>
              </a:spcAft>
              <a:buSzPts val="4200"/>
              <a:buNone/>
              <a:defRPr sz="1800"/>
            </a:lvl3pPr>
            <a:lvl4pPr lvl="3" algn="ctr">
              <a:lnSpc>
                <a:spcPct val="100000"/>
              </a:lnSpc>
              <a:spcBef>
                <a:spcPts val="0"/>
              </a:spcBef>
              <a:spcAft>
                <a:spcPts val="0"/>
              </a:spcAft>
              <a:buSzPts val="4200"/>
              <a:buNone/>
              <a:defRPr sz="1800"/>
            </a:lvl4pPr>
            <a:lvl5pPr lvl="4" algn="ctr">
              <a:lnSpc>
                <a:spcPct val="100000"/>
              </a:lnSpc>
              <a:spcBef>
                <a:spcPts val="0"/>
              </a:spcBef>
              <a:spcAft>
                <a:spcPts val="0"/>
              </a:spcAft>
              <a:buSzPts val="4200"/>
              <a:buNone/>
              <a:defRPr sz="1800"/>
            </a:lvl5pPr>
            <a:lvl6pPr lvl="5" algn="ctr">
              <a:lnSpc>
                <a:spcPct val="100000"/>
              </a:lnSpc>
              <a:spcBef>
                <a:spcPts val="0"/>
              </a:spcBef>
              <a:spcAft>
                <a:spcPts val="0"/>
              </a:spcAft>
              <a:buSzPts val="4200"/>
              <a:buNone/>
              <a:defRPr sz="1800"/>
            </a:lvl6pPr>
            <a:lvl7pPr lvl="6" algn="ctr">
              <a:lnSpc>
                <a:spcPct val="100000"/>
              </a:lnSpc>
              <a:spcBef>
                <a:spcPts val="0"/>
              </a:spcBef>
              <a:spcAft>
                <a:spcPts val="0"/>
              </a:spcAft>
              <a:buSzPts val="4200"/>
              <a:buNone/>
              <a:defRPr sz="1800"/>
            </a:lvl7pPr>
            <a:lvl8pPr lvl="7" algn="ctr">
              <a:lnSpc>
                <a:spcPct val="100000"/>
              </a:lnSpc>
              <a:spcBef>
                <a:spcPts val="0"/>
              </a:spcBef>
              <a:spcAft>
                <a:spcPts val="0"/>
              </a:spcAft>
              <a:buSzPts val="4200"/>
              <a:buNone/>
              <a:defRPr sz="1800"/>
            </a:lvl8pPr>
            <a:lvl9pPr lvl="8" algn="ctr">
              <a:lnSpc>
                <a:spcPct val="100000"/>
              </a:lnSpc>
              <a:spcBef>
                <a:spcPts val="0"/>
              </a:spcBef>
              <a:spcAft>
                <a:spcPts val="0"/>
              </a:spcAft>
              <a:buSzPts val="4200"/>
              <a:buNone/>
              <a:defRPr sz="1800"/>
            </a:lvl9pPr>
          </a:lstStyle>
          <a:p/>
        </p:txBody>
      </p:sp>
      <p:pic>
        <p:nvPicPr>
          <p:cNvPr id="340" name="Google Shape;340;p147"/>
          <p:cNvPicPr preferRelativeResize="0"/>
          <p:nvPr/>
        </p:nvPicPr>
        <p:blipFill rotWithShape="1">
          <a:blip r:embed="rId2">
            <a:alphaModFix/>
          </a:blip>
          <a:srcRect b="0" l="0" r="0" t="0"/>
          <a:stretch/>
        </p:blipFill>
        <p:spPr>
          <a:xfrm>
            <a:off x="8027650" y="4857963"/>
            <a:ext cx="659356" cy="115363"/>
          </a:xfrm>
          <a:prstGeom prst="rect">
            <a:avLst/>
          </a:prstGeom>
          <a:noFill/>
          <a:ln>
            <a:noFill/>
          </a:ln>
        </p:spPr>
      </p:pic>
      <p:sp>
        <p:nvSpPr>
          <p:cNvPr id="341" name="Google Shape;341;p147"/>
          <p:cNvSpPr txBox="1"/>
          <p:nvPr/>
        </p:nvSpPr>
        <p:spPr>
          <a:xfrm>
            <a:off x="6762575" y="-301"/>
            <a:ext cx="1924200" cy="460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rgbClr val="BDC1C6"/>
                </a:solidFill>
                <a:latin typeface="Arial"/>
                <a:ea typeface="Arial"/>
                <a:cs typeface="Arial"/>
                <a:sym typeface="Arial"/>
              </a:rPr>
              <a:t>Proprietary + Confidential</a:t>
            </a:r>
            <a:endParaRPr b="0" i="0" sz="600" u="none" cap="none" strike="noStrike">
              <a:solidFill>
                <a:srgbClr val="BDC1C6"/>
              </a:solidFill>
              <a:latin typeface="Arial"/>
              <a:ea typeface="Arial"/>
              <a:cs typeface="Arial"/>
              <a:sym typeface="Aria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_Break">
  <p:cSld name="CUSTOM_2_4">
    <p:spTree>
      <p:nvGrpSpPr>
        <p:cNvPr id="342" name="Shape 342"/>
        <p:cNvGrpSpPr/>
        <p:nvPr/>
      </p:nvGrpSpPr>
      <p:grpSpPr>
        <a:xfrm>
          <a:off x="0" y="0"/>
          <a:ext cx="0" cy="0"/>
          <a:chOff x="0" y="0"/>
          <a:chExt cx="0" cy="0"/>
        </a:xfrm>
      </p:grpSpPr>
      <p:pic>
        <p:nvPicPr>
          <p:cNvPr id="343" name="Google Shape;343;p148"/>
          <p:cNvPicPr preferRelativeResize="0"/>
          <p:nvPr/>
        </p:nvPicPr>
        <p:blipFill rotWithShape="1">
          <a:blip r:embed="rId2">
            <a:alphaModFix amt="63000"/>
          </a:blip>
          <a:srcRect b="0" l="0" r="0" t="0"/>
          <a:stretch/>
        </p:blipFill>
        <p:spPr>
          <a:xfrm>
            <a:off x="457175" y="4806350"/>
            <a:ext cx="1197419" cy="121800"/>
          </a:xfrm>
          <a:prstGeom prst="rect">
            <a:avLst/>
          </a:prstGeom>
          <a:noFill/>
          <a:ln>
            <a:noFill/>
          </a:ln>
        </p:spPr>
      </p:pic>
      <p:sp>
        <p:nvSpPr>
          <p:cNvPr id="344" name="Google Shape;344;p148"/>
          <p:cNvSpPr txBox="1"/>
          <p:nvPr/>
        </p:nvSpPr>
        <p:spPr>
          <a:xfrm>
            <a:off x="7709800" y="4774675"/>
            <a:ext cx="1074000" cy="183000"/>
          </a:xfrm>
          <a:prstGeom prst="rect">
            <a:avLst/>
          </a:prstGeom>
          <a:noFill/>
          <a:ln>
            <a:noFill/>
          </a:ln>
        </p:spPr>
        <p:txBody>
          <a:bodyPr anchorCtr="0" anchor="t" bIns="0" lIns="0" spcFirstLastPara="1" rIns="91425" wrap="square" tIns="0">
            <a:noAutofit/>
          </a:bodyPr>
          <a:lstStyle/>
          <a:p>
            <a:pPr indent="0" lvl="0" marL="0" marR="0" rtl="0" algn="r">
              <a:lnSpc>
                <a:spcPct val="115000"/>
              </a:lnSpc>
              <a:spcBef>
                <a:spcPts val="0"/>
              </a:spcBef>
              <a:spcAft>
                <a:spcPts val="1000"/>
              </a:spcAft>
              <a:buClr>
                <a:srgbClr val="000000"/>
              </a:buClr>
              <a:buSzPts val="600"/>
              <a:buFont typeface="Arial"/>
              <a:buNone/>
            </a:pPr>
            <a:r>
              <a:rPr b="0" i="0" lang="en" sz="600" u="none" cap="none" strike="noStrike">
                <a:solidFill>
                  <a:srgbClr val="BDC1C6"/>
                </a:solidFill>
                <a:latin typeface="Arial"/>
                <a:ea typeface="Arial"/>
                <a:cs typeface="Arial"/>
                <a:sym typeface="Arial"/>
              </a:rPr>
              <a:t>Proprietary + Confidential</a:t>
            </a:r>
            <a:endParaRPr b="0" i="0" sz="600" u="none" cap="none" strike="noStrike">
              <a:solidFill>
                <a:srgbClr val="BDC1C6"/>
              </a:solidFill>
              <a:latin typeface="Arial"/>
              <a:ea typeface="Arial"/>
              <a:cs typeface="Arial"/>
              <a:sym typeface="Aria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_Break 1">
  <p:cSld name="CUSTOM_2_5">
    <p:spTree>
      <p:nvGrpSpPr>
        <p:cNvPr id="345" name="Shape 345"/>
        <p:cNvGrpSpPr/>
        <p:nvPr/>
      </p:nvGrpSpPr>
      <p:grpSpPr>
        <a:xfrm>
          <a:off x="0" y="0"/>
          <a:ext cx="0" cy="0"/>
          <a:chOff x="0" y="0"/>
          <a:chExt cx="0" cy="0"/>
        </a:xfrm>
      </p:grpSpPr>
      <p:pic>
        <p:nvPicPr>
          <p:cNvPr id="346" name="Google Shape;346;p149"/>
          <p:cNvPicPr preferRelativeResize="0"/>
          <p:nvPr/>
        </p:nvPicPr>
        <p:blipFill rotWithShape="1">
          <a:blip r:embed="rId2">
            <a:alphaModFix amt="63000"/>
          </a:blip>
          <a:srcRect b="0" l="0" r="0" t="0"/>
          <a:stretch/>
        </p:blipFill>
        <p:spPr>
          <a:xfrm>
            <a:off x="457175" y="4806350"/>
            <a:ext cx="1197419" cy="121800"/>
          </a:xfrm>
          <a:prstGeom prst="rect">
            <a:avLst/>
          </a:prstGeom>
          <a:noFill/>
          <a:ln>
            <a:noFill/>
          </a:ln>
        </p:spPr>
      </p:pic>
      <p:sp>
        <p:nvSpPr>
          <p:cNvPr id="347" name="Google Shape;347;p149"/>
          <p:cNvSpPr txBox="1"/>
          <p:nvPr/>
        </p:nvSpPr>
        <p:spPr>
          <a:xfrm>
            <a:off x="7709800" y="4774675"/>
            <a:ext cx="1074000" cy="183000"/>
          </a:xfrm>
          <a:prstGeom prst="rect">
            <a:avLst/>
          </a:prstGeom>
          <a:noFill/>
          <a:ln>
            <a:noFill/>
          </a:ln>
        </p:spPr>
        <p:txBody>
          <a:bodyPr anchorCtr="0" anchor="t" bIns="0" lIns="0" spcFirstLastPara="1" rIns="91425" wrap="square" tIns="0">
            <a:noAutofit/>
          </a:bodyPr>
          <a:lstStyle/>
          <a:p>
            <a:pPr indent="0" lvl="0" marL="0" marR="0" rtl="0" algn="r">
              <a:lnSpc>
                <a:spcPct val="115000"/>
              </a:lnSpc>
              <a:spcBef>
                <a:spcPts val="0"/>
              </a:spcBef>
              <a:spcAft>
                <a:spcPts val="1000"/>
              </a:spcAft>
              <a:buClr>
                <a:srgbClr val="000000"/>
              </a:buClr>
              <a:buSzPts val="600"/>
              <a:buFont typeface="Arial"/>
              <a:buNone/>
            </a:pPr>
            <a:r>
              <a:rPr b="0" i="0" lang="en" sz="600" u="none" cap="none" strike="noStrike">
                <a:solidFill>
                  <a:srgbClr val="BDC1C6"/>
                </a:solidFill>
                <a:latin typeface="Arial"/>
                <a:ea typeface="Arial"/>
                <a:cs typeface="Arial"/>
                <a:sym typeface="Arial"/>
              </a:rPr>
              <a:t>Proprietary + Confidential</a:t>
            </a:r>
            <a:endParaRPr b="0" i="0" sz="600" u="none" cap="none" strike="noStrike">
              <a:solidFill>
                <a:srgbClr val="BDC1C6"/>
              </a:solidFill>
              <a:latin typeface="Arial"/>
              <a:ea typeface="Arial"/>
              <a:cs typeface="Arial"/>
              <a:sym typeface="Aria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Graphic / Wide">
  <p:cSld name="CUSTOM_6_2_1">
    <p:spTree>
      <p:nvGrpSpPr>
        <p:cNvPr id="348" name="Shape 348"/>
        <p:cNvGrpSpPr/>
        <p:nvPr/>
      </p:nvGrpSpPr>
      <p:grpSpPr>
        <a:xfrm>
          <a:off x="0" y="0"/>
          <a:ext cx="0" cy="0"/>
          <a:chOff x="0" y="0"/>
          <a:chExt cx="0" cy="0"/>
        </a:xfrm>
      </p:grpSpPr>
      <p:sp>
        <p:nvSpPr>
          <p:cNvPr id="349" name="Google Shape;349;p150"/>
          <p:cNvSpPr txBox="1"/>
          <p:nvPr>
            <p:ph type="title"/>
          </p:nvPr>
        </p:nvSpPr>
        <p:spPr>
          <a:xfrm>
            <a:off x="762000" y="857125"/>
            <a:ext cx="6858000" cy="428700"/>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SzPts val="1100"/>
              <a:buNone/>
              <a:defRPr sz="2400"/>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grpSp>
        <p:nvGrpSpPr>
          <p:cNvPr id="350" name="Google Shape;350;p150"/>
          <p:cNvGrpSpPr/>
          <p:nvPr/>
        </p:nvGrpSpPr>
        <p:grpSpPr>
          <a:xfrm>
            <a:off x="627486" y="4600503"/>
            <a:ext cx="1460246" cy="228831"/>
            <a:chOff x="3161899" y="2639803"/>
            <a:chExt cx="1460246" cy="228831"/>
          </a:xfrm>
        </p:grpSpPr>
        <p:grpSp>
          <p:nvGrpSpPr>
            <p:cNvPr id="351" name="Google Shape;351;p150"/>
            <p:cNvGrpSpPr/>
            <p:nvPr/>
          </p:nvGrpSpPr>
          <p:grpSpPr>
            <a:xfrm>
              <a:off x="3161899" y="2639803"/>
              <a:ext cx="270630" cy="217663"/>
              <a:chOff x="1045677" y="1364131"/>
              <a:chExt cx="376032" cy="302437"/>
            </a:xfrm>
          </p:grpSpPr>
          <p:sp>
            <p:nvSpPr>
              <p:cNvPr id="352" name="Google Shape;352;p150"/>
              <p:cNvSpPr/>
              <p:nvPr/>
            </p:nvSpPr>
            <p:spPr>
              <a:xfrm>
                <a:off x="1091608" y="1364131"/>
                <a:ext cx="239567" cy="108605"/>
              </a:xfrm>
              <a:custGeom>
                <a:rect b="b" l="l" r="r" t="t"/>
                <a:pathLst>
                  <a:path extrusionOk="0" h="12669" w="27946">
                    <a:moveTo>
                      <a:pt x="16372" y="0"/>
                    </a:moveTo>
                    <a:lnTo>
                      <a:pt x="14729" y="95"/>
                    </a:lnTo>
                    <a:lnTo>
                      <a:pt x="13098" y="345"/>
                    </a:lnTo>
                    <a:lnTo>
                      <a:pt x="11502" y="762"/>
                    </a:lnTo>
                    <a:lnTo>
                      <a:pt x="9942" y="1322"/>
                    </a:lnTo>
                    <a:lnTo>
                      <a:pt x="8430" y="2036"/>
                    </a:lnTo>
                    <a:lnTo>
                      <a:pt x="6989" y="2905"/>
                    </a:lnTo>
                    <a:lnTo>
                      <a:pt x="5620" y="3929"/>
                    </a:lnTo>
                    <a:lnTo>
                      <a:pt x="4334" y="5108"/>
                    </a:lnTo>
                    <a:lnTo>
                      <a:pt x="3739" y="5751"/>
                    </a:lnTo>
                    <a:lnTo>
                      <a:pt x="3405" y="6132"/>
                    </a:lnTo>
                    <a:lnTo>
                      <a:pt x="2798" y="6906"/>
                    </a:lnTo>
                    <a:lnTo>
                      <a:pt x="2227" y="7716"/>
                    </a:lnTo>
                    <a:lnTo>
                      <a:pt x="1703" y="8561"/>
                    </a:lnTo>
                    <a:lnTo>
                      <a:pt x="1238" y="9430"/>
                    </a:lnTo>
                    <a:lnTo>
                      <a:pt x="810" y="10335"/>
                    </a:lnTo>
                    <a:lnTo>
                      <a:pt x="453" y="11252"/>
                    </a:lnTo>
                    <a:lnTo>
                      <a:pt x="131" y="12192"/>
                    </a:lnTo>
                    <a:lnTo>
                      <a:pt x="0" y="12669"/>
                    </a:lnTo>
                    <a:lnTo>
                      <a:pt x="179" y="12573"/>
                    </a:lnTo>
                    <a:lnTo>
                      <a:pt x="595" y="12514"/>
                    </a:lnTo>
                    <a:lnTo>
                      <a:pt x="1203" y="12573"/>
                    </a:lnTo>
                    <a:lnTo>
                      <a:pt x="1310" y="12597"/>
                    </a:lnTo>
                    <a:lnTo>
                      <a:pt x="8930" y="11347"/>
                    </a:lnTo>
                    <a:lnTo>
                      <a:pt x="8978" y="11264"/>
                    </a:lnTo>
                    <a:lnTo>
                      <a:pt x="9252" y="10906"/>
                    </a:lnTo>
                    <a:lnTo>
                      <a:pt x="9442" y="10740"/>
                    </a:lnTo>
                    <a:lnTo>
                      <a:pt x="9526" y="10740"/>
                    </a:lnTo>
                    <a:lnTo>
                      <a:pt x="9847" y="10395"/>
                    </a:lnTo>
                    <a:lnTo>
                      <a:pt x="10538" y="9775"/>
                    </a:lnTo>
                    <a:lnTo>
                      <a:pt x="11276" y="9240"/>
                    </a:lnTo>
                    <a:lnTo>
                      <a:pt x="12050" y="8775"/>
                    </a:lnTo>
                    <a:lnTo>
                      <a:pt x="12847" y="8382"/>
                    </a:lnTo>
                    <a:lnTo>
                      <a:pt x="13681" y="8085"/>
                    </a:lnTo>
                    <a:lnTo>
                      <a:pt x="14538" y="7846"/>
                    </a:lnTo>
                    <a:lnTo>
                      <a:pt x="15407" y="7704"/>
                    </a:lnTo>
                    <a:lnTo>
                      <a:pt x="16289" y="7644"/>
                    </a:lnTo>
                    <a:lnTo>
                      <a:pt x="17170" y="7656"/>
                    </a:lnTo>
                    <a:lnTo>
                      <a:pt x="18039" y="7751"/>
                    </a:lnTo>
                    <a:lnTo>
                      <a:pt x="18908" y="7930"/>
                    </a:lnTo>
                    <a:lnTo>
                      <a:pt x="19765" y="8192"/>
                    </a:lnTo>
                    <a:lnTo>
                      <a:pt x="20599" y="8537"/>
                    </a:lnTo>
                    <a:lnTo>
                      <a:pt x="21408" y="8966"/>
                    </a:lnTo>
                    <a:lnTo>
                      <a:pt x="22182" y="9478"/>
                    </a:lnTo>
                    <a:lnTo>
                      <a:pt x="22551" y="9775"/>
                    </a:lnTo>
                    <a:lnTo>
                      <a:pt x="22551" y="9740"/>
                    </a:lnTo>
                    <a:lnTo>
                      <a:pt x="23956" y="9775"/>
                    </a:lnTo>
                    <a:lnTo>
                      <a:pt x="27767" y="5965"/>
                    </a:lnTo>
                    <a:lnTo>
                      <a:pt x="27945" y="4334"/>
                    </a:lnTo>
                    <a:lnTo>
                      <a:pt x="27267" y="3763"/>
                    </a:lnTo>
                    <a:lnTo>
                      <a:pt x="25862" y="2750"/>
                    </a:lnTo>
                    <a:lnTo>
                      <a:pt x="24385" y="1893"/>
                    </a:lnTo>
                    <a:lnTo>
                      <a:pt x="22849" y="1191"/>
                    </a:lnTo>
                    <a:lnTo>
                      <a:pt x="21266" y="655"/>
                    </a:lnTo>
                    <a:lnTo>
                      <a:pt x="19646" y="274"/>
                    </a:lnTo>
                    <a:lnTo>
                      <a:pt x="18015" y="60"/>
                    </a:lnTo>
                    <a:lnTo>
                      <a:pt x="1637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150"/>
              <p:cNvSpPr/>
              <p:nvPr/>
            </p:nvSpPr>
            <p:spPr>
              <a:xfrm>
                <a:off x="1225416" y="1401378"/>
                <a:ext cx="196293" cy="265087"/>
              </a:xfrm>
              <a:custGeom>
                <a:rect b="b" l="l" r="r" t="t"/>
                <a:pathLst>
                  <a:path extrusionOk="0" h="30923" w="22898">
                    <a:moveTo>
                      <a:pt x="12348" y="1"/>
                    </a:moveTo>
                    <a:lnTo>
                      <a:pt x="6942" y="5395"/>
                    </a:lnTo>
                    <a:lnTo>
                      <a:pt x="7359" y="5740"/>
                    </a:lnTo>
                    <a:lnTo>
                      <a:pt x="8109" y="6502"/>
                    </a:lnTo>
                    <a:lnTo>
                      <a:pt x="8764" y="7335"/>
                    </a:lnTo>
                    <a:lnTo>
                      <a:pt x="9324" y="8228"/>
                    </a:lnTo>
                    <a:lnTo>
                      <a:pt x="9788" y="9181"/>
                    </a:lnTo>
                    <a:lnTo>
                      <a:pt x="10133" y="10169"/>
                    </a:lnTo>
                    <a:lnTo>
                      <a:pt x="10372" y="11205"/>
                    </a:lnTo>
                    <a:lnTo>
                      <a:pt x="10491" y="12265"/>
                    </a:lnTo>
                    <a:lnTo>
                      <a:pt x="10503" y="12812"/>
                    </a:lnTo>
                    <a:lnTo>
                      <a:pt x="10503" y="13777"/>
                    </a:lnTo>
                    <a:lnTo>
                      <a:pt x="10991" y="13789"/>
                    </a:lnTo>
                    <a:lnTo>
                      <a:pt x="11920" y="13979"/>
                    </a:lnTo>
                    <a:lnTo>
                      <a:pt x="12777" y="14348"/>
                    </a:lnTo>
                    <a:lnTo>
                      <a:pt x="13539" y="14860"/>
                    </a:lnTo>
                    <a:lnTo>
                      <a:pt x="14182" y="15503"/>
                    </a:lnTo>
                    <a:lnTo>
                      <a:pt x="14694" y="16265"/>
                    </a:lnTo>
                    <a:lnTo>
                      <a:pt x="15051" y="17123"/>
                    </a:lnTo>
                    <a:lnTo>
                      <a:pt x="15241" y="18051"/>
                    </a:lnTo>
                    <a:lnTo>
                      <a:pt x="15265" y="18540"/>
                    </a:lnTo>
                    <a:lnTo>
                      <a:pt x="15241" y="19028"/>
                    </a:lnTo>
                    <a:lnTo>
                      <a:pt x="15051" y="19956"/>
                    </a:lnTo>
                    <a:lnTo>
                      <a:pt x="14694" y="20814"/>
                    </a:lnTo>
                    <a:lnTo>
                      <a:pt x="14182" y="21576"/>
                    </a:lnTo>
                    <a:lnTo>
                      <a:pt x="13539" y="22219"/>
                    </a:lnTo>
                    <a:lnTo>
                      <a:pt x="12777" y="22731"/>
                    </a:lnTo>
                    <a:lnTo>
                      <a:pt x="11920" y="23100"/>
                    </a:lnTo>
                    <a:lnTo>
                      <a:pt x="10991" y="23290"/>
                    </a:lnTo>
                    <a:lnTo>
                      <a:pt x="10503" y="23302"/>
                    </a:lnTo>
                    <a:lnTo>
                      <a:pt x="977" y="23302"/>
                    </a:lnTo>
                    <a:lnTo>
                      <a:pt x="1" y="24267"/>
                    </a:lnTo>
                    <a:lnTo>
                      <a:pt x="1" y="29958"/>
                    </a:lnTo>
                    <a:lnTo>
                      <a:pt x="977" y="30922"/>
                    </a:lnTo>
                    <a:lnTo>
                      <a:pt x="10503" y="30922"/>
                    </a:lnTo>
                    <a:lnTo>
                      <a:pt x="11134" y="30911"/>
                    </a:lnTo>
                    <a:lnTo>
                      <a:pt x="12384" y="30780"/>
                    </a:lnTo>
                    <a:lnTo>
                      <a:pt x="13598" y="30541"/>
                    </a:lnTo>
                    <a:lnTo>
                      <a:pt x="14765" y="30172"/>
                    </a:lnTo>
                    <a:lnTo>
                      <a:pt x="15873" y="29708"/>
                    </a:lnTo>
                    <a:lnTo>
                      <a:pt x="16932" y="29136"/>
                    </a:lnTo>
                    <a:lnTo>
                      <a:pt x="17921" y="28470"/>
                    </a:lnTo>
                    <a:lnTo>
                      <a:pt x="18837" y="27708"/>
                    </a:lnTo>
                    <a:lnTo>
                      <a:pt x="19671" y="26874"/>
                    </a:lnTo>
                    <a:lnTo>
                      <a:pt x="20433" y="25957"/>
                    </a:lnTo>
                    <a:lnTo>
                      <a:pt x="21100" y="24969"/>
                    </a:lnTo>
                    <a:lnTo>
                      <a:pt x="21671" y="23909"/>
                    </a:lnTo>
                    <a:lnTo>
                      <a:pt x="22147" y="22802"/>
                    </a:lnTo>
                    <a:lnTo>
                      <a:pt x="22505" y="21635"/>
                    </a:lnTo>
                    <a:lnTo>
                      <a:pt x="22755" y="20433"/>
                    </a:lnTo>
                    <a:lnTo>
                      <a:pt x="22886" y="19183"/>
                    </a:lnTo>
                    <a:lnTo>
                      <a:pt x="22898" y="18540"/>
                    </a:lnTo>
                    <a:lnTo>
                      <a:pt x="22886" y="17778"/>
                    </a:lnTo>
                    <a:lnTo>
                      <a:pt x="22695" y="16289"/>
                    </a:lnTo>
                    <a:lnTo>
                      <a:pt x="22338" y="14837"/>
                    </a:lnTo>
                    <a:lnTo>
                      <a:pt x="21802" y="13455"/>
                    </a:lnTo>
                    <a:lnTo>
                      <a:pt x="21112" y="12134"/>
                    </a:lnTo>
                    <a:lnTo>
                      <a:pt x="20266" y="10907"/>
                    </a:lnTo>
                    <a:lnTo>
                      <a:pt x="19278" y="9788"/>
                    </a:lnTo>
                    <a:lnTo>
                      <a:pt x="18147" y="8776"/>
                    </a:lnTo>
                    <a:lnTo>
                      <a:pt x="17528" y="8336"/>
                    </a:lnTo>
                    <a:lnTo>
                      <a:pt x="17349" y="7728"/>
                    </a:lnTo>
                    <a:lnTo>
                      <a:pt x="16944" y="6550"/>
                    </a:lnTo>
                    <a:lnTo>
                      <a:pt x="16444" y="5407"/>
                    </a:lnTo>
                    <a:lnTo>
                      <a:pt x="15861" y="4311"/>
                    </a:lnTo>
                    <a:lnTo>
                      <a:pt x="15206" y="3263"/>
                    </a:lnTo>
                    <a:lnTo>
                      <a:pt x="14479" y="2263"/>
                    </a:lnTo>
                    <a:lnTo>
                      <a:pt x="13682" y="1311"/>
                    </a:lnTo>
                    <a:lnTo>
                      <a:pt x="12813" y="418"/>
                    </a:lnTo>
                    <a:lnTo>
                      <a:pt x="1234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150"/>
              <p:cNvSpPr/>
              <p:nvPr/>
            </p:nvSpPr>
            <p:spPr>
              <a:xfrm>
                <a:off x="1087931" y="1597457"/>
                <a:ext cx="145870" cy="69111"/>
              </a:xfrm>
              <a:custGeom>
                <a:rect b="b" l="l" r="r" t="t"/>
                <a:pathLst>
                  <a:path extrusionOk="0" h="8062" w="17016">
                    <a:moveTo>
                      <a:pt x="5513" y="1"/>
                    </a:moveTo>
                    <a:lnTo>
                      <a:pt x="4144" y="417"/>
                    </a:lnTo>
                    <a:lnTo>
                      <a:pt x="334" y="4227"/>
                    </a:lnTo>
                    <a:lnTo>
                      <a:pt x="0" y="5525"/>
                    </a:lnTo>
                    <a:lnTo>
                      <a:pt x="405" y="5823"/>
                    </a:lnTo>
                    <a:lnTo>
                      <a:pt x="1251" y="6359"/>
                    </a:lnTo>
                    <a:lnTo>
                      <a:pt x="2144" y="6835"/>
                    </a:lnTo>
                    <a:lnTo>
                      <a:pt x="3061" y="7228"/>
                    </a:lnTo>
                    <a:lnTo>
                      <a:pt x="4001" y="7549"/>
                    </a:lnTo>
                    <a:lnTo>
                      <a:pt x="4977" y="7799"/>
                    </a:lnTo>
                    <a:lnTo>
                      <a:pt x="5966" y="7966"/>
                    </a:lnTo>
                    <a:lnTo>
                      <a:pt x="6966" y="8049"/>
                    </a:lnTo>
                    <a:lnTo>
                      <a:pt x="7478" y="8061"/>
                    </a:lnTo>
                    <a:lnTo>
                      <a:pt x="17015" y="8061"/>
                    </a:lnTo>
                    <a:lnTo>
                      <a:pt x="17015" y="429"/>
                    </a:lnTo>
                    <a:lnTo>
                      <a:pt x="7478" y="429"/>
                    </a:lnTo>
                    <a:lnTo>
                      <a:pt x="6966" y="405"/>
                    </a:lnTo>
                    <a:lnTo>
                      <a:pt x="5978" y="191"/>
                    </a:lnTo>
                    <a:lnTo>
                      <a:pt x="5513"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150"/>
              <p:cNvSpPr/>
              <p:nvPr/>
            </p:nvSpPr>
            <p:spPr>
              <a:xfrm>
                <a:off x="1045677" y="1454048"/>
                <a:ext cx="190875" cy="190987"/>
              </a:xfrm>
              <a:custGeom>
                <a:rect b="b" l="l" r="r" t="t"/>
                <a:pathLst>
                  <a:path extrusionOk="0" h="22279" w="22266">
                    <a:moveTo>
                      <a:pt x="12407" y="1"/>
                    </a:moveTo>
                    <a:lnTo>
                      <a:pt x="11764" y="13"/>
                    </a:lnTo>
                    <a:lnTo>
                      <a:pt x="10514" y="132"/>
                    </a:lnTo>
                    <a:lnTo>
                      <a:pt x="9299" y="382"/>
                    </a:lnTo>
                    <a:lnTo>
                      <a:pt x="8132" y="739"/>
                    </a:lnTo>
                    <a:lnTo>
                      <a:pt x="7025" y="1203"/>
                    </a:lnTo>
                    <a:lnTo>
                      <a:pt x="5965" y="1775"/>
                    </a:lnTo>
                    <a:lnTo>
                      <a:pt x="4977" y="2442"/>
                    </a:lnTo>
                    <a:lnTo>
                      <a:pt x="4060" y="3192"/>
                    </a:lnTo>
                    <a:lnTo>
                      <a:pt x="3215" y="4037"/>
                    </a:lnTo>
                    <a:lnTo>
                      <a:pt x="2465" y="4954"/>
                    </a:lnTo>
                    <a:lnTo>
                      <a:pt x="1798" y="5942"/>
                    </a:lnTo>
                    <a:lnTo>
                      <a:pt x="1226" y="6990"/>
                    </a:lnTo>
                    <a:lnTo>
                      <a:pt x="750" y="8097"/>
                    </a:lnTo>
                    <a:lnTo>
                      <a:pt x="393" y="9264"/>
                    </a:lnTo>
                    <a:lnTo>
                      <a:pt x="143" y="10479"/>
                    </a:lnTo>
                    <a:lnTo>
                      <a:pt x="12" y="11729"/>
                    </a:lnTo>
                    <a:lnTo>
                      <a:pt x="0" y="12360"/>
                    </a:lnTo>
                    <a:lnTo>
                      <a:pt x="12" y="13098"/>
                    </a:lnTo>
                    <a:lnTo>
                      <a:pt x="179" y="14527"/>
                    </a:lnTo>
                    <a:lnTo>
                      <a:pt x="512" y="15920"/>
                    </a:lnTo>
                    <a:lnTo>
                      <a:pt x="1000" y="17265"/>
                    </a:lnTo>
                    <a:lnTo>
                      <a:pt x="1631" y="18527"/>
                    </a:lnTo>
                    <a:lnTo>
                      <a:pt x="2405" y="19730"/>
                    </a:lnTo>
                    <a:lnTo>
                      <a:pt x="3310" y="20825"/>
                    </a:lnTo>
                    <a:lnTo>
                      <a:pt x="4358" y="21826"/>
                    </a:lnTo>
                    <a:lnTo>
                      <a:pt x="4929" y="22278"/>
                    </a:lnTo>
                    <a:lnTo>
                      <a:pt x="10454" y="16741"/>
                    </a:lnTo>
                    <a:lnTo>
                      <a:pt x="10014" y="16527"/>
                    </a:lnTo>
                    <a:lnTo>
                      <a:pt x="9240" y="15979"/>
                    </a:lnTo>
                    <a:lnTo>
                      <a:pt x="8609" y="15301"/>
                    </a:lnTo>
                    <a:lnTo>
                      <a:pt x="8120" y="14515"/>
                    </a:lnTo>
                    <a:lnTo>
                      <a:pt x="7799" y="13670"/>
                    </a:lnTo>
                    <a:lnTo>
                      <a:pt x="7644" y="12765"/>
                    </a:lnTo>
                    <a:lnTo>
                      <a:pt x="7656" y="11836"/>
                    </a:lnTo>
                    <a:lnTo>
                      <a:pt x="7870" y="10895"/>
                    </a:lnTo>
                    <a:lnTo>
                      <a:pt x="8061" y="10443"/>
                    </a:lnTo>
                    <a:lnTo>
                      <a:pt x="8275" y="10002"/>
                    </a:lnTo>
                    <a:lnTo>
                      <a:pt x="8823" y="9240"/>
                    </a:lnTo>
                    <a:lnTo>
                      <a:pt x="9502" y="8597"/>
                    </a:lnTo>
                    <a:lnTo>
                      <a:pt x="10276" y="8121"/>
                    </a:lnTo>
                    <a:lnTo>
                      <a:pt x="11133" y="7788"/>
                    </a:lnTo>
                    <a:lnTo>
                      <a:pt x="12038" y="7633"/>
                    </a:lnTo>
                    <a:lnTo>
                      <a:pt x="12967" y="7657"/>
                    </a:lnTo>
                    <a:lnTo>
                      <a:pt x="13895" y="7859"/>
                    </a:lnTo>
                    <a:lnTo>
                      <a:pt x="14348" y="8050"/>
                    </a:lnTo>
                    <a:lnTo>
                      <a:pt x="14741" y="8240"/>
                    </a:lnTo>
                    <a:lnTo>
                      <a:pt x="15455" y="8728"/>
                    </a:lnTo>
                    <a:lnTo>
                      <a:pt x="16062" y="9347"/>
                    </a:lnTo>
                    <a:lnTo>
                      <a:pt x="16562" y="10050"/>
                    </a:lnTo>
                    <a:lnTo>
                      <a:pt x="16753" y="10443"/>
                    </a:lnTo>
                    <a:lnTo>
                      <a:pt x="22266" y="4930"/>
                    </a:lnTo>
                    <a:lnTo>
                      <a:pt x="21825" y="4347"/>
                    </a:lnTo>
                    <a:lnTo>
                      <a:pt x="20825" y="3311"/>
                    </a:lnTo>
                    <a:lnTo>
                      <a:pt x="19730" y="2394"/>
                    </a:lnTo>
                    <a:lnTo>
                      <a:pt x="18539" y="1620"/>
                    </a:lnTo>
                    <a:lnTo>
                      <a:pt x="17277" y="989"/>
                    </a:lnTo>
                    <a:lnTo>
                      <a:pt x="15943" y="513"/>
                    </a:lnTo>
                    <a:lnTo>
                      <a:pt x="14550" y="179"/>
                    </a:lnTo>
                    <a:lnTo>
                      <a:pt x="13133" y="13"/>
                    </a:lnTo>
                    <a:lnTo>
                      <a:pt x="12407"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6" name="Google Shape;356;p150"/>
            <p:cNvGrpSpPr/>
            <p:nvPr/>
          </p:nvGrpSpPr>
          <p:grpSpPr>
            <a:xfrm>
              <a:off x="3512155" y="2672267"/>
              <a:ext cx="1109990" cy="196367"/>
              <a:chOff x="1532346" y="1409239"/>
              <a:chExt cx="1542296" cy="272846"/>
            </a:xfrm>
          </p:grpSpPr>
          <p:sp>
            <p:nvSpPr>
              <p:cNvPr id="357" name="Google Shape;357;p150"/>
              <p:cNvSpPr/>
              <p:nvPr/>
            </p:nvSpPr>
            <p:spPr>
              <a:xfrm>
                <a:off x="1532346" y="1409239"/>
                <a:ext cx="837190" cy="272846"/>
              </a:xfrm>
              <a:custGeom>
                <a:rect b="b" l="l" r="r" t="t"/>
                <a:pathLst>
                  <a:path extrusionOk="0" h="31828" w="97660">
                    <a:moveTo>
                      <a:pt x="90813" y="11848"/>
                    </a:moveTo>
                    <a:lnTo>
                      <a:pt x="91289" y="11919"/>
                    </a:lnTo>
                    <a:lnTo>
                      <a:pt x="91754" y="12038"/>
                    </a:lnTo>
                    <a:lnTo>
                      <a:pt x="92194" y="12217"/>
                    </a:lnTo>
                    <a:lnTo>
                      <a:pt x="92409" y="12336"/>
                    </a:lnTo>
                    <a:lnTo>
                      <a:pt x="92599" y="12443"/>
                    </a:lnTo>
                    <a:lnTo>
                      <a:pt x="92933" y="12705"/>
                    </a:lnTo>
                    <a:lnTo>
                      <a:pt x="93206" y="13015"/>
                    </a:lnTo>
                    <a:lnTo>
                      <a:pt x="93433" y="13372"/>
                    </a:lnTo>
                    <a:lnTo>
                      <a:pt x="93528" y="13562"/>
                    </a:lnTo>
                    <a:lnTo>
                      <a:pt x="86408" y="16491"/>
                    </a:lnTo>
                    <a:lnTo>
                      <a:pt x="86396" y="16015"/>
                    </a:lnTo>
                    <a:lnTo>
                      <a:pt x="86539" y="15098"/>
                    </a:lnTo>
                    <a:lnTo>
                      <a:pt x="86860" y="14229"/>
                    </a:lnTo>
                    <a:lnTo>
                      <a:pt x="87372" y="13455"/>
                    </a:lnTo>
                    <a:lnTo>
                      <a:pt x="87694" y="13110"/>
                    </a:lnTo>
                    <a:lnTo>
                      <a:pt x="87979" y="12824"/>
                    </a:lnTo>
                    <a:lnTo>
                      <a:pt x="88646" y="12372"/>
                    </a:lnTo>
                    <a:lnTo>
                      <a:pt x="89372" y="12050"/>
                    </a:lnTo>
                    <a:lnTo>
                      <a:pt x="90158" y="11872"/>
                    </a:lnTo>
                    <a:lnTo>
                      <a:pt x="90563" y="11848"/>
                    </a:lnTo>
                    <a:close/>
                    <a:moveTo>
                      <a:pt x="32899" y="11907"/>
                    </a:moveTo>
                    <a:lnTo>
                      <a:pt x="33756" y="11931"/>
                    </a:lnTo>
                    <a:lnTo>
                      <a:pt x="34578" y="12110"/>
                    </a:lnTo>
                    <a:lnTo>
                      <a:pt x="35375" y="12443"/>
                    </a:lnTo>
                    <a:lnTo>
                      <a:pt x="36090" y="12943"/>
                    </a:lnTo>
                    <a:lnTo>
                      <a:pt x="36423" y="13265"/>
                    </a:lnTo>
                    <a:lnTo>
                      <a:pt x="36733" y="13646"/>
                    </a:lnTo>
                    <a:lnTo>
                      <a:pt x="37221" y="14467"/>
                    </a:lnTo>
                    <a:lnTo>
                      <a:pt x="37554" y="15348"/>
                    </a:lnTo>
                    <a:lnTo>
                      <a:pt x="37721" y="16265"/>
                    </a:lnTo>
                    <a:lnTo>
                      <a:pt x="37721" y="17194"/>
                    </a:lnTo>
                    <a:lnTo>
                      <a:pt x="37554" y="18111"/>
                    </a:lnTo>
                    <a:lnTo>
                      <a:pt x="37221" y="18992"/>
                    </a:lnTo>
                    <a:lnTo>
                      <a:pt x="36733" y="19801"/>
                    </a:lnTo>
                    <a:lnTo>
                      <a:pt x="36423" y="20182"/>
                    </a:lnTo>
                    <a:lnTo>
                      <a:pt x="36340" y="20266"/>
                    </a:lnTo>
                    <a:lnTo>
                      <a:pt x="36256" y="20349"/>
                    </a:lnTo>
                    <a:lnTo>
                      <a:pt x="35911" y="20647"/>
                    </a:lnTo>
                    <a:lnTo>
                      <a:pt x="35173" y="21099"/>
                    </a:lnTo>
                    <a:lnTo>
                      <a:pt x="34375" y="21397"/>
                    </a:lnTo>
                    <a:lnTo>
                      <a:pt x="33554" y="21540"/>
                    </a:lnTo>
                    <a:lnTo>
                      <a:pt x="32720" y="21516"/>
                    </a:lnTo>
                    <a:lnTo>
                      <a:pt x="31899" y="21326"/>
                    </a:lnTo>
                    <a:lnTo>
                      <a:pt x="31125" y="20992"/>
                    </a:lnTo>
                    <a:lnTo>
                      <a:pt x="30410" y="20492"/>
                    </a:lnTo>
                    <a:lnTo>
                      <a:pt x="30089" y="20182"/>
                    </a:lnTo>
                    <a:lnTo>
                      <a:pt x="30053" y="20182"/>
                    </a:lnTo>
                    <a:lnTo>
                      <a:pt x="29732" y="19801"/>
                    </a:lnTo>
                    <a:lnTo>
                      <a:pt x="29243" y="18980"/>
                    </a:lnTo>
                    <a:lnTo>
                      <a:pt x="28910" y="18099"/>
                    </a:lnTo>
                    <a:lnTo>
                      <a:pt x="28743" y="17182"/>
                    </a:lnTo>
                    <a:lnTo>
                      <a:pt x="28743" y="16253"/>
                    </a:lnTo>
                    <a:lnTo>
                      <a:pt x="28910" y="15336"/>
                    </a:lnTo>
                    <a:lnTo>
                      <a:pt x="29243" y="14455"/>
                    </a:lnTo>
                    <a:lnTo>
                      <a:pt x="29732" y="13634"/>
                    </a:lnTo>
                    <a:lnTo>
                      <a:pt x="30053" y="13265"/>
                    </a:lnTo>
                    <a:lnTo>
                      <a:pt x="30184" y="13134"/>
                    </a:lnTo>
                    <a:lnTo>
                      <a:pt x="30517" y="12824"/>
                    </a:lnTo>
                    <a:lnTo>
                      <a:pt x="31268" y="12360"/>
                    </a:lnTo>
                    <a:lnTo>
                      <a:pt x="32065" y="12050"/>
                    </a:lnTo>
                    <a:lnTo>
                      <a:pt x="32899" y="11907"/>
                    </a:lnTo>
                    <a:close/>
                    <a:moveTo>
                      <a:pt x="50318" y="11907"/>
                    </a:moveTo>
                    <a:lnTo>
                      <a:pt x="51164" y="11931"/>
                    </a:lnTo>
                    <a:lnTo>
                      <a:pt x="51997" y="12110"/>
                    </a:lnTo>
                    <a:lnTo>
                      <a:pt x="52783" y="12443"/>
                    </a:lnTo>
                    <a:lnTo>
                      <a:pt x="53509" y="12943"/>
                    </a:lnTo>
                    <a:lnTo>
                      <a:pt x="53831" y="13265"/>
                    </a:lnTo>
                    <a:lnTo>
                      <a:pt x="54152" y="13646"/>
                    </a:lnTo>
                    <a:lnTo>
                      <a:pt x="54641" y="14467"/>
                    </a:lnTo>
                    <a:lnTo>
                      <a:pt x="54974" y="15348"/>
                    </a:lnTo>
                    <a:lnTo>
                      <a:pt x="55129" y="16265"/>
                    </a:lnTo>
                    <a:lnTo>
                      <a:pt x="55129" y="17194"/>
                    </a:lnTo>
                    <a:lnTo>
                      <a:pt x="54974" y="18111"/>
                    </a:lnTo>
                    <a:lnTo>
                      <a:pt x="54641" y="18992"/>
                    </a:lnTo>
                    <a:lnTo>
                      <a:pt x="54152" y="19801"/>
                    </a:lnTo>
                    <a:lnTo>
                      <a:pt x="53831" y="20182"/>
                    </a:lnTo>
                    <a:lnTo>
                      <a:pt x="53759" y="20266"/>
                    </a:lnTo>
                    <a:lnTo>
                      <a:pt x="53664" y="20349"/>
                    </a:lnTo>
                    <a:lnTo>
                      <a:pt x="53331" y="20647"/>
                    </a:lnTo>
                    <a:lnTo>
                      <a:pt x="52593" y="21099"/>
                    </a:lnTo>
                    <a:lnTo>
                      <a:pt x="51795" y="21397"/>
                    </a:lnTo>
                    <a:lnTo>
                      <a:pt x="50961" y="21540"/>
                    </a:lnTo>
                    <a:lnTo>
                      <a:pt x="50128" y="21516"/>
                    </a:lnTo>
                    <a:lnTo>
                      <a:pt x="49306" y="21326"/>
                    </a:lnTo>
                    <a:lnTo>
                      <a:pt x="48532" y="20992"/>
                    </a:lnTo>
                    <a:lnTo>
                      <a:pt x="47818" y="20492"/>
                    </a:lnTo>
                    <a:lnTo>
                      <a:pt x="47508" y="20182"/>
                    </a:lnTo>
                    <a:lnTo>
                      <a:pt x="47461" y="20182"/>
                    </a:lnTo>
                    <a:lnTo>
                      <a:pt x="47139" y="19801"/>
                    </a:lnTo>
                    <a:lnTo>
                      <a:pt x="46651" y="18980"/>
                    </a:lnTo>
                    <a:lnTo>
                      <a:pt x="46318" y="18099"/>
                    </a:lnTo>
                    <a:lnTo>
                      <a:pt x="46163" y="17182"/>
                    </a:lnTo>
                    <a:lnTo>
                      <a:pt x="46163" y="16253"/>
                    </a:lnTo>
                    <a:lnTo>
                      <a:pt x="46318" y="15336"/>
                    </a:lnTo>
                    <a:lnTo>
                      <a:pt x="46651" y="14455"/>
                    </a:lnTo>
                    <a:lnTo>
                      <a:pt x="47139" y="13634"/>
                    </a:lnTo>
                    <a:lnTo>
                      <a:pt x="47461" y="13265"/>
                    </a:lnTo>
                    <a:lnTo>
                      <a:pt x="47592" y="13134"/>
                    </a:lnTo>
                    <a:lnTo>
                      <a:pt x="47937" y="12824"/>
                    </a:lnTo>
                    <a:lnTo>
                      <a:pt x="48675" y="12360"/>
                    </a:lnTo>
                    <a:lnTo>
                      <a:pt x="49485" y="12050"/>
                    </a:lnTo>
                    <a:lnTo>
                      <a:pt x="50318" y="11907"/>
                    </a:lnTo>
                    <a:close/>
                    <a:moveTo>
                      <a:pt x="68048" y="11907"/>
                    </a:moveTo>
                    <a:lnTo>
                      <a:pt x="68488" y="11919"/>
                    </a:lnTo>
                    <a:lnTo>
                      <a:pt x="69333" y="12098"/>
                    </a:lnTo>
                    <a:lnTo>
                      <a:pt x="70107" y="12455"/>
                    </a:lnTo>
                    <a:lnTo>
                      <a:pt x="70786" y="12967"/>
                    </a:lnTo>
                    <a:lnTo>
                      <a:pt x="71084" y="13289"/>
                    </a:lnTo>
                    <a:lnTo>
                      <a:pt x="71381" y="13658"/>
                    </a:lnTo>
                    <a:lnTo>
                      <a:pt x="71846" y="14479"/>
                    </a:lnTo>
                    <a:lnTo>
                      <a:pt x="72167" y="15360"/>
                    </a:lnTo>
                    <a:lnTo>
                      <a:pt x="72298" y="16289"/>
                    </a:lnTo>
                    <a:lnTo>
                      <a:pt x="72298" y="16765"/>
                    </a:lnTo>
                    <a:lnTo>
                      <a:pt x="72298" y="17230"/>
                    </a:lnTo>
                    <a:lnTo>
                      <a:pt x="72155" y="18146"/>
                    </a:lnTo>
                    <a:lnTo>
                      <a:pt x="71846" y="19016"/>
                    </a:lnTo>
                    <a:lnTo>
                      <a:pt x="71381" y="19813"/>
                    </a:lnTo>
                    <a:lnTo>
                      <a:pt x="71084" y="20182"/>
                    </a:lnTo>
                    <a:lnTo>
                      <a:pt x="70786" y="20504"/>
                    </a:lnTo>
                    <a:lnTo>
                      <a:pt x="70095" y="21028"/>
                    </a:lnTo>
                    <a:lnTo>
                      <a:pt x="69322" y="21373"/>
                    </a:lnTo>
                    <a:lnTo>
                      <a:pt x="68476" y="21552"/>
                    </a:lnTo>
                    <a:lnTo>
                      <a:pt x="68048" y="21552"/>
                    </a:lnTo>
                    <a:lnTo>
                      <a:pt x="67595" y="21540"/>
                    </a:lnTo>
                    <a:lnTo>
                      <a:pt x="66726" y="21361"/>
                    </a:lnTo>
                    <a:lnTo>
                      <a:pt x="65928" y="21016"/>
                    </a:lnTo>
                    <a:lnTo>
                      <a:pt x="65214" y="20504"/>
                    </a:lnTo>
                    <a:lnTo>
                      <a:pt x="64904" y="20182"/>
                    </a:lnTo>
                    <a:lnTo>
                      <a:pt x="64595" y="19825"/>
                    </a:lnTo>
                    <a:lnTo>
                      <a:pt x="64094" y="19028"/>
                    </a:lnTo>
                    <a:lnTo>
                      <a:pt x="63761" y="18158"/>
                    </a:lnTo>
                    <a:lnTo>
                      <a:pt x="63606" y="17230"/>
                    </a:lnTo>
                    <a:lnTo>
                      <a:pt x="63606" y="16765"/>
                    </a:lnTo>
                    <a:lnTo>
                      <a:pt x="63606" y="16277"/>
                    </a:lnTo>
                    <a:lnTo>
                      <a:pt x="63761" y="15348"/>
                    </a:lnTo>
                    <a:lnTo>
                      <a:pt x="64094" y="14455"/>
                    </a:lnTo>
                    <a:lnTo>
                      <a:pt x="64583" y="13658"/>
                    </a:lnTo>
                    <a:lnTo>
                      <a:pt x="64904" y="13289"/>
                    </a:lnTo>
                    <a:lnTo>
                      <a:pt x="65214" y="12967"/>
                    </a:lnTo>
                    <a:lnTo>
                      <a:pt x="65928" y="12455"/>
                    </a:lnTo>
                    <a:lnTo>
                      <a:pt x="66726" y="12098"/>
                    </a:lnTo>
                    <a:lnTo>
                      <a:pt x="67595" y="11919"/>
                    </a:lnTo>
                    <a:lnTo>
                      <a:pt x="68048" y="11907"/>
                    </a:lnTo>
                    <a:close/>
                    <a:moveTo>
                      <a:pt x="77763" y="822"/>
                    </a:moveTo>
                    <a:lnTo>
                      <a:pt x="77763" y="24219"/>
                    </a:lnTo>
                    <a:lnTo>
                      <a:pt x="81264" y="24219"/>
                    </a:lnTo>
                    <a:lnTo>
                      <a:pt x="81264" y="822"/>
                    </a:lnTo>
                    <a:close/>
                    <a:moveTo>
                      <a:pt x="32875" y="8788"/>
                    </a:moveTo>
                    <a:lnTo>
                      <a:pt x="32113" y="8859"/>
                    </a:lnTo>
                    <a:lnTo>
                      <a:pt x="31363" y="9002"/>
                    </a:lnTo>
                    <a:lnTo>
                      <a:pt x="30613" y="9216"/>
                    </a:lnTo>
                    <a:lnTo>
                      <a:pt x="29898" y="9502"/>
                    </a:lnTo>
                    <a:lnTo>
                      <a:pt x="29196" y="9859"/>
                    </a:lnTo>
                    <a:lnTo>
                      <a:pt x="28529" y="10288"/>
                    </a:lnTo>
                    <a:lnTo>
                      <a:pt x="27898" y="10776"/>
                    </a:lnTo>
                    <a:lnTo>
                      <a:pt x="27588" y="11062"/>
                    </a:lnTo>
                    <a:lnTo>
                      <a:pt x="27303" y="11360"/>
                    </a:lnTo>
                    <a:lnTo>
                      <a:pt x="26803" y="11991"/>
                    </a:lnTo>
                    <a:lnTo>
                      <a:pt x="26362" y="12657"/>
                    </a:lnTo>
                    <a:lnTo>
                      <a:pt x="26005" y="13360"/>
                    </a:lnTo>
                    <a:lnTo>
                      <a:pt x="25707" y="14086"/>
                    </a:lnTo>
                    <a:lnTo>
                      <a:pt x="25493" y="14825"/>
                    </a:lnTo>
                    <a:lnTo>
                      <a:pt x="25350" y="15587"/>
                    </a:lnTo>
                    <a:lnTo>
                      <a:pt x="25278" y="16349"/>
                    </a:lnTo>
                    <a:lnTo>
                      <a:pt x="25278" y="17122"/>
                    </a:lnTo>
                    <a:lnTo>
                      <a:pt x="25350" y="17885"/>
                    </a:lnTo>
                    <a:lnTo>
                      <a:pt x="25493" y="18647"/>
                    </a:lnTo>
                    <a:lnTo>
                      <a:pt x="25707" y="19385"/>
                    </a:lnTo>
                    <a:lnTo>
                      <a:pt x="26005" y="20111"/>
                    </a:lnTo>
                    <a:lnTo>
                      <a:pt x="26362" y="20814"/>
                    </a:lnTo>
                    <a:lnTo>
                      <a:pt x="26803" y="21480"/>
                    </a:lnTo>
                    <a:lnTo>
                      <a:pt x="27303" y="22111"/>
                    </a:lnTo>
                    <a:lnTo>
                      <a:pt x="27588" y="22421"/>
                    </a:lnTo>
                    <a:lnTo>
                      <a:pt x="27886" y="22695"/>
                    </a:lnTo>
                    <a:lnTo>
                      <a:pt x="28517" y="23195"/>
                    </a:lnTo>
                    <a:lnTo>
                      <a:pt x="29196" y="23624"/>
                    </a:lnTo>
                    <a:lnTo>
                      <a:pt x="29886" y="23969"/>
                    </a:lnTo>
                    <a:lnTo>
                      <a:pt x="30613" y="24255"/>
                    </a:lnTo>
                    <a:lnTo>
                      <a:pt x="31351" y="24469"/>
                    </a:lnTo>
                    <a:lnTo>
                      <a:pt x="32101" y="24612"/>
                    </a:lnTo>
                    <a:lnTo>
                      <a:pt x="32863" y="24683"/>
                    </a:lnTo>
                    <a:lnTo>
                      <a:pt x="33637" y="24683"/>
                    </a:lnTo>
                    <a:lnTo>
                      <a:pt x="34399" y="24612"/>
                    </a:lnTo>
                    <a:lnTo>
                      <a:pt x="35149" y="24469"/>
                    </a:lnTo>
                    <a:lnTo>
                      <a:pt x="35887" y="24255"/>
                    </a:lnTo>
                    <a:lnTo>
                      <a:pt x="36614" y="23969"/>
                    </a:lnTo>
                    <a:lnTo>
                      <a:pt x="37316" y="23624"/>
                    </a:lnTo>
                    <a:lnTo>
                      <a:pt x="37983" y="23195"/>
                    </a:lnTo>
                    <a:lnTo>
                      <a:pt x="38614" y="22695"/>
                    </a:lnTo>
                    <a:lnTo>
                      <a:pt x="38924" y="22421"/>
                    </a:lnTo>
                    <a:lnTo>
                      <a:pt x="39197" y="22111"/>
                    </a:lnTo>
                    <a:lnTo>
                      <a:pt x="39709" y="21480"/>
                    </a:lnTo>
                    <a:lnTo>
                      <a:pt x="40150" y="20814"/>
                    </a:lnTo>
                    <a:lnTo>
                      <a:pt x="40507" y="20111"/>
                    </a:lnTo>
                    <a:lnTo>
                      <a:pt x="40793" y="19385"/>
                    </a:lnTo>
                    <a:lnTo>
                      <a:pt x="41019" y="18647"/>
                    </a:lnTo>
                    <a:lnTo>
                      <a:pt x="41162" y="17885"/>
                    </a:lnTo>
                    <a:lnTo>
                      <a:pt x="41234" y="17122"/>
                    </a:lnTo>
                    <a:lnTo>
                      <a:pt x="41234" y="16349"/>
                    </a:lnTo>
                    <a:lnTo>
                      <a:pt x="41162" y="15587"/>
                    </a:lnTo>
                    <a:lnTo>
                      <a:pt x="41019" y="14825"/>
                    </a:lnTo>
                    <a:lnTo>
                      <a:pt x="40793" y="14086"/>
                    </a:lnTo>
                    <a:lnTo>
                      <a:pt x="40507" y="13360"/>
                    </a:lnTo>
                    <a:lnTo>
                      <a:pt x="40150" y="12657"/>
                    </a:lnTo>
                    <a:lnTo>
                      <a:pt x="39709" y="11991"/>
                    </a:lnTo>
                    <a:lnTo>
                      <a:pt x="39197" y="11360"/>
                    </a:lnTo>
                    <a:lnTo>
                      <a:pt x="38924" y="11062"/>
                    </a:lnTo>
                    <a:lnTo>
                      <a:pt x="38614" y="10776"/>
                    </a:lnTo>
                    <a:lnTo>
                      <a:pt x="37983" y="10288"/>
                    </a:lnTo>
                    <a:lnTo>
                      <a:pt x="37316" y="9859"/>
                    </a:lnTo>
                    <a:lnTo>
                      <a:pt x="36626" y="9502"/>
                    </a:lnTo>
                    <a:lnTo>
                      <a:pt x="35899" y="9216"/>
                    </a:lnTo>
                    <a:lnTo>
                      <a:pt x="35161" y="9002"/>
                    </a:lnTo>
                    <a:lnTo>
                      <a:pt x="34411" y="8859"/>
                    </a:lnTo>
                    <a:lnTo>
                      <a:pt x="33637" y="8788"/>
                    </a:lnTo>
                    <a:close/>
                    <a:moveTo>
                      <a:pt x="50306" y="8788"/>
                    </a:moveTo>
                    <a:lnTo>
                      <a:pt x="49544" y="8859"/>
                    </a:lnTo>
                    <a:lnTo>
                      <a:pt x="48782" y="9002"/>
                    </a:lnTo>
                    <a:lnTo>
                      <a:pt x="48044" y="9216"/>
                    </a:lnTo>
                    <a:lnTo>
                      <a:pt x="47318" y="9502"/>
                    </a:lnTo>
                    <a:lnTo>
                      <a:pt x="46627" y="9859"/>
                    </a:lnTo>
                    <a:lnTo>
                      <a:pt x="45960" y="10288"/>
                    </a:lnTo>
                    <a:lnTo>
                      <a:pt x="45318" y="10776"/>
                    </a:lnTo>
                    <a:lnTo>
                      <a:pt x="45020" y="11062"/>
                    </a:lnTo>
                    <a:lnTo>
                      <a:pt x="44734" y="11360"/>
                    </a:lnTo>
                    <a:lnTo>
                      <a:pt x="44222" y="11991"/>
                    </a:lnTo>
                    <a:lnTo>
                      <a:pt x="43793" y="12657"/>
                    </a:lnTo>
                    <a:lnTo>
                      <a:pt x="43424" y="13360"/>
                    </a:lnTo>
                    <a:lnTo>
                      <a:pt x="43139" y="14086"/>
                    </a:lnTo>
                    <a:lnTo>
                      <a:pt x="42924" y="14825"/>
                    </a:lnTo>
                    <a:lnTo>
                      <a:pt x="42781" y="15587"/>
                    </a:lnTo>
                    <a:lnTo>
                      <a:pt x="42710" y="16349"/>
                    </a:lnTo>
                    <a:lnTo>
                      <a:pt x="42710" y="17122"/>
                    </a:lnTo>
                    <a:lnTo>
                      <a:pt x="42781" y="17885"/>
                    </a:lnTo>
                    <a:lnTo>
                      <a:pt x="42924" y="18647"/>
                    </a:lnTo>
                    <a:lnTo>
                      <a:pt x="43139" y="19385"/>
                    </a:lnTo>
                    <a:lnTo>
                      <a:pt x="43424" y="20111"/>
                    </a:lnTo>
                    <a:lnTo>
                      <a:pt x="43793" y="20814"/>
                    </a:lnTo>
                    <a:lnTo>
                      <a:pt x="44222" y="21480"/>
                    </a:lnTo>
                    <a:lnTo>
                      <a:pt x="44734" y="22111"/>
                    </a:lnTo>
                    <a:lnTo>
                      <a:pt x="45020" y="22421"/>
                    </a:lnTo>
                    <a:lnTo>
                      <a:pt x="45318" y="22695"/>
                    </a:lnTo>
                    <a:lnTo>
                      <a:pt x="45949" y="23195"/>
                    </a:lnTo>
                    <a:lnTo>
                      <a:pt x="46615" y="23624"/>
                    </a:lnTo>
                    <a:lnTo>
                      <a:pt x="47318" y="23969"/>
                    </a:lnTo>
                    <a:lnTo>
                      <a:pt x="48032" y="24255"/>
                    </a:lnTo>
                    <a:lnTo>
                      <a:pt x="48782" y="24469"/>
                    </a:lnTo>
                    <a:lnTo>
                      <a:pt x="49533" y="24612"/>
                    </a:lnTo>
                    <a:lnTo>
                      <a:pt x="50295" y="24683"/>
                    </a:lnTo>
                    <a:lnTo>
                      <a:pt x="51057" y="24683"/>
                    </a:lnTo>
                    <a:lnTo>
                      <a:pt x="51819" y="24612"/>
                    </a:lnTo>
                    <a:lnTo>
                      <a:pt x="52581" y="24469"/>
                    </a:lnTo>
                    <a:lnTo>
                      <a:pt x="53319" y="24255"/>
                    </a:lnTo>
                    <a:lnTo>
                      <a:pt x="54045" y="23969"/>
                    </a:lnTo>
                    <a:lnTo>
                      <a:pt x="54736" y="23624"/>
                    </a:lnTo>
                    <a:lnTo>
                      <a:pt x="55414" y="23195"/>
                    </a:lnTo>
                    <a:lnTo>
                      <a:pt x="56046" y="22695"/>
                    </a:lnTo>
                    <a:lnTo>
                      <a:pt x="56343" y="22421"/>
                    </a:lnTo>
                    <a:lnTo>
                      <a:pt x="56629" y="22111"/>
                    </a:lnTo>
                    <a:lnTo>
                      <a:pt x="57129" y="21480"/>
                    </a:lnTo>
                    <a:lnTo>
                      <a:pt x="57570" y="20814"/>
                    </a:lnTo>
                    <a:lnTo>
                      <a:pt x="57927" y="20111"/>
                    </a:lnTo>
                    <a:lnTo>
                      <a:pt x="58213" y="19385"/>
                    </a:lnTo>
                    <a:lnTo>
                      <a:pt x="58439" y="18647"/>
                    </a:lnTo>
                    <a:lnTo>
                      <a:pt x="58582" y="17885"/>
                    </a:lnTo>
                    <a:lnTo>
                      <a:pt x="58653" y="17111"/>
                    </a:lnTo>
                    <a:lnTo>
                      <a:pt x="58653" y="16349"/>
                    </a:lnTo>
                    <a:lnTo>
                      <a:pt x="58582" y="15575"/>
                    </a:lnTo>
                    <a:lnTo>
                      <a:pt x="58439" y="14825"/>
                    </a:lnTo>
                    <a:lnTo>
                      <a:pt x="58213" y="14074"/>
                    </a:lnTo>
                    <a:lnTo>
                      <a:pt x="57927" y="13360"/>
                    </a:lnTo>
                    <a:lnTo>
                      <a:pt x="57570" y="12657"/>
                    </a:lnTo>
                    <a:lnTo>
                      <a:pt x="57129" y="11991"/>
                    </a:lnTo>
                    <a:lnTo>
                      <a:pt x="56629" y="11360"/>
                    </a:lnTo>
                    <a:lnTo>
                      <a:pt x="56343" y="11062"/>
                    </a:lnTo>
                    <a:lnTo>
                      <a:pt x="56046" y="10776"/>
                    </a:lnTo>
                    <a:lnTo>
                      <a:pt x="55414" y="10288"/>
                    </a:lnTo>
                    <a:lnTo>
                      <a:pt x="54748" y="9859"/>
                    </a:lnTo>
                    <a:lnTo>
                      <a:pt x="54045" y="9502"/>
                    </a:lnTo>
                    <a:lnTo>
                      <a:pt x="53331" y="9216"/>
                    </a:lnTo>
                    <a:lnTo>
                      <a:pt x="52593" y="9002"/>
                    </a:lnTo>
                    <a:lnTo>
                      <a:pt x="51831" y="8859"/>
                    </a:lnTo>
                    <a:lnTo>
                      <a:pt x="51068" y="8788"/>
                    </a:lnTo>
                    <a:close/>
                    <a:moveTo>
                      <a:pt x="11907" y="1"/>
                    </a:moveTo>
                    <a:lnTo>
                      <a:pt x="10681" y="108"/>
                    </a:lnTo>
                    <a:lnTo>
                      <a:pt x="9490" y="346"/>
                    </a:lnTo>
                    <a:lnTo>
                      <a:pt x="8311" y="691"/>
                    </a:lnTo>
                    <a:lnTo>
                      <a:pt x="7192" y="1156"/>
                    </a:lnTo>
                    <a:lnTo>
                      <a:pt x="6109" y="1727"/>
                    </a:lnTo>
                    <a:lnTo>
                      <a:pt x="5097" y="2406"/>
                    </a:lnTo>
                    <a:lnTo>
                      <a:pt x="4144" y="3192"/>
                    </a:lnTo>
                    <a:lnTo>
                      <a:pt x="3703" y="3632"/>
                    </a:lnTo>
                    <a:lnTo>
                      <a:pt x="3394" y="3942"/>
                    </a:lnTo>
                    <a:lnTo>
                      <a:pt x="2965" y="4406"/>
                    </a:lnTo>
                    <a:lnTo>
                      <a:pt x="2203" y="5371"/>
                    </a:lnTo>
                    <a:lnTo>
                      <a:pt x="1560" y="6383"/>
                    </a:lnTo>
                    <a:lnTo>
                      <a:pt x="1024" y="7454"/>
                    </a:lnTo>
                    <a:lnTo>
                      <a:pt x="608" y="8550"/>
                    </a:lnTo>
                    <a:lnTo>
                      <a:pt x="286" y="9681"/>
                    </a:lnTo>
                    <a:lnTo>
                      <a:pt x="96" y="10836"/>
                    </a:lnTo>
                    <a:lnTo>
                      <a:pt x="0" y="11991"/>
                    </a:lnTo>
                    <a:lnTo>
                      <a:pt x="24" y="13146"/>
                    </a:lnTo>
                    <a:lnTo>
                      <a:pt x="155" y="14301"/>
                    </a:lnTo>
                    <a:lnTo>
                      <a:pt x="393" y="15444"/>
                    </a:lnTo>
                    <a:lnTo>
                      <a:pt x="751" y="16563"/>
                    </a:lnTo>
                    <a:lnTo>
                      <a:pt x="1215" y="17646"/>
                    </a:lnTo>
                    <a:lnTo>
                      <a:pt x="1786" y="18682"/>
                    </a:lnTo>
                    <a:lnTo>
                      <a:pt x="2465" y="19682"/>
                    </a:lnTo>
                    <a:lnTo>
                      <a:pt x="3263" y="20623"/>
                    </a:lnTo>
                    <a:lnTo>
                      <a:pt x="3703" y="21064"/>
                    </a:lnTo>
                    <a:lnTo>
                      <a:pt x="4144" y="21492"/>
                    </a:lnTo>
                    <a:lnTo>
                      <a:pt x="5097" y="22278"/>
                    </a:lnTo>
                    <a:lnTo>
                      <a:pt x="6109" y="22969"/>
                    </a:lnTo>
                    <a:lnTo>
                      <a:pt x="7180" y="23540"/>
                    </a:lnTo>
                    <a:lnTo>
                      <a:pt x="8311" y="24005"/>
                    </a:lnTo>
                    <a:lnTo>
                      <a:pt x="9478" y="24350"/>
                    </a:lnTo>
                    <a:lnTo>
                      <a:pt x="10681" y="24576"/>
                    </a:lnTo>
                    <a:lnTo>
                      <a:pt x="11907" y="24695"/>
                    </a:lnTo>
                    <a:lnTo>
                      <a:pt x="12526" y="24695"/>
                    </a:lnTo>
                    <a:lnTo>
                      <a:pt x="13181" y="24683"/>
                    </a:lnTo>
                    <a:lnTo>
                      <a:pt x="14443" y="24576"/>
                    </a:lnTo>
                    <a:lnTo>
                      <a:pt x="15646" y="24362"/>
                    </a:lnTo>
                    <a:lnTo>
                      <a:pt x="16789" y="24028"/>
                    </a:lnTo>
                    <a:lnTo>
                      <a:pt x="17861" y="23588"/>
                    </a:lnTo>
                    <a:lnTo>
                      <a:pt x="18885" y="23040"/>
                    </a:lnTo>
                    <a:lnTo>
                      <a:pt x="19837" y="22385"/>
                    </a:lnTo>
                    <a:lnTo>
                      <a:pt x="20742" y="21623"/>
                    </a:lnTo>
                    <a:lnTo>
                      <a:pt x="21159" y="21195"/>
                    </a:lnTo>
                    <a:lnTo>
                      <a:pt x="21516" y="20825"/>
                    </a:lnTo>
                    <a:lnTo>
                      <a:pt x="22147" y="20028"/>
                    </a:lnTo>
                    <a:lnTo>
                      <a:pt x="22695" y="19170"/>
                    </a:lnTo>
                    <a:lnTo>
                      <a:pt x="23147" y="18242"/>
                    </a:lnTo>
                    <a:lnTo>
                      <a:pt x="23516" y="17253"/>
                    </a:lnTo>
                    <a:lnTo>
                      <a:pt x="23790" y="16206"/>
                    </a:lnTo>
                    <a:lnTo>
                      <a:pt x="23969" y="15086"/>
                    </a:lnTo>
                    <a:lnTo>
                      <a:pt x="24052" y="13908"/>
                    </a:lnTo>
                    <a:lnTo>
                      <a:pt x="24064" y="13289"/>
                    </a:lnTo>
                    <a:lnTo>
                      <a:pt x="24064" y="12753"/>
                    </a:lnTo>
                    <a:lnTo>
                      <a:pt x="23981" y="11705"/>
                    </a:lnTo>
                    <a:lnTo>
                      <a:pt x="23885" y="11181"/>
                    </a:lnTo>
                    <a:lnTo>
                      <a:pt x="12526" y="11181"/>
                    </a:lnTo>
                    <a:lnTo>
                      <a:pt x="12526" y="14574"/>
                    </a:lnTo>
                    <a:lnTo>
                      <a:pt x="20599" y="14574"/>
                    </a:lnTo>
                    <a:lnTo>
                      <a:pt x="20480" y="15265"/>
                    </a:lnTo>
                    <a:lnTo>
                      <a:pt x="20159" y="16491"/>
                    </a:lnTo>
                    <a:lnTo>
                      <a:pt x="19694" y="17563"/>
                    </a:lnTo>
                    <a:lnTo>
                      <a:pt x="19099" y="18456"/>
                    </a:lnTo>
                    <a:lnTo>
                      <a:pt x="18754" y="18825"/>
                    </a:lnTo>
                    <a:lnTo>
                      <a:pt x="18420" y="19135"/>
                    </a:lnTo>
                    <a:lnTo>
                      <a:pt x="17706" y="19682"/>
                    </a:lnTo>
                    <a:lnTo>
                      <a:pt x="16968" y="20147"/>
                    </a:lnTo>
                    <a:lnTo>
                      <a:pt x="16194" y="20540"/>
                    </a:lnTo>
                    <a:lnTo>
                      <a:pt x="15384" y="20849"/>
                    </a:lnTo>
                    <a:lnTo>
                      <a:pt x="14562" y="21075"/>
                    </a:lnTo>
                    <a:lnTo>
                      <a:pt x="13729" y="21230"/>
                    </a:lnTo>
                    <a:lnTo>
                      <a:pt x="12884" y="21302"/>
                    </a:lnTo>
                    <a:lnTo>
                      <a:pt x="12038" y="21290"/>
                    </a:lnTo>
                    <a:lnTo>
                      <a:pt x="11193" y="21195"/>
                    </a:lnTo>
                    <a:lnTo>
                      <a:pt x="10359" y="21028"/>
                    </a:lnTo>
                    <a:lnTo>
                      <a:pt x="9538" y="20778"/>
                    </a:lnTo>
                    <a:lnTo>
                      <a:pt x="8752" y="20456"/>
                    </a:lnTo>
                    <a:lnTo>
                      <a:pt x="7978" y="20052"/>
                    </a:lnTo>
                    <a:lnTo>
                      <a:pt x="7252" y="19563"/>
                    </a:lnTo>
                    <a:lnTo>
                      <a:pt x="6561" y="18992"/>
                    </a:lnTo>
                    <a:lnTo>
                      <a:pt x="6240" y="18682"/>
                    </a:lnTo>
                    <a:lnTo>
                      <a:pt x="5918" y="18349"/>
                    </a:lnTo>
                    <a:lnTo>
                      <a:pt x="5358" y="17634"/>
                    </a:lnTo>
                    <a:lnTo>
                      <a:pt x="4870" y="16884"/>
                    </a:lnTo>
                    <a:lnTo>
                      <a:pt x="4465" y="16099"/>
                    </a:lnTo>
                    <a:lnTo>
                      <a:pt x="4144" y="15289"/>
                    </a:lnTo>
                    <a:lnTo>
                      <a:pt x="3906" y="14455"/>
                    </a:lnTo>
                    <a:lnTo>
                      <a:pt x="3739" y="13610"/>
                    </a:lnTo>
                    <a:lnTo>
                      <a:pt x="3668" y="12753"/>
                    </a:lnTo>
                    <a:lnTo>
                      <a:pt x="3668" y="11895"/>
                    </a:lnTo>
                    <a:lnTo>
                      <a:pt x="3739" y="11038"/>
                    </a:lnTo>
                    <a:lnTo>
                      <a:pt x="3906" y="10193"/>
                    </a:lnTo>
                    <a:lnTo>
                      <a:pt x="4144" y="9359"/>
                    </a:lnTo>
                    <a:lnTo>
                      <a:pt x="4465" y="8550"/>
                    </a:lnTo>
                    <a:lnTo>
                      <a:pt x="4870" y="7764"/>
                    </a:lnTo>
                    <a:lnTo>
                      <a:pt x="5358" y="7014"/>
                    </a:lnTo>
                    <a:lnTo>
                      <a:pt x="5918" y="6299"/>
                    </a:lnTo>
                    <a:lnTo>
                      <a:pt x="6240" y="5966"/>
                    </a:lnTo>
                    <a:lnTo>
                      <a:pt x="6549" y="5656"/>
                    </a:lnTo>
                    <a:lnTo>
                      <a:pt x="7216" y="5085"/>
                    </a:lnTo>
                    <a:lnTo>
                      <a:pt x="7942" y="4585"/>
                    </a:lnTo>
                    <a:lnTo>
                      <a:pt x="8704" y="4180"/>
                    </a:lnTo>
                    <a:lnTo>
                      <a:pt x="9514" y="3835"/>
                    </a:lnTo>
                    <a:lnTo>
                      <a:pt x="10347" y="3585"/>
                    </a:lnTo>
                    <a:lnTo>
                      <a:pt x="11205" y="3430"/>
                    </a:lnTo>
                    <a:lnTo>
                      <a:pt x="12086" y="3347"/>
                    </a:lnTo>
                    <a:lnTo>
                      <a:pt x="12955" y="3347"/>
                    </a:lnTo>
                    <a:lnTo>
                      <a:pt x="13800" y="3418"/>
                    </a:lnTo>
                    <a:lnTo>
                      <a:pt x="14622" y="3573"/>
                    </a:lnTo>
                    <a:lnTo>
                      <a:pt x="15432" y="3811"/>
                    </a:lnTo>
                    <a:lnTo>
                      <a:pt x="16206" y="4120"/>
                    </a:lnTo>
                    <a:lnTo>
                      <a:pt x="16944" y="4501"/>
                    </a:lnTo>
                    <a:lnTo>
                      <a:pt x="17646" y="4966"/>
                    </a:lnTo>
                    <a:lnTo>
                      <a:pt x="18313" y="5490"/>
                    </a:lnTo>
                    <a:lnTo>
                      <a:pt x="18623" y="5775"/>
                    </a:lnTo>
                    <a:lnTo>
                      <a:pt x="21004" y="3394"/>
                    </a:lnTo>
                    <a:lnTo>
                      <a:pt x="20563" y="2989"/>
                    </a:lnTo>
                    <a:lnTo>
                      <a:pt x="19647" y="2251"/>
                    </a:lnTo>
                    <a:lnTo>
                      <a:pt x="18670" y="1608"/>
                    </a:lnTo>
                    <a:lnTo>
                      <a:pt x="17634" y="1072"/>
                    </a:lnTo>
                    <a:lnTo>
                      <a:pt x="16551" y="644"/>
                    </a:lnTo>
                    <a:lnTo>
                      <a:pt x="15432" y="322"/>
                    </a:lnTo>
                    <a:lnTo>
                      <a:pt x="14289" y="108"/>
                    </a:lnTo>
                    <a:lnTo>
                      <a:pt x="13122" y="1"/>
                    </a:lnTo>
                    <a:close/>
                    <a:moveTo>
                      <a:pt x="90111" y="8752"/>
                    </a:moveTo>
                    <a:lnTo>
                      <a:pt x="89372" y="8824"/>
                    </a:lnTo>
                    <a:lnTo>
                      <a:pt x="88646" y="8955"/>
                    </a:lnTo>
                    <a:lnTo>
                      <a:pt x="87932" y="9169"/>
                    </a:lnTo>
                    <a:lnTo>
                      <a:pt x="87253" y="9455"/>
                    </a:lnTo>
                    <a:lnTo>
                      <a:pt x="86598" y="9812"/>
                    </a:lnTo>
                    <a:lnTo>
                      <a:pt x="85991" y="10229"/>
                    </a:lnTo>
                    <a:lnTo>
                      <a:pt x="85419" y="10717"/>
                    </a:lnTo>
                    <a:lnTo>
                      <a:pt x="85157" y="10979"/>
                    </a:lnTo>
                    <a:lnTo>
                      <a:pt x="84884" y="11276"/>
                    </a:lnTo>
                    <a:lnTo>
                      <a:pt x="84407" y="11895"/>
                    </a:lnTo>
                    <a:lnTo>
                      <a:pt x="83979" y="12562"/>
                    </a:lnTo>
                    <a:lnTo>
                      <a:pt x="83633" y="13265"/>
                    </a:lnTo>
                    <a:lnTo>
                      <a:pt x="83348" y="13991"/>
                    </a:lnTo>
                    <a:lnTo>
                      <a:pt x="83145" y="14753"/>
                    </a:lnTo>
                    <a:lnTo>
                      <a:pt x="83014" y="15527"/>
                    </a:lnTo>
                    <a:lnTo>
                      <a:pt x="82967" y="16313"/>
                    </a:lnTo>
                    <a:lnTo>
                      <a:pt x="82979" y="16718"/>
                    </a:lnTo>
                    <a:lnTo>
                      <a:pt x="82967" y="17111"/>
                    </a:lnTo>
                    <a:lnTo>
                      <a:pt x="83038" y="17896"/>
                    </a:lnTo>
                    <a:lnTo>
                      <a:pt x="83169" y="18670"/>
                    </a:lnTo>
                    <a:lnTo>
                      <a:pt x="83383" y="19420"/>
                    </a:lnTo>
                    <a:lnTo>
                      <a:pt x="83669" y="20147"/>
                    </a:lnTo>
                    <a:lnTo>
                      <a:pt x="84026" y="20837"/>
                    </a:lnTo>
                    <a:lnTo>
                      <a:pt x="84467" y="21492"/>
                    </a:lnTo>
                    <a:lnTo>
                      <a:pt x="84955" y="22099"/>
                    </a:lnTo>
                    <a:lnTo>
                      <a:pt x="85241" y="22385"/>
                    </a:lnTo>
                    <a:lnTo>
                      <a:pt x="85515" y="22659"/>
                    </a:lnTo>
                    <a:lnTo>
                      <a:pt x="86122" y="23171"/>
                    </a:lnTo>
                    <a:lnTo>
                      <a:pt x="86765" y="23600"/>
                    </a:lnTo>
                    <a:lnTo>
                      <a:pt x="87444" y="23969"/>
                    </a:lnTo>
                    <a:lnTo>
                      <a:pt x="88158" y="24266"/>
                    </a:lnTo>
                    <a:lnTo>
                      <a:pt x="88908" y="24481"/>
                    </a:lnTo>
                    <a:lnTo>
                      <a:pt x="89670" y="24624"/>
                    </a:lnTo>
                    <a:lnTo>
                      <a:pt x="90456" y="24695"/>
                    </a:lnTo>
                    <a:lnTo>
                      <a:pt x="91385" y="24695"/>
                    </a:lnTo>
                    <a:lnTo>
                      <a:pt x="92444" y="24564"/>
                    </a:lnTo>
                    <a:lnTo>
                      <a:pt x="93468" y="24290"/>
                    </a:lnTo>
                    <a:lnTo>
                      <a:pt x="94445" y="23862"/>
                    </a:lnTo>
                    <a:lnTo>
                      <a:pt x="94909" y="23588"/>
                    </a:lnTo>
                    <a:lnTo>
                      <a:pt x="95278" y="23350"/>
                    </a:lnTo>
                    <a:lnTo>
                      <a:pt x="95981" y="22802"/>
                    </a:lnTo>
                    <a:lnTo>
                      <a:pt x="96624" y="22195"/>
                    </a:lnTo>
                    <a:lnTo>
                      <a:pt x="97207" y="21528"/>
                    </a:lnTo>
                    <a:lnTo>
                      <a:pt x="97469" y="21171"/>
                    </a:lnTo>
                    <a:lnTo>
                      <a:pt x="94766" y="19349"/>
                    </a:lnTo>
                    <a:lnTo>
                      <a:pt x="94600" y="19599"/>
                    </a:lnTo>
                    <a:lnTo>
                      <a:pt x="94242" y="20052"/>
                    </a:lnTo>
                    <a:lnTo>
                      <a:pt x="93814" y="20456"/>
                    </a:lnTo>
                    <a:lnTo>
                      <a:pt x="93361" y="20802"/>
                    </a:lnTo>
                    <a:lnTo>
                      <a:pt x="92849" y="21087"/>
                    </a:lnTo>
                    <a:lnTo>
                      <a:pt x="92313" y="21302"/>
                    </a:lnTo>
                    <a:lnTo>
                      <a:pt x="91754" y="21457"/>
                    </a:lnTo>
                    <a:lnTo>
                      <a:pt x="91170" y="21528"/>
                    </a:lnTo>
                    <a:lnTo>
                      <a:pt x="90873" y="21540"/>
                    </a:lnTo>
                    <a:lnTo>
                      <a:pt x="90563" y="21540"/>
                    </a:lnTo>
                    <a:lnTo>
                      <a:pt x="89956" y="21468"/>
                    </a:lnTo>
                    <a:lnTo>
                      <a:pt x="89372" y="21314"/>
                    </a:lnTo>
                    <a:lnTo>
                      <a:pt x="88825" y="21064"/>
                    </a:lnTo>
                    <a:lnTo>
                      <a:pt x="88313" y="20754"/>
                    </a:lnTo>
                    <a:lnTo>
                      <a:pt x="87860" y="20361"/>
                    </a:lnTo>
                    <a:lnTo>
                      <a:pt x="87467" y="19909"/>
                    </a:lnTo>
                    <a:lnTo>
                      <a:pt x="87134" y="19397"/>
                    </a:lnTo>
                    <a:lnTo>
                      <a:pt x="87003" y="19111"/>
                    </a:lnTo>
                    <a:lnTo>
                      <a:pt x="97660" y="14705"/>
                    </a:lnTo>
                    <a:lnTo>
                      <a:pt x="97302" y="13801"/>
                    </a:lnTo>
                    <a:lnTo>
                      <a:pt x="97136" y="13396"/>
                    </a:lnTo>
                    <a:lnTo>
                      <a:pt x="96743" y="12610"/>
                    </a:lnTo>
                    <a:lnTo>
                      <a:pt x="96517" y="12241"/>
                    </a:lnTo>
                    <a:lnTo>
                      <a:pt x="96231" y="11800"/>
                    </a:lnTo>
                    <a:lnTo>
                      <a:pt x="95588" y="11002"/>
                    </a:lnTo>
                    <a:lnTo>
                      <a:pt x="95219" y="10621"/>
                    </a:lnTo>
                    <a:lnTo>
                      <a:pt x="94992" y="10419"/>
                    </a:lnTo>
                    <a:lnTo>
                      <a:pt x="94516" y="10026"/>
                    </a:lnTo>
                    <a:lnTo>
                      <a:pt x="93992" y="9681"/>
                    </a:lnTo>
                    <a:lnTo>
                      <a:pt x="93456" y="9395"/>
                    </a:lnTo>
                    <a:lnTo>
                      <a:pt x="93171" y="9276"/>
                    </a:lnTo>
                    <a:lnTo>
                      <a:pt x="92849" y="9145"/>
                    </a:lnTo>
                    <a:lnTo>
                      <a:pt x="92194" y="8955"/>
                    </a:lnTo>
                    <a:lnTo>
                      <a:pt x="91516" y="8812"/>
                    </a:lnTo>
                    <a:lnTo>
                      <a:pt x="90837" y="8752"/>
                    </a:lnTo>
                    <a:close/>
                    <a:moveTo>
                      <a:pt x="67750" y="8764"/>
                    </a:moveTo>
                    <a:lnTo>
                      <a:pt x="67369" y="8776"/>
                    </a:lnTo>
                    <a:lnTo>
                      <a:pt x="66619" y="8847"/>
                    </a:lnTo>
                    <a:lnTo>
                      <a:pt x="65892" y="9002"/>
                    </a:lnTo>
                    <a:lnTo>
                      <a:pt x="65178" y="9228"/>
                    </a:lnTo>
                    <a:lnTo>
                      <a:pt x="64499" y="9538"/>
                    </a:lnTo>
                    <a:lnTo>
                      <a:pt x="63856" y="9895"/>
                    </a:lnTo>
                    <a:lnTo>
                      <a:pt x="63249" y="10336"/>
                    </a:lnTo>
                    <a:lnTo>
                      <a:pt x="62678" y="10824"/>
                    </a:lnTo>
                    <a:lnTo>
                      <a:pt x="62416" y="11098"/>
                    </a:lnTo>
                    <a:lnTo>
                      <a:pt x="62142" y="11395"/>
                    </a:lnTo>
                    <a:lnTo>
                      <a:pt x="61642" y="12003"/>
                    </a:lnTo>
                    <a:lnTo>
                      <a:pt x="61213" y="12657"/>
                    </a:lnTo>
                    <a:lnTo>
                      <a:pt x="60844" y="13348"/>
                    </a:lnTo>
                    <a:lnTo>
                      <a:pt x="60546" y="14062"/>
                    </a:lnTo>
                    <a:lnTo>
                      <a:pt x="60332" y="14813"/>
                    </a:lnTo>
                    <a:lnTo>
                      <a:pt x="60189" y="15587"/>
                    </a:lnTo>
                    <a:lnTo>
                      <a:pt x="60130" y="16360"/>
                    </a:lnTo>
                    <a:lnTo>
                      <a:pt x="60130" y="16753"/>
                    </a:lnTo>
                    <a:lnTo>
                      <a:pt x="60130" y="17158"/>
                    </a:lnTo>
                    <a:lnTo>
                      <a:pt x="60189" y="17932"/>
                    </a:lnTo>
                    <a:lnTo>
                      <a:pt x="60344" y="18706"/>
                    </a:lnTo>
                    <a:lnTo>
                      <a:pt x="60558" y="19444"/>
                    </a:lnTo>
                    <a:lnTo>
                      <a:pt x="60844" y="20159"/>
                    </a:lnTo>
                    <a:lnTo>
                      <a:pt x="61213" y="20849"/>
                    </a:lnTo>
                    <a:lnTo>
                      <a:pt x="61642" y="21492"/>
                    </a:lnTo>
                    <a:lnTo>
                      <a:pt x="62142" y="22088"/>
                    </a:lnTo>
                    <a:lnTo>
                      <a:pt x="62416" y="22373"/>
                    </a:lnTo>
                    <a:lnTo>
                      <a:pt x="62678" y="22647"/>
                    </a:lnTo>
                    <a:lnTo>
                      <a:pt x="63249" y="23135"/>
                    </a:lnTo>
                    <a:lnTo>
                      <a:pt x="63856" y="23576"/>
                    </a:lnTo>
                    <a:lnTo>
                      <a:pt x="64511" y="23933"/>
                    </a:lnTo>
                    <a:lnTo>
                      <a:pt x="65190" y="24231"/>
                    </a:lnTo>
                    <a:lnTo>
                      <a:pt x="65892" y="24457"/>
                    </a:lnTo>
                    <a:lnTo>
                      <a:pt x="66619" y="24612"/>
                    </a:lnTo>
                    <a:lnTo>
                      <a:pt x="67369" y="24683"/>
                    </a:lnTo>
                    <a:lnTo>
                      <a:pt x="67750" y="24695"/>
                    </a:lnTo>
                    <a:lnTo>
                      <a:pt x="68083" y="24683"/>
                    </a:lnTo>
                    <a:lnTo>
                      <a:pt x="68714" y="24636"/>
                    </a:lnTo>
                    <a:lnTo>
                      <a:pt x="69322" y="24517"/>
                    </a:lnTo>
                    <a:lnTo>
                      <a:pt x="69881" y="24350"/>
                    </a:lnTo>
                    <a:lnTo>
                      <a:pt x="70405" y="24124"/>
                    </a:lnTo>
                    <a:lnTo>
                      <a:pt x="70893" y="23838"/>
                    </a:lnTo>
                    <a:lnTo>
                      <a:pt x="71334" y="23493"/>
                    </a:lnTo>
                    <a:lnTo>
                      <a:pt x="71739" y="23100"/>
                    </a:lnTo>
                    <a:lnTo>
                      <a:pt x="71929" y="22873"/>
                    </a:lnTo>
                    <a:lnTo>
                      <a:pt x="72048" y="22873"/>
                    </a:lnTo>
                    <a:lnTo>
                      <a:pt x="72048" y="24016"/>
                    </a:lnTo>
                    <a:lnTo>
                      <a:pt x="72036" y="24576"/>
                    </a:lnTo>
                    <a:lnTo>
                      <a:pt x="71893" y="25576"/>
                    </a:lnTo>
                    <a:lnTo>
                      <a:pt x="71620" y="26445"/>
                    </a:lnTo>
                    <a:lnTo>
                      <a:pt x="71191" y="27172"/>
                    </a:lnTo>
                    <a:lnTo>
                      <a:pt x="70917" y="27493"/>
                    </a:lnTo>
                    <a:lnTo>
                      <a:pt x="70596" y="27791"/>
                    </a:lnTo>
                    <a:lnTo>
                      <a:pt x="69881" y="28255"/>
                    </a:lnTo>
                    <a:lnTo>
                      <a:pt x="69083" y="28565"/>
                    </a:lnTo>
                    <a:lnTo>
                      <a:pt x="68238" y="28708"/>
                    </a:lnTo>
                    <a:lnTo>
                      <a:pt x="67809" y="28696"/>
                    </a:lnTo>
                    <a:lnTo>
                      <a:pt x="67464" y="28696"/>
                    </a:lnTo>
                    <a:lnTo>
                      <a:pt x="66809" y="28589"/>
                    </a:lnTo>
                    <a:lnTo>
                      <a:pt x="66166" y="28374"/>
                    </a:lnTo>
                    <a:lnTo>
                      <a:pt x="65583" y="28053"/>
                    </a:lnTo>
                    <a:lnTo>
                      <a:pt x="65309" y="27850"/>
                    </a:lnTo>
                    <a:lnTo>
                      <a:pt x="65059" y="27636"/>
                    </a:lnTo>
                    <a:lnTo>
                      <a:pt x="64630" y="27184"/>
                    </a:lnTo>
                    <a:lnTo>
                      <a:pt x="64249" y="26684"/>
                    </a:lnTo>
                    <a:lnTo>
                      <a:pt x="63928" y="26136"/>
                    </a:lnTo>
                    <a:lnTo>
                      <a:pt x="63809" y="25850"/>
                    </a:lnTo>
                    <a:lnTo>
                      <a:pt x="60749" y="27112"/>
                    </a:lnTo>
                    <a:lnTo>
                      <a:pt x="60975" y="27600"/>
                    </a:lnTo>
                    <a:lnTo>
                      <a:pt x="61523" y="28517"/>
                    </a:lnTo>
                    <a:lnTo>
                      <a:pt x="62166" y="29339"/>
                    </a:lnTo>
                    <a:lnTo>
                      <a:pt x="62928" y="30077"/>
                    </a:lnTo>
                    <a:lnTo>
                      <a:pt x="63344" y="30410"/>
                    </a:lnTo>
                    <a:lnTo>
                      <a:pt x="63833" y="30756"/>
                    </a:lnTo>
                    <a:lnTo>
                      <a:pt x="64892" y="31303"/>
                    </a:lnTo>
                    <a:lnTo>
                      <a:pt x="66023" y="31660"/>
                    </a:lnTo>
                    <a:lnTo>
                      <a:pt x="67202" y="31827"/>
                    </a:lnTo>
                    <a:lnTo>
                      <a:pt x="68178" y="31827"/>
                    </a:lnTo>
                    <a:lnTo>
                      <a:pt x="68929" y="31780"/>
                    </a:lnTo>
                    <a:lnTo>
                      <a:pt x="69667" y="31660"/>
                    </a:lnTo>
                    <a:lnTo>
                      <a:pt x="70381" y="31470"/>
                    </a:lnTo>
                    <a:lnTo>
                      <a:pt x="71072" y="31196"/>
                    </a:lnTo>
                    <a:lnTo>
                      <a:pt x="71739" y="30875"/>
                    </a:lnTo>
                    <a:lnTo>
                      <a:pt x="72370" y="30470"/>
                    </a:lnTo>
                    <a:lnTo>
                      <a:pt x="72965" y="30005"/>
                    </a:lnTo>
                    <a:lnTo>
                      <a:pt x="73239" y="29755"/>
                    </a:lnTo>
                    <a:lnTo>
                      <a:pt x="73501" y="29493"/>
                    </a:lnTo>
                    <a:lnTo>
                      <a:pt x="73965" y="28910"/>
                    </a:lnTo>
                    <a:lnTo>
                      <a:pt x="74358" y="28267"/>
                    </a:lnTo>
                    <a:lnTo>
                      <a:pt x="74691" y="27553"/>
                    </a:lnTo>
                    <a:lnTo>
                      <a:pt x="74965" y="26767"/>
                    </a:lnTo>
                    <a:lnTo>
                      <a:pt x="75156" y="25933"/>
                    </a:lnTo>
                    <a:lnTo>
                      <a:pt x="75299" y="25017"/>
                    </a:lnTo>
                    <a:lnTo>
                      <a:pt x="75358" y="24040"/>
                    </a:lnTo>
                    <a:lnTo>
                      <a:pt x="75370" y="23528"/>
                    </a:lnTo>
                    <a:lnTo>
                      <a:pt x="75370" y="9240"/>
                    </a:lnTo>
                    <a:lnTo>
                      <a:pt x="72048" y="9240"/>
                    </a:lnTo>
                    <a:lnTo>
                      <a:pt x="72048" y="10538"/>
                    </a:lnTo>
                    <a:lnTo>
                      <a:pt x="71929" y="10538"/>
                    </a:lnTo>
                    <a:lnTo>
                      <a:pt x="71750" y="10336"/>
                    </a:lnTo>
                    <a:lnTo>
                      <a:pt x="71358" y="9967"/>
                    </a:lnTo>
                    <a:lnTo>
                      <a:pt x="70917" y="9645"/>
                    </a:lnTo>
                    <a:lnTo>
                      <a:pt x="70453" y="9383"/>
                    </a:lnTo>
                    <a:lnTo>
                      <a:pt x="70203" y="9276"/>
                    </a:lnTo>
                    <a:lnTo>
                      <a:pt x="69905" y="9145"/>
                    </a:lnTo>
                    <a:lnTo>
                      <a:pt x="69310" y="8955"/>
                    </a:lnTo>
                    <a:lnTo>
                      <a:pt x="68690" y="8824"/>
                    </a:lnTo>
                    <a:lnTo>
                      <a:pt x="68059" y="8764"/>
                    </a:lnTo>
                    <a:close/>
                  </a:path>
                </a:pathLst>
              </a:custGeom>
              <a:solidFill>
                <a:srgbClr val="5F63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8" name="Google Shape;358;p150"/>
              <p:cNvGrpSpPr/>
              <p:nvPr/>
            </p:nvGrpSpPr>
            <p:grpSpPr>
              <a:xfrm>
                <a:off x="2430564" y="1427610"/>
                <a:ext cx="644078" cy="193336"/>
                <a:chOff x="2430564" y="1427610"/>
                <a:chExt cx="644078" cy="193336"/>
              </a:xfrm>
            </p:grpSpPr>
            <p:sp>
              <p:nvSpPr>
                <p:cNvPr id="359" name="Google Shape;359;p150"/>
                <p:cNvSpPr/>
                <p:nvPr/>
              </p:nvSpPr>
              <p:spPr>
                <a:xfrm>
                  <a:off x="2430564" y="1427610"/>
                  <a:ext cx="169444" cy="193336"/>
                </a:xfrm>
                <a:custGeom>
                  <a:rect b="b" l="l" r="r" t="t"/>
                  <a:pathLst>
                    <a:path extrusionOk="0" h="22553" w="19766">
                      <a:moveTo>
                        <a:pt x="10765" y="1"/>
                      </a:moveTo>
                      <a:lnTo>
                        <a:pt x="10193" y="25"/>
                      </a:lnTo>
                      <a:lnTo>
                        <a:pt x="9086" y="156"/>
                      </a:lnTo>
                      <a:lnTo>
                        <a:pt x="8014" y="406"/>
                      </a:lnTo>
                      <a:lnTo>
                        <a:pt x="6978" y="751"/>
                      </a:lnTo>
                      <a:lnTo>
                        <a:pt x="6002" y="1192"/>
                      </a:lnTo>
                      <a:lnTo>
                        <a:pt x="5085" y="1715"/>
                      </a:lnTo>
                      <a:lnTo>
                        <a:pt x="4216" y="2335"/>
                      </a:lnTo>
                      <a:lnTo>
                        <a:pt x="3418" y="3025"/>
                      </a:lnTo>
                      <a:lnTo>
                        <a:pt x="2692" y="3787"/>
                      </a:lnTo>
                      <a:lnTo>
                        <a:pt x="2037" y="4621"/>
                      </a:lnTo>
                      <a:lnTo>
                        <a:pt x="1453" y="5514"/>
                      </a:lnTo>
                      <a:lnTo>
                        <a:pt x="977" y="6466"/>
                      </a:lnTo>
                      <a:lnTo>
                        <a:pt x="572" y="7466"/>
                      </a:lnTo>
                      <a:lnTo>
                        <a:pt x="275" y="8502"/>
                      </a:lnTo>
                      <a:lnTo>
                        <a:pt x="84" y="9586"/>
                      </a:lnTo>
                      <a:lnTo>
                        <a:pt x="1" y="10693"/>
                      </a:lnTo>
                      <a:lnTo>
                        <a:pt x="1" y="11265"/>
                      </a:lnTo>
                      <a:lnTo>
                        <a:pt x="1" y="11729"/>
                      </a:lnTo>
                      <a:lnTo>
                        <a:pt x="13" y="12300"/>
                      </a:lnTo>
                      <a:lnTo>
                        <a:pt x="144" y="13408"/>
                      </a:lnTo>
                      <a:lnTo>
                        <a:pt x="382" y="14479"/>
                      </a:lnTo>
                      <a:lnTo>
                        <a:pt x="727" y="15503"/>
                      </a:lnTo>
                      <a:lnTo>
                        <a:pt x="1168" y="16480"/>
                      </a:lnTo>
                      <a:lnTo>
                        <a:pt x="1692" y="17408"/>
                      </a:lnTo>
                      <a:lnTo>
                        <a:pt x="2299" y="18278"/>
                      </a:lnTo>
                      <a:lnTo>
                        <a:pt x="2977" y="19087"/>
                      </a:lnTo>
                      <a:lnTo>
                        <a:pt x="3740" y="19814"/>
                      </a:lnTo>
                      <a:lnTo>
                        <a:pt x="4573" y="20480"/>
                      </a:lnTo>
                      <a:lnTo>
                        <a:pt x="5466" y="21052"/>
                      </a:lnTo>
                      <a:lnTo>
                        <a:pt x="6407" y="21552"/>
                      </a:lnTo>
                      <a:lnTo>
                        <a:pt x="7407" y="21945"/>
                      </a:lnTo>
                      <a:lnTo>
                        <a:pt x="8443" y="22254"/>
                      </a:lnTo>
                      <a:lnTo>
                        <a:pt x="9526" y="22457"/>
                      </a:lnTo>
                      <a:lnTo>
                        <a:pt x="10634" y="22552"/>
                      </a:lnTo>
                      <a:lnTo>
                        <a:pt x="11205" y="22552"/>
                      </a:lnTo>
                      <a:lnTo>
                        <a:pt x="11836" y="22540"/>
                      </a:lnTo>
                      <a:lnTo>
                        <a:pt x="13074" y="22409"/>
                      </a:lnTo>
                      <a:lnTo>
                        <a:pt x="14301" y="22147"/>
                      </a:lnTo>
                      <a:lnTo>
                        <a:pt x="15480" y="21742"/>
                      </a:lnTo>
                      <a:lnTo>
                        <a:pt x="16063" y="21492"/>
                      </a:lnTo>
                      <a:lnTo>
                        <a:pt x="16587" y="21242"/>
                      </a:lnTo>
                      <a:lnTo>
                        <a:pt x="17599" y="20647"/>
                      </a:lnTo>
                      <a:lnTo>
                        <a:pt x="18528" y="19933"/>
                      </a:lnTo>
                      <a:lnTo>
                        <a:pt x="19373" y="19123"/>
                      </a:lnTo>
                      <a:lnTo>
                        <a:pt x="19766" y="18682"/>
                      </a:lnTo>
                      <a:lnTo>
                        <a:pt x="17825" y="16742"/>
                      </a:lnTo>
                      <a:lnTo>
                        <a:pt x="17516" y="17111"/>
                      </a:lnTo>
                      <a:lnTo>
                        <a:pt x="16837" y="17789"/>
                      </a:lnTo>
                      <a:lnTo>
                        <a:pt x="16087" y="18373"/>
                      </a:lnTo>
                      <a:lnTo>
                        <a:pt x="15289" y="18873"/>
                      </a:lnTo>
                      <a:lnTo>
                        <a:pt x="14432" y="19278"/>
                      </a:lnTo>
                      <a:lnTo>
                        <a:pt x="13551" y="19587"/>
                      </a:lnTo>
                      <a:lnTo>
                        <a:pt x="12622" y="19790"/>
                      </a:lnTo>
                      <a:lnTo>
                        <a:pt x="11669" y="19897"/>
                      </a:lnTo>
                      <a:lnTo>
                        <a:pt x="10776" y="19897"/>
                      </a:lnTo>
                      <a:lnTo>
                        <a:pt x="9943" y="19837"/>
                      </a:lnTo>
                      <a:lnTo>
                        <a:pt x="9133" y="19683"/>
                      </a:lnTo>
                      <a:lnTo>
                        <a:pt x="8347" y="19468"/>
                      </a:lnTo>
                      <a:lnTo>
                        <a:pt x="7585" y="19159"/>
                      </a:lnTo>
                      <a:lnTo>
                        <a:pt x="6871" y="18778"/>
                      </a:lnTo>
                      <a:lnTo>
                        <a:pt x="6180" y="18325"/>
                      </a:lnTo>
                      <a:lnTo>
                        <a:pt x="5537" y="17813"/>
                      </a:lnTo>
                      <a:lnTo>
                        <a:pt x="5240" y="17516"/>
                      </a:lnTo>
                      <a:lnTo>
                        <a:pt x="4942" y="17218"/>
                      </a:lnTo>
                      <a:lnTo>
                        <a:pt x="4406" y="16575"/>
                      </a:lnTo>
                      <a:lnTo>
                        <a:pt x="3954" y="15884"/>
                      </a:lnTo>
                      <a:lnTo>
                        <a:pt x="3573" y="15158"/>
                      </a:lnTo>
                      <a:lnTo>
                        <a:pt x="3275" y="14372"/>
                      </a:lnTo>
                      <a:lnTo>
                        <a:pt x="3049" y="13551"/>
                      </a:lnTo>
                      <a:lnTo>
                        <a:pt x="2894" y="12682"/>
                      </a:lnTo>
                      <a:lnTo>
                        <a:pt x="2823" y="11765"/>
                      </a:lnTo>
                      <a:lnTo>
                        <a:pt x="2811" y="11288"/>
                      </a:lnTo>
                      <a:lnTo>
                        <a:pt x="2823" y="10800"/>
                      </a:lnTo>
                      <a:lnTo>
                        <a:pt x="2894" y="9883"/>
                      </a:lnTo>
                      <a:lnTo>
                        <a:pt x="3049" y="9014"/>
                      </a:lnTo>
                      <a:lnTo>
                        <a:pt x="3275" y="8193"/>
                      </a:lnTo>
                      <a:lnTo>
                        <a:pt x="3585" y="7407"/>
                      </a:lnTo>
                      <a:lnTo>
                        <a:pt x="3954" y="6681"/>
                      </a:lnTo>
                      <a:lnTo>
                        <a:pt x="4418" y="5990"/>
                      </a:lnTo>
                      <a:lnTo>
                        <a:pt x="4942" y="5347"/>
                      </a:lnTo>
                      <a:lnTo>
                        <a:pt x="5240" y="5049"/>
                      </a:lnTo>
                      <a:lnTo>
                        <a:pt x="5537" y="4752"/>
                      </a:lnTo>
                      <a:lnTo>
                        <a:pt x="6180" y="4240"/>
                      </a:lnTo>
                      <a:lnTo>
                        <a:pt x="6871" y="3787"/>
                      </a:lnTo>
                      <a:lnTo>
                        <a:pt x="7597" y="3406"/>
                      </a:lnTo>
                      <a:lnTo>
                        <a:pt x="8359" y="3097"/>
                      </a:lnTo>
                      <a:lnTo>
                        <a:pt x="9145" y="2882"/>
                      </a:lnTo>
                      <a:lnTo>
                        <a:pt x="9955" y="2728"/>
                      </a:lnTo>
                      <a:lnTo>
                        <a:pt x="10776" y="2668"/>
                      </a:lnTo>
                      <a:lnTo>
                        <a:pt x="11193" y="2668"/>
                      </a:lnTo>
                      <a:lnTo>
                        <a:pt x="11622" y="2656"/>
                      </a:lnTo>
                      <a:lnTo>
                        <a:pt x="12479" y="2716"/>
                      </a:lnTo>
                      <a:lnTo>
                        <a:pt x="13324" y="2882"/>
                      </a:lnTo>
                      <a:lnTo>
                        <a:pt x="14134" y="3144"/>
                      </a:lnTo>
                      <a:lnTo>
                        <a:pt x="14896" y="3501"/>
                      </a:lnTo>
                      <a:lnTo>
                        <a:pt x="15622" y="3942"/>
                      </a:lnTo>
                      <a:lnTo>
                        <a:pt x="16301" y="4466"/>
                      </a:lnTo>
                      <a:lnTo>
                        <a:pt x="16908" y="5073"/>
                      </a:lnTo>
                      <a:lnTo>
                        <a:pt x="17194" y="5407"/>
                      </a:lnTo>
                      <a:lnTo>
                        <a:pt x="19123" y="3525"/>
                      </a:lnTo>
                      <a:lnTo>
                        <a:pt x="18742" y="3097"/>
                      </a:lnTo>
                      <a:lnTo>
                        <a:pt x="17920" y="2323"/>
                      </a:lnTo>
                      <a:lnTo>
                        <a:pt x="17027" y="1656"/>
                      </a:lnTo>
                      <a:lnTo>
                        <a:pt x="16075" y="1096"/>
                      </a:lnTo>
                      <a:lnTo>
                        <a:pt x="15051" y="644"/>
                      </a:lnTo>
                      <a:lnTo>
                        <a:pt x="13991" y="311"/>
                      </a:lnTo>
                      <a:lnTo>
                        <a:pt x="12896" y="84"/>
                      </a:lnTo>
                      <a:lnTo>
                        <a:pt x="11777" y="1"/>
                      </a:lnTo>
                      <a:close/>
                    </a:path>
                  </a:pathLst>
                </a:custGeom>
                <a:solidFill>
                  <a:srgbClr val="5F63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150"/>
                <p:cNvSpPr/>
                <p:nvPr/>
              </p:nvSpPr>
              <p:spPr>
                <a:xfrm>
                  <a:off x="2621028" y="1431699"/>
                  <a:ext cx="23797" cy="185055"/>
                </a:xfrm>
                <a:custGeom>
                  <a:rect b="b" l="l" r="r" t="t"/>
                  <a:pathLst>
                    <a:path extrusionOk="0" h="21587" w="2776">
                      <a:moveTo>
                        <a:pt x="1" y="0"/>
                      </a:moveTo>
                      <a:lnTo>
                        <a:pt x="1" y="21587"/>
                      </a:lnTo>
                      <a:lnTo>
                        <a:pt x="2775" y="21587"/>
                      </a:lnTo>
                      <a:lnTo>
                        <a:pt x="2775" y="0"/>
                      </a:lnTo>
                      <a:close/>
                    </a:path>
                  </a:pathLst>
                </a:custGeom>
                <a:solidFill>
                  <a:srgbClr val="5F63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150"/>
                <p:cNvSpPr/>
                <p:nvPr/>
              </p:nvSpPr>
              <p:spPr>
                <a:xfrm>
                  <a:off x="2665228" y="1485997"/>
                  <a:ext cx="130353" cy="134845"/>
                </a:xfrm>
                <a:custGeom>
                  <a:rect b="b" l="l" r="r" t="t"/>
                  <a:pathLst>
                    <a:path extrusionOk="0" h="15730" w="15206">
                      <a:moveTo>
                        <a:pt x="7287" y="2537"/>
                      </a:moveTo>
                      <a:lnTo>
                        <a:pt x="8180" y="2560"/>
                      </a:lnTo>
                      <a:lnTo>
                        <a:pt x="9061" y="2763"/>
                      </a:lnTo>
                      <a:lnTo>
                        <a:pt x="9895" y="3120"/>
                      </a:lnTo>
                      <a:lnTo>
                        <a:pt x="10657" y="3656"/>
                      </a:lnTo>
                      <a:lnTo>
                        <a:pt x="10990" y="4001"/>
                      </a:lnTo>
                      <a:lnTo>
                        <a:pt x="11348" y="4394"/>
                      </a:lnTo>
                      <a:lnTo>
                        <a:pt x="11919" y="5299"/>
                      </a:lnTo>
                      <a:lnTo>
                        <a:pt x="12288" y="6287"/>
                      </a:lnTo>
                      <a:lnTo>
                        <a:pt x="12455" y="7335"/>
                      </a:lnTo>
                      <a:lnTo>
                        <a:pt x="12455" y="7871"/>
                      </a:lnTo>
                      <a:lnTo>
                        <a:pt x="12455" y="8395"/>
                      </a:lnTo>
                      <a:lnTo>
                        <a:pt x="12288" y="9442"/>
                      </a:lnTo>
                      <a:lnTo>
                        <a:pt x="11907" y="10431"/>
                      </a:lnTo>
                      <a:lnTo>
                        <a:pt x="11348" y="11336"/>
                      </a:lnTo>
                      <a:lnTo>
                        <a:pt x="10990" y="11740"/>
                      </a:lnTo>
                      <a:lnTo>
                        <a:pt x="10895" y="11836"/>
                      </a:lnTo>
                      <a:lnTo>
                        <a:pt x="10800" y="11931"/>
                      </a:lnTo>
                      <a:lnTo>
                        <a:pt x="10443" y="12241"/>
                      </a:lnTo>
                      <a:lnTo>
                        <a:pt x="9645" y="12729"/>
                      </a:lnTo>
                      <a:lnTo>
                        <a:pt x="8800" y="13050"/>
                      </a:lnTo>
                      <a:lnTo>
                        <a:pt x="7907" y="13193"/>
                      </a:lnTo>
                      <a:lnTo>
                        <a:pt x="7013" y="13169"/>
                      </a:lnTo>
                      <a:lnTo>
                        <a:pt x="6144" y="12967"/>
                      </a:lnTo>
                      <a:lnTo>
                        <a:pt x="5311" y="12610"/>
                      </a:lnTo>
                      <a:lnTo>
                        <a:pt x="4549" y="12074"/>
                      </a:lnTo>
                      <a:lnTo>
                        <a:pt x="4204" y="11740"/>
                      </a:lnTo>
                      <a:lnTo>
                        <a:pt x="3858" y="11336"/>
                      </a:lnTo>
                      <a:lnTo>
                        <a:pt x="3299" y="10431"/>
                      </a:lnTo>
                      <a:lnTo>
                        <a:pt x="2918" y="9442"/>
                      </a:lnTo>
                      <a:lnTo>
                        <a:pt x="2751" y="8395"/>
                      </a:lnTo>
                      <a:lnTo>
                        <a:pt x="2751" y="7871"/>
                      </a:lnTo>
                      <a:lnTo>
                        <a:pt x="2739" y="7335"/>
                      </a:lnTo>
                      <a:lnTo>
                        <a:pt x="2918" y="6287"/>
                      </a:lnTo>
                      <a:lnTo>
                        <a:pt x="3287" y="5299"/>
                      </a:lnTo>
                      <a:lnTo>
                        <a:pt x="3846" y="4394"/>
                      </a:lnTo>
                      <a:lnTo>
                        <a:pt x="4204" y="4001"/>
                      </a:lnTo>
                      <a:lnTo>
                        <a:pt x="4299" y="3894"/>
                      </a:lnTo>
                      <a:lnTo>
                        <a:pt x="4406" y="3799"/>
                      </a:lnTo>
                      <a:lnTo>
                        <a:pt x="4763" y="3489"/>
                      </a:lnTo>
                      <a:lnTo>
                        <a:pt x="5549" y="3001"/>
                      </a:lnTo>
                      <a:lnTo>
                        <a:pt x="6406" y="2680"/>
                      </a:lnTo>
                      <a:lnTo>
                        <a:pt x="7287" y="2537"/>
                      </a:lnTo>
                      <a:close/>
                      <a:moveTo>
                        <a:pt x="7240" y="1"/>
                      </a:moveTo>
                      <a:lnTo>
                        <a:pt x="6502" y="72"/>
                      </a:lnTo>
                      <a:lnTo>
                        <a:pt x="5775" y="215"/>
                      </a:lnTo>
                      <a:lnTo>
                        <a:pt x="5061" y="417"/>
                      </a:lnTo>
                      <a:lnTo>
                        <a:pt x="4358" y="703"/>
                      </a:lnTo>
                      <a:lnTo>
                        <a:pt x="3692" y="1048"/>
                      </a:lnTo>
                      <a:lnTo>
                        <a:pt x="3049" y="1477"/>
                      </a:lnTo>
                      <a:lnTo>
                        <a:pt x="2441" y="1965"/>
                      </a:lnTo>
                      <a:lnTo>
                        <a:pt x="2156" y="2239"/>
                      </a:lnTo>
                      <a:lnTo>
                        <a:pt x="1882" y="2525"/>
                      </a:lnTo>
                      <a:lnTo>
                        <a:pt x="1405" y="3144"/>
                      </a:lnTo>
                      <a:lnTo>
                        <a:pt x="1001" y="3799"/>
                      </a:lnTo>
                      <a:lnTo>
                        <a:pt x="655" y="4489"/>
                      </a:lnTo>
                      <a:lnTo>
                        <a:pt x="381" y="5204"/>
                      </a:lnTo>
                      <a:lnTo>
                        <a:pt x="191" y="5942"/>
                      </a:lnTo>
                      <a:lnTo>
                        <a:pt x="60" y="6704"/>
                      </a:lnTo>
                      <a:lnTo>
                        <a:pt x="0" y="7478"/>
                      </a:lnTo>
                      <a:lnTo>
                        <a:pt x="12" y="7871"/>
                      </a:lnTo>
                      <a:lnTo>
                        <a:pt x="0" y="8252"/>
                      </a:lnTo>
                      <a:lnTo>
                        <a:pt x="60" y="9026"/>
                      </a:lnTo>
                      <a:lnTo>
                        <a:pt x="191" y="9788"/>
                      </a:lnTo>
                      <a:lnTo>
                        <a:pt x="393" y="10526"/>
                      </a:lnTo>
                      <a:lnTo>
                        <a:pt x="667" y="11240"/>
                      </a:lnTo>
                      <a:lnTo>
                        <a:pt x="1012" y="11931"/>
                      </a:lnTo>
                      <a:lnTo>
                        <a:pt x="1417" y="12586"/>
                      </a:lnTo>
                      <a:lnTo>
                        <a:pt x="1894" y="13205"/>
                      </a:lnTo>
                      <a:lnTo>
                        <a:pt x="2156" y="13491"/>
                      </a:lnTo>
                      <a:lnTo>
                        <a:pt x="2441" y="13765"/>
                      </a:lnTo>
                      <a:lnTo>
                        <a:pt x="3049" y="14253"/>
                      </a:lnTo>
                      <a:lnTo>
                        <a:pt x="3692" y="14681"/>
                      </a:lnTo>
                      <a:lnTo>
                        <a:pt x="4358" y="15027"/>
                      </a:lnTo>
                      <a:lnTo>
                        <a:pt x="5061" y="15312"/>
                      </a:lnTo>
                      <a:lnTo>
                        <a:pt x="5775" y="15515"/>
                      </a:lnTo>
                      <a:lnTo>
                        <a:pt x="6502" y="15658"/>
                      </a:lnTo>
                      <a:lnTo>
                        <a:pt x="7240" y="15729"/>
                      </a:lnTo>
                      <a:lnTo>
                        <a:pt x="7978" y="15729"/>
                      </a:lnTo>
                      <a:lnTo>
                        <a:pt x="8716" y="15658"/>
                      </a:lnTo>
                      <a:lnTo>
                        <a:pt x="9442" y="15515"/>
                      </a:lnTo>
                      <a:lnTo>
                        <a:pt x="10157" y="15312"/>
                      </a:lnTo>
                      <a:lnTo>
                        <a:pt x="10859" y="15027"/>
                      </a:lnTo>
                      <a:lnTo>
                        <a:pt x="11526" y="14681"/>
                      </a:lnTo>
                      <a:lnTo>
                        <a:pt x="12169" y="14253"/>
                      </a:lnTo>
                      <a:lnTo>
                        <a:pt x="12776" y="13765"/>
                      </a:lnTo>
                      <a:lnTo>
                        <a:pt x="13062" y="13491"/>
                      </a:lnTo>
                      <a:lnTo>
                        <a:pt x="13324" y="13205"/>
                      </a:lnTo>
                      <a:lnTo>
                        <a:pt x="13800" y="12586"/>
                      </a:lnTo>
                      <a:lnTo>
                        <a:pt x="14217" y="11931"/>
                      </a:lnTo>
                      <a:lnTo>
                        <a:pt x="14550" y="11240"/>
                      </a:lnTo>
                      <a:lnTo>
                        <a:pt x="14824" y="10526"/>
                      </a:lnTo>
                      <a:lnTo>
                        <a:pt x="15027" y="9788"/>
                      </a:lnTo>
                      <a:lnTo>
                        <a:pt x="15158" y="9026"/>
                      </a:lnTo>
                      <a:lnTo>
                        <a:pt x="15205" y="8252"/>
                      </a:lnTo>
                      <a:lnTo>
                        <a:pt x="15205" y="7871"/>
                      </a:lnTo>
                      <a:lnTo>
                        <a:pt x="15205" y="7478"/>
                      </a:lnTo>
                      <a:lnTo>
                        <a:pt x="15158" y="6704"/>
                      </a:lnTo>
                      <a:lnTo>
                        <a:pt x="15027" y="5942"/>
                      </a:lnTo>
                      <a:lnTo>
                        <a:pt x="14824" y="5204"/>
                      </a:lnTo>
                      <a:lnTo>
                        <a:pt x="14550" y="4489"/>
                      </a:lnTo>
                      <a:lnTo>
                        <a:pt x="14205" y="3799"/>
                      </a:lnTo>
                      <a:lnTo>
                        <a:pt x="13800" y="3144"/>
                      </a:lnTo>
                      <a:lnTo>
                        <a:pt x="13324" y="2525"/>
                      </a:lnTo>
                      <a:lnTo>
                        <a:pt x="13062" y="2239"/>
                      </a:lnTo>
                      <a:lnTo>
                        <a:pt x="12776" y="1965"/>
                      </a:lnTo>
                      <a:lnTo>
                        <a:pt x="12169" y="1477"/>
                      </a:lnTo>
                      <a:lnTo>
                        <a:pt x="11526" y="1048"/>
                      </a:lnTo>
                      <a:lnTo>
                        <a:pt x="10859" y="703"/>
                      </a:lnTo>
                      <a:lnTo>
                        <a:pt x="10157" y="417"/>
                      </a:lnTo>
                      <a:lnTo>
                        <a:pt x="9442" y="215"/>
                      </a:lnTo>
                      <a:lnTo>
                        <a:pt x="8716" y="72"/>
                      </a:lnTo>
                      <a:lnTo>
                        <a:pt x="7978" y="1"/>
                      </a:lnTo>
                      <a:close/>
                    </a:path>
                  </a:pathLst>
                </a:custGeom>
                <a:solidFill>
                  <a:srgbClr val="5F63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150"/>
                <p:cNvSpPr/>
                <p:nvPr/>
              </p:nvSpPr>
              <p:spPr>
                <a:xfrm>
                  <a:off x="2814758" y="1490181"/>
                  <a:ext cx="112291" cy="130662"/>
                </a:xfrm>
                <a:custGeom>
                  <a:rect b="b" l="l" r="r" t="t"/>
                  <a:pathLst>
                    <a:path extrusionOk="0" h="15242" w="13099">
                      <a:moveTo>
                        <a:pt x="1" y="1"/>
                      </a:moveTo>
                      <a:lnTo>
                        <a:pt x="1" y="9014"/>
                      </a:lnTo>
                      <a:lnTo>
                        <a:pt x="25" y="9717"/>
                      </a:lnTo>
                      <a:lnTo>
                        <a:pt x="215" y="10979"/>
                      </a:lnTo>
                      <a:lnTo>
                        <a:pt x="572" y="12110"/>
                      </a:lnTo>
                      <a:lnTo>
                        <a:pt x="965" y="12860"/>
                      </a:lnTo>
                      <a:lnTo>
                        <a:pt x="1275" y="13324"/>
                      </a:lnTo>
                      <a:lnTo>
                        <a:pt x="1453" y="13539"/>
                      </a:lnTo>
                      <a:lnTo>
                        <a:pt x="1632" y="13741"/>
                      </a:lnTo>
                      <a:lnTo>
                        <a:pt x="2037" y="14122"/>
                      </a:lnTo>
                      <a:lnTo>
                        <a:pt x="2477" y="14432"/>
                      </a:lnTo>
                      <a:lnTo>
                        <a:pt x="2954" y="14705"/>
                      </a:lnTo>
                      <a:lnTo>
                        <a:pt x="3478" y="14908"/>
                      </a:lnTo>
                      <a:lnTo>
                        <a:pt x="4049" y="15075"/>
                      </a:lnTo>
                      <a:lnTo>
                        <a:pt x="4656" y="15182"/>
                      </a:lnTo>
                      <a:lnTo>
                        <a:pt x="5311" y="15229"/>
                      </a:lnTo>
                      <a:lnTo>
                        <a:pt x="5657" y="15241"/>
                      </a:lnTo>
                      <a:lnTo>
                        <a:pt x="6014" y="15229"/>
                      </a:lnTo>
                      <a:lnTo>
                        <a:pt x="6728" y="15134"/>
                      </a:lnTo>
                      <a:lnTo>
                        <a:pt x="7407" y="14944"/>
                      </a:lnTo>
                      <a:lnTo>
                        <a:pt x="8074" y="14670"/>
                      </a:lnTo>
                      <a:lnTo>
                        <a:pt x="8395" y="14491"/>
                      </a:lnTo>
                      <a:lnTo>
                        <a:pt x="8681" y="14324"/>
                      </a:lnTo>
                      <a:lnTo>
                        <a:pt x="9229" y="13943"/>
                      </a:lnTo>
                      <a:lnTo>
                        <a:pt x="9717" y="13491"/>
                      </a:lnTo>
                      <a:lnTo>
                        <a:pt x="10133" y="12991"/>
                      </a:lnTo>
                      <a:lnTo>
                        <a:pt x="10324" y="12705"/>
                      </a:lnTo>
                      <a:lnTo>
                        <a:pt x="10443" y="12705"/>
                      </a:lnTo>
                      <a:lnTo>
                        <a:pt x="10443" y="14765"/>
                      </a:lnTo>
                      <a:lnTo>
                        <a:pt x="13098" y="14765"/>
                      </a:lnTo>
                      <a:lnTo>
                        <a:pt x="13098" y="1"/>
                      </a:lnTo>
                      <a:lnTo>
                        <a:pt x="10312" y="1"/>
                      </a:lnTo>
                      <a:lnTo>
                        <a:pt x="10312" y="8121"/>
                      </a:lnTo>
                      <a:lnTo>
                        <a:pt x="10300" y="8550"/>
                      </a:lnTo>
                      <a:lnTo>
                        <a:pt x="10169" y="9407"/>
                      </a:lnTo>
                      <a:lnTo>
                        <a:pt x="9895" y="10217"/>
                      </a:lnTo>
                      <a:lnTo>
                        <a:pt x="9479" y="10979"/>
                      </a:lnTo>
                      <a:lnTo>
                        <a:pt x="9229" y="11324"/>
                      </a:lnTo>
                      <a:lnTo>
                        <a:pt x="8967" y="11645"/>
                      </a:lnTo>
                      <a:lnTo>
                        <a:pt x="8336" y="12169"/>
                      </a:lnTo>
                      <a:lnTo>
                        <a:pt x="7609" y="12526"/>
                      </a:lnTo>
                      <a:lnTo>
                        <a:pt x="6823" y="12693"/>
                      </a:lnTo>
                      <a:lnTo>
                        <a:pt x="6407" y="12705"/>
                      </a:lnTo>
                      <a:lnTo>
                        <a:pt x="5966" y="12693"/>
                      </a:lnTo>
                      <a:lnTo>
                        <a:pt x="5168" y="12562"/>
                      </a:lnTo>
                      <a:lnTo>
                        <a:pt x="4490" y="12312"/>
                      </a:lnTo>
                      <a:lnTo>
                        <a:pt x="3918" y="11919"/>
                      </a:lnTo>
                      <a:lnTo>
                        <a:pt x="3454" y="11407"/>
                      </a:lnTo>
                      <a:lnTo>
                        <a:pt x="3120" y="10764"/>
                      </a:lnTo>
                      <a:lnTo>
                        <a:pt x="2882" y="9990"/>
                      </a:lnTo>
                      <a:lnTo>
                        <a:pt x="2775" y="9085"/>
                      </a:lnTo>
                      <a:lnTo>
                        <a:pt x="2763" y="8585"/>
                      </a:lnTo>
                      <a:lnTo>
                        <a:pt x="2763" y="1"/>
                      </a:lnTo>
                      <a:close/>
                    </a:path>
                  </a:pathLst>
                </a:custGeom>
                <a:solidFill>
                  <a:srgbClr val="5F63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150"/>
                <p:cNvSpPr/>
                <p:nvPr/>
              </p:nvSpPr>
              <p:spPr>
                <a:xfrm>
                  <a:off x="2947349" y="1431699"/>
                  <a:ext cx="127293" cy="189247"/>
                </a:xfrm>
                <a:custGeom>
                  <a:rect b="b" l="l" r="r" t="t"/>
                  <a:pathLst>
                    <a:path extrusionOk="0" h="22076" w="14849">
                      <a:moveTo>
                        <a:pt x="7240" y="8894"/>
                      </a:moveTo>
                      <a:lnTo>
                        <a:pt x="8097" y="8930"/>
                      </a:lnTo>
                      <a:lnTo>
                        <a:pt x="8955" y="9121"/>
                      </a:lnTo>
                      <a:lnTo>
                        <a:pt x="9752" y="9490"/>
                      </a:lnTo>
                      <a:lnTo>
                        <a:pt x="10491" y="10014"/>
                      </a:lnTo>
                      <a:lnTo>
                        <a:pt x="10812" y="10347"/>
                      </a:lnTo>
                      <a:lnTo>
                        <a:pt x="11157" y="10752"/>
                      </a:lnTo>
                      <a:lnTo>
                        <a:pt x="11693" y="11657"/>
                      </a:lnTo>
                      <a:lnTo>
                        <a:pt x="12038" y="12645"/>
                      </a:lnTo>
                      <a:lnTo>
                        <a:pt x="12193" y="13681"/>
                      </a:lnTo>
                      <a:lnTo>
                        <a:pt x="12181" y="14217"/>
                      </a:lnTo>
                      <a:lnTo>
                        <a:pt x="12193" y="14741"/>
                      </a:lnTo>
                      <a:lnTo>
                        <a:pt x="12038" y="15788"/>
                      </a:lnTo>
                      <a:lnTo>
                        <a:pt x="11693" y="16777"/>
                      </a:lnTo>
                      <a:lnTo>
                        <a:pt x="11157" y="17682"/>
                      </a:lnTo>
                      <a:lnTo>
                        <a:pt x="10812" y="18086"/>
                      </a:lnTo>
                      <a:lnTo>
                        <a:pt x="10479" y="18432"/>
                      </a:lnTo>
                      <a:lnTo>
                        <a:pt x="9717" y="18979"/>
                      </a:lnTo>
                      <a:lnTo>
                        <a:pt x="8871" y="19348"/>
                      </a:lnTo>
                      <a:lnTo>
                        <a:pt x="7954" y="19527"/>
                      </a:lnTo>
                      <a:lnTo>
                        <a:pt x="7478" y="19539"/>
                      </a:lnTo>
                      <a:lnTo>
                        <a:pt x="7014" y="19527"/>
                      </a:lnTo>
                      <a:lnTo>
                        <a:pt x="6097" y="19337"/>
                      </a:lnTo>
                      <a:lnTo>
                        <a:pt x="5252" y="18967"/>
                      </a:lnTo>
                      <a:lnTo>
                        <a:pt x="4501" y="18420"/>
                      </a:lnTo>
                      <a:lnTo>
                        <a:pt x="4180" y="18086"/>
                      </a:lnTo>
                      <a:lnTo>
                        <a:pt x="3835" y="17682"/>
                      </a:lnTo>
                      <a:lnTo>
                        <a:pt x="3287" y="16777"/>
                      </a:lnTo>
                      <a:lnTo>
                        <a:pt x="2930" y="15788"/>
                      </a:lnTo>
                      <a:lnTo>
                        <a:pt x="2775" y="14753"/>
                      </a:lnTo>
                      <a:lnTo>
                        <a:pt x="2787" y="14217"/>
                      </a:lnTo>
                      <a:lnTo>
                        <a:pt x="2775" y="13681"/>
                      </a:lnTo>
                      <a:lnTo>
                        <a:pt x="2930" y="12645"/>
                      </a:lnTo>
                      <a:lnTo>
                        <a:pt x="3287" y="11657"/>
                      </a:lnTo>
                      <a:lnTo>
                        <a:pt x="3835" y="10752"/>
                      </a:lnTo>
                      <a:lnTo>
                        <a:pt x="4180" y="10347"/>
                      </a:lnTo>
                      <a:lnTo>
                        <a:pt x="4299" y="10216"/>
                      </a:lnTo>
                      <a:lnTo>
                        <a:pt x="4430" y="10097"/>
                      </a:lnTo>
                      <a:lnTo>
                        <a:pt x="4775" y="9787"/>
                      </a:lnTo>
                      <a:lnTo>
                        <a:pt x="5549" y="9323"/>
                      </a:lnTo>
                      <a:lnTo>
                        <a:pt x="6371" y="9025"/>
                      </a:lnTo>
                      <a:lnTo>
                        <a:pt x="7240" y="8894"/>
                      </a:lnTo>
                      <a:close/>
                      <a:moveTo>
                        <a:pt x="12074" y="0"/>
                      </a:moveTo>
                      <a:lnTo>
                        <a:pt x="12074" y="6823"/>
                      </a:lnTo>
                      <a:lnTo>
                        <a:pt x="12193" y="8871"/>
                      </a:lnTo>
                      <a:lnTo>
                        <a:pt x="12074" y="8871"/>
                      </a:lnTo>
                      <a:lnTo>
                        <a:pt x="11884" y="8585"/>
                      </a:lnTo>
                      <a:lnTo>
                        <a:pt x="11443" y="8061"/>
                      </a:lnTo>
                      <a:lnTo>
                        <a:pt x="10931" y="7609"/>
                      </a:lnTo>
                      <a:lnTo>
                        <a:pt x="10371" y="7216"/>
                      </a:lnTo>
                      <a:lnTo>
                        <a:pt x="10074" y="7061"/>
                      </a:lnTo>
                      <a:lnTo>
                        <a:pt x="9717" y="6882"/>
                      </a:lnTo>
                      <a:lnTo>
                        <a:pt x="8978" y="6596"/>
                      </a:lnTo>
                      <a:lnTo>
                        <a:pt x="8204" y="6418"/>
                      </a:lnTo>
                      <a:lnTo>
                        <a:pt x="7430" y="6323"/>
                      </a:lnTo>
                      <a:lnTo>
                        <a:pt x="7038" y="6323"/>
                      </a:lnTo>
                      <a:lnTo>
                        <a:pt x="6680" y="6335"/>
                      </a:lnTo>
                      <a:lnTo>
                        <a:pt x="5978" y="6406"/>
                      </a:lnTo>
                      <a:lnTo>
                        <a:pt x="5299" y="6561"/>
                      </a:lnTo>
                      <a:lnTo>
                        <a:pt x="4632" y="6775"/>
                      </a:lnTo>
                      <a:lnTo>
                        <a:pt x="4001" y="7061"/>
                      </a:lnTo>
                      <a:lnTo>
                        <a:pt x="3406" y="7418"/>
                      </a:lnTo>
                      <a:lnTo>
                        <a:pt x="2846" y="7835"/>
                      </a:lnTo>
                      <a:lnTo>
                        <a:pt x="2322" y="8323"/>
                      </a:lnTo>
                      <a:lnTo>
                        <a:pt x="2096" y="8585"/>
                      </a:lnTo>
                      <a:lnTo>
                        <a:pt x="1834" y="8883"/>
                      </a:lnTo>
                      <a:lnTo>
                        <a:pt x="1370" y="9502"/>
                      </a:lnTo>
                      <a:lnTo>
                        <a:pt x="977" y="10145"/>
                      </a:lnTo>
                      <a:lnTo>
                        <a:pt x="644" y="10835"/>
                      </a:lnTo>
                      <a:lnTo>
                        <a:pt x="370" y="11550"/>
                      </a:lnTo>
                      <a:lnTo>
                        <a:pt x="179" y="12288"/>
                      </a:lnTo>
                      <a:lnTo>
                        <a:pt x="48" y="13038"/>
                      </a:lnTo>
                      <a:lnTo>
                        <a:pt x="1" y="13812"/>
                      </a:lnTo>
                      <a:lnTo>
                        <a:pt x="13" y="14205"/>
                      </a:lnTo>
                      <a:lnTo>
                        <a:pt x="1" y="14586"/>
                      </a:lnTo>
                      <a:lnTo>
                        <a:pt x="48" y="15360"/>
                      </a:lnTo>
                      <a:lnTo>
                        <a:pt x="179" y="16110"/>
                      </a:lnTo>
                      <a:lnTo>
                        <a:pt x="370" y="16848"/>
                      </a:lnTo>
                      <a:lnTo>
                        <a:pt x="644" y="17562"/>
                      </a:lnTo>
                      <a:lnTo>
                        <a:pt x="977" y="18253"/>
                      </a:lnTo>
                      <a:lnTo>
                        <a:pt x="1370" y="18896"/>
                      </a:lnTo>
                      <a:lnTo>
                        <a:pt x="1834" y="19515"/>
                      </a:lnTo>
                      <a:lnTo>
                        <a:pt x="2096" y="19813"/>
                      </a:lnTo>
                      <a:lnTo>
                        <a:pt x="2322" y="20075"/>
                      </a:lnTo>
                      <a:lnTo>
                        <a:pt x="2834" y="20563"/>
                      </a:lnTo>
                      <a:lnTo>
                        <a:pt x="3394" y="20980"/>
                      </a:lnTo>
                      <a:lnTo>
                        <a:pt x="4001" y="21337"/>
                      </a:lnTo>
                      <a:lnTo>
                        <a:pt x="4632" y="21623"/>
                      </a:lnTo>
                      <a:lnTo>
                        <a:pt x="5287" y="21837"/>
                      </a:lnTo>
                      <a:lnTo>
                        <a:pt x="5978" y="21992"/>
                      </a:lnTo>
                      <a:lnTo>
                        <a:pt x="6680" y="22063"/>
                      </a:lnTo>
                      <a:lnTo>
                        <a:pt x="7038" y="22075"/>
                      </a:lnTo>
                      <a:lnTo>
                        <a:pt x="7430" y="22075"/>
                      </a:lnTo>
                      <a:lnTo>
                        <a:pt x="8204" y="21980"/>
                      </a:lnTo>
                      <a:lnTo>
                        <a:pt x="8978" y="21801"/>
                      </a:lnTo>
                      <a:lnTo>
                        <a:pt x="9717" y="21515"/>
                      </a:lnTo>
                      <a:lnTo>
                        <a:pt x="10074" y="21349"/>
                      </a:lnTo>
                      <a:lnTo>
                        <a:pt x="10371" y="21182"/>
                      </a:lnTo>
                      <a:lnTo>
                        <a:pt x="10931" y="20789"/>
                      </a:lnTo>
                      <a:lnTo>
                        <a:pt x="11443" y="20337"/>
                      </a:lnTo>
                      <a:lnTo>
                        <a:pt x="11884" y="19813"/>
                      </a:lnTo>
                      <a:lnTo>
                        <a:pt x="12074" y="19527"/>
                      </a:lnTo>
                      <a:lnTo>
                        <a:pt x="12193" y="19527"/>
                      </a:lnTo>
                      <a:lnTo>
                        <a:pt x="12193" y="21587"/>
                      </a:lnTo>
                      <a:lnTo>
                        <a:pt x="14848" y="21587"/>
                      </a:lnTo>
                      <a:lnTo>
                        <a:pt x="14848" y="0"/>
                      </a:lnTo>
                      <a:close/>
                    </a:path>
                  </a:pathLst>
                </a:custGeom>
                <a:solidFill>
                  <a:srgbClr val="5F63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7">
  <p:cSld name="TITLE_7">
    <p:spTree>
      <p:nvGrpSpPr>
        <p:cNvPr id="364" name="Shape 364"/>
        <p:cNvGrpSpPr/>
        <p:nvPr/>
      </p:nvGrpSpPr>
      <p:grpSpPr>
        <a:xfrm>
          <a:off x="0" y="0"/>
          <a:ext cx="0" cy="0"/>
          <a:chOff x="0" y="0"/>
          <a:chExt cx="0" cy="0"/>
        </a:xfrm>
      </p:grpSpPr>
      <p:sp>
        <p:nvSpPr>
          <p:cNvPr id="365" name="Google Shape;365;p15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9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66" name="Google Shape;366;p151"/>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
        <p:nvSpPr>
          <p:cNvPr id="367" name="Google Shape;367;p1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68" name="Shape 368"/>
        <p:cNvGrpSpPr/>
        <p:nvPr/>
      </p:nvGrpSpPr>
      <p:grpSpPr>
        <a:xfrm>
          <a:off x="0" y="0"/>
          <a:ext cx="0" cy="0"/>
          <a:chOff x="0" y="0"/>
          <a:chExt cx="0" cy="0"/>
        </a:xfrm>
      </p:grpSpPr>
      <p:grpSp>
        <p:nvGrpSpPr>
          <p:cNvPr id="369" name="Google Shape;369;p152"/>
          <p:cNvGrpSpPr/>
          <p:nvPr/>
        </p:nvGrpSpPr>
        <p:grpSpPr>
          <a:xfrm>
            <a:off x="625966" y="299376"/>
            <a:ext cx="999312" cy="999312"/>
            <a:chOff x="348199" y="179450"/>
            <a:chExt cx="1116300" cy="1116300"/>
          </a:xfrm>
        </p:grpSpPr>
        <p:sp>
          <p:nvSpPr>
            <p:cNvPr id="370" name="Google Shape;370;p152"/>
            <p:cNvSpPr/>
            <p:nvPr/>
          </p:nvSpPr>
          <p:spPr>
            <a:xfrm rot="-5400000">
              <a:off x="574557" y="405788"/>
              <a:ext cx="663600" cy="6636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52"/>
            <p:cNvSpPr/>
            <p:nvPr/>
          </p:nvSpPr>
          <p:spPr>
            <a:xfrm rot="-5400000">
              <a:off x="348199" y="179450"/>
              <a:ext cx="1116300" cy="11163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2" name="Google Shape;372;p152"/>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11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sp>
        <p:nvSpPr>
          <p:cNvPr id="373" name="Google Shape;373;p152"/>
          <p:cNvSpPr txBox="1"/>
          <p:nvPr>
            <p:ph idx="1" type="body"/>
          </p:nvPr>
        </p:nvSpPr>
        <p:spPr>
          <a:xfrm>
            <a:off x="1303800" y="1990050"/>
            <a:ext cx="3430500" cy="2541600"/>
          </a:xfrm>
          <a:prstGeom prst="rect">
            <a:avLst/>
          </a:prstGeom>
          <a:noFill/>
          <a:ln>
            <a:noFill/>
          </a:ln>
        </p:spPr>
        <p:txBody>
          <a:bodyPr anchorCtr="0" anchor="ctr"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374" name="Google Shape;374;p152"/>
          <p:cNvSpPr txBox="1"/>
          <p:nvPr>
            <p:ph idx="2" type="body"/>
          </p:nvPr>
        </p:nvSpPr>
        <p:spPr>
          <a:xfrm>
            <a:off x="4903650" y="1990050"/>
            <a:ext cx="3430500" cy="2541600"/>
          </a:xfrm>
          <a:prstGeom prst="rect">
            <a:avLst/>
          </a:prstGeom>
          <a:noFill/>
          <a:ln>
            <a:noFill/>
          </a:ln>
        </p:spPr>
        <p:txBody>
          <a:bodyPr anchorCtr="0" anchor="ctr"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375" name="Google Shape;375;p152"/>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roblema">
  <p:cSld name="3_Problema">
    <p:spTree>
      <p:nvGrpSpPr>
        <p:cNvPr id="376" name="Shape 376"/>
        <p:cNvGrpSpPr/>
        <p:nvPr/>
      </p:nvGrpSpPr>
      <p:grpSpPr>
        <a:xfrm>
          <a:off x="0" y="0"/>
          <a:ext cx="0" cy="0"/>
          <a:chOff x="0" y="0"/>
          <a:chExt cx="0" cy="0"/>
        </a:xfrm>
      </p:grpSpPr>
      <p:grpSp>
        <p:nvGrpSpPr>
          <p:cNvPr descr="ilustración abstracta a color de edificios" id="377" name="Google Shape;377;p153"/>
          <p:cNvGrpSpPr/>
          <p:nvPr/>
        </p:nvGrpSpPr>
        <p:grpSpPr>
          <a:xfrm>
            <a:off x="6364224" y="137160"/>
            <a:ext cx="2800909" cy="5004797"/>
            <a:chOff x="8485632" y="182880"/>
            <a:chExt cx="3734545" cy="6673062"/>
          </a:xfrm>
        </p:grpSpPr>
        <p:sp>
          <p:nvSpPr>
            <p:cNvPr id="378" name="Google Shape;378;p153"/>
            <p:cNvSpPr/>
            <p:nvPr/>
          </p:nvSpPr>
          <p:spPr>
            <a:xfrm>
              <a:off x="10104398" y="3236782"/>
              <a:ext cx="1101520" cy="880131"/>
            </a:xfrm>
            <a:custGeom>
              <a:rect b="b" l="l" r="r" t="t"/>
              <a:pathLst>
                <a:path extrusionOk="0" h="880131" w="1101520">
                  <a:moveTo>
                    <a:pt x="481836" y="880131"/>
                  </a:moveTo>
                  <a:lnTo>
                    <a:pt x="497012" y="872544"/>
                  </a:lnTo>
                  <a:lnTo>
                    <a:pt x="875146" y="695506"/>
                  </a:lnTo>
                  <a:lnTo>
                    <a:pt x="875146" y="695506"/>
                  </a:lnTo>
                  <a:lnTo>
                    <a:pt x="876411" y="695506"/>
                  </a:lnTo>
                  <a:lnTo>
                    <a:pt x="880205" y="695506"/>
                  </a:lnTo>
                  <a:lnTo>
                    <a:pt x="1101520" y="804258"/>
                  </a:lnTo>
                  <a:lnTo>
                    <a:pt x="972525" y="0"/>
                  </a:lnTo>
                  <a:lnTo>
                    <a:pt x="0" y="422362"/>
                  </a:lnTo>
                  <a:lnTo>
                    <a:pt x="45528" y="652511"/>
                  </a:lnTo>
                  <a:lnTo>
                    <a:pt x="481836" y="880131"/>
                  </a:lnTo>
                  <a:close/>
                </a:path>
              </a:pathLst>
            </a:custGeom>
            <a:solidFill>
              <a:srgbClr val="DC0F13"/>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379" name="Google Shape;379;p153"/>
            <p:cNvSpPr/>
            <p:nvPr/>
          </p:nvSpPr>
          <p:spPr>
            <a:xfrm>
              <a:off x="10608998" y="3943669"/>
              <a:ext cx="489424" cy="891512"/>
            </a:xfrm>
            <a:custGeom>
              <a:rect b="b" l="l" r="r" t="t"/>
              <a:pathLst>
                <a:path extrusionOk="0" h="891512" w="489424">
                  <a:moveTo>
                    <a:pt x="489424" y="710681"/>
                  </a:moveTo>
                  <a:lnTo>
                    <a:pt x="369281" y="0"/>
                  </a:lnTo>
                  <a:lnTo>
                    <a:pt x="0" y="171980"/>
                  </a:lnTo>
                  <a:lnTo>
                    <a:pt x="131525" y="891512"/>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380" name="Google Shape;380;p153"/>
            <p:cNvSpPr/>
            <p:nvPr/>
          </p:nvSpPr>
          <p:spPr>
            <a:xfrm>
              <a:off x="10591293" y="4120707"/>
              <a:ext cx="140377" cy="722061"/>
            </a:xfrm>
            <a:custGeom>
              <a:rect b="b" l="l" r="r" t="t"/>
              <a:pathLst>
                <a:path extrusionOk="0" h="722061" w="140377">
                  <a:moveTo>
                    <a:pt x="140378" y="718268"/>
                  </a:moveTo>
                  <a:lnTo>
                    <a:pt x="8853" y="0"/>
                  </a:lnTo>
                  <a:lnTo>
                    <a:pt x="0" y="3794"/>
                  </a:lnTo>
                  <a:lnTo>
                    <a:pt x="131525" y="722062"/>
                  </a:lnTo>
                  <a:close/>
                </a:path>
              </a:pathLst>
            </a:custGeom>
            <a:solidFill>
              <a:srgbClr val="66B2B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381" name="Google Shape;381;p153"/>
            <p:cNvSpPr/>
            <p:nvPr/>
          </p:nvSpPr>
          <p:spPr>
            <a:xfrm>
              <a:off x="10152456" y="3901939"/>
              <a:ext cx="561509" cy="939564"/>
            </a:xfrm>
            <a:custGeom>
              <a:rect b="b" l="l" r="r" t="t"/>
              <a:pathLst>
                <a:path extrusionOk="0" h="939564" w="561509">
                  <a:moveTo>
                    <a:pt x="429985" y="222562"/>
                  </a:moveTo>
                  <a:lnTo>
                    <a:pt x="0" y="0"/>
                  </a:lnTo>
                  <a:lnTo>
                    <a:pt x="139113" y="699299"/>
                  </a:lnTo>
                  <a:lnTo>
                    <a:pt x="561510" y="939565"/>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382" name="Google Shape;382;p153"/>
            <p:cNvSpPr/>
            <p:nvPr/>
          </p:nvSpPr>
          <p:spPr>
            <a:xfrm>
              <a:off x="10614057" y="314393"/>
              <a:ext cx="939643" cy="4584015"/>
            </a:xfrm>
            <a:custGeom>
              <a:rect b="b" l="l" r="r" t="t"/>
              <a:pathLst>
                <a:path extrusionOk="0" h="4584015" w="939643">
                  <a:moveTo>
                    <a:pt x="600714" y="3734234"/>
                  </a:moveTo>
                  <a:lnTo>
                    <a:pt x="600714" y="3734234"/>
                  </a:lnTo>
                  <a:cubicBezTo>
                    <a:pt x="600714" y="3735499"/>
                    <a:pt x="600714" y="3735499"/>
                    <a:pt x="600714" y="3735499"/>
                  </a:cubicBezTo>
                  <a:cubicBezTo>
                    <a:pt x="600714" y="3735499"/>
                    <a:pt x="600714" y="3735499"/>
                    <a:pt x="600714" y="3735499"/>
                  </a:cubicBezTo>
                  <a:lnTo>
                    <a:pt x="600714" y="3735499"/>
                  </a:lnTo>
                  <a:lnTo>
                    <a:pt x="599450" y="3736763"/>
                  </a:lnTo>
                  <a:lnTo>
                    <a:pt x="599450" y="3736763"/>
                  </a:lnTo>
                  <a:lnTo>
                    <a:pt x="598185" y="3736763"/>
                  </a:lnTo>
                  <a:lnTo>
                    <a:pt x="596920" y="3736763"/>
                  </a:lnTo>
                  <a:lnTo>
                    <a:pt x="595656" y="3736763"/>
                  </a:lnTo>
                  <a:lnTo>
                    <a:pt x="594391" y="3736763"/>
                  </a:lnTo>
                  <a:lnTo>
                    <a:pt x="594391" y="3736763"/>
                  </a:lnTo>
                  <a:lnTo>
                    <a:pt x="374340" y="3628011"/>
                  </a:lnTo>
                  <a:lnTo>
                    <a:pt x="493218" y="4339957"/>
                  </a:lnTo>
                  <a:lnTo>
                    <a:pt x="493218" y="4339957"/>
                  </a:lnTo>
                  <a:cubicBezTo>
                    <a:pt x="493218" y="4339957"/>
                    <a:pt x="493218" y="4341221"/>
                    <a:pt x="493218" y="4341221"/>
                  </a:cubicBezTo>
                  <a:cubicBezTo>
                    <a:pt x="493218" y="4341221"/>
                    <a:pt x="493218" y="4341221"/>
                    <a:pt x="493218" y="4342486"/>
                  </a:cubicBezTo>
                  <a:cubicBezTo>
                    <a:pt x="493218" y="4342486"/>
                    <a:pt x="493218" y="4342486"/>
                    <a:pt x="493218" y="4343750"/>
                  </a:cubicBezTo>
                  <a:lnTo>
                    <a:pt x="493218" y="4343750"/>
                  </a:lnTo>
                  <a:lnTo>
                    <a:pt x="939644" y="4584016"/>
                  </a:lnTo>
                  <a:lnTo>
                    <a:pt x="878940" y="4205914"/>
                  </a:lnTo>
                  <a:lnTo>
                    <a:pt x="824559" y="3851838"/>
                  </a:lnTo>
                  <a:lnTo>
                    <a:pt x="247874" y="58170"/>
                  </a:lnTo>
                  <a:lnTo>
                    <a:pt x="0" y="0"/>
                  </a:lnTo>
                  <a:lnTo>
                    <a:pt x="466660" y="2916066"/>
                  </a:lnTo>
                  <a:lnTo>
                    <a:pt x="600714" y="3734234"/>
                  </a:lnTo>
                  <a:lnTo>
                    <a:pt x="600714" y="3734234"/>
                  </a:lnTo>
                  <a:close/>
                </a:path>
              </a:pathLst>
            </a:custGeom>
            <a:solidFill>
              <a:srgbClr val="C4E3E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383" name="Google Shape;383;p153"/>
            <p:cNvSpPr/>
            <p:nvPr/>
          </p:nvSpPr>
          <p:spPr>
            <a:xfrm>
              <a:off x="9991844" y="4660111"/>
              <a:ext cx="1561857" cy="835169"/>
            </a:xfrm>
            <a:custGeom>
              <a:rect b="b" l="l" r="r" t="t"/>
              <a:pathLst>
                <a:path extrusionOk="0" h="835169" w="1561857">
                  <a:moveTo>
                    <a:pt x="1114167" y="562"/>
                  </a:moveTo>
                  <a:cubicBezTo>
                    <a:pt x="1114167" y="562"/>
                    <a:pt x="1114167" y="562"/>
                    <a:pt x="1114167" y="562"/>
                  </a:cubicBezTo>
                  <a:lnTo>
                    <a:pt x="1114167" y="562"/>
                  </a:lnTo>
                  <a:lnTo>
                    <a:pt x="746151" y="185187"/>
                  </a:lnTo>
                  <a:lnTo>
                    <a:pt x="729710" y="194039"/>
                  </a:lnTo>
                  <a:lnTo>
                    <a:pt x="510923" y="304056"/>
                  </a:lnTo>
                  <a:lnTo>
                    <a:pt x="359164" y="379929"/>
                  </a:lnTo>
                  <a:lnTo>
                    <a:pt x="221316" y="449479"/>
                  </a:lnTo>
                  <a:lnTo>
                    <a:pt x="0" y="562025"/>
                  </a:lnTo>
                  <a:lnTo>
                    <a:pt x="432514" y="835169"/>
                  </a:lnTo>
                  <a:lnTo>
                    <a:pt x="1561857" y="240828"/>
                  </a:lnTo>
                  <a:lnTo>
                    <a:pt x="1561857" y="240828"/>
                  </a:lnTo>
                  <a:lnTo>
                    <a:pt x="1114167" y="562"/>
                  </a:lnTo>
                  <a:lnTo>
                    <a:pt x="1114167" y="562"/>
                  </a:lnTo>
                  <a:cubicBezTo>
                    <a:pt x="1115432" y="-703"/>
                    <a:pt x="1114167" y="562"/>
                    <a:pt x="1114167" y="56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384" name="Google Shape;384;p153"/>
            <p:cNvSpPr/>
            <p:nvPr/>
          </p:nvSpPr>
          <p:spPr>
            <a:xfrm>
              <a:off x="10191660" y="5104532"/>
              <a:ext cx="1058521" cy="924390"/>
            </a:xfrm>
            <a:custGeom>
              <a:rect b="b" l="l" r="r" t="t"/>
              <a:pathLst>
                <a:path extrusionOk="0" h="924390" w="1058521">
                  <a:moveTo>
                    <a:pt x="235227" y="399599"/>
                  </a:moveTo>
                  <a:lnTo>
                    <a:pt x="0" y="523526"/>
                  </a:lnTo>
                  <a:lnTo>
                    <a:pt x="84732" y="924390"/>
                  </a:lnTo>
                  <a:lnTo>
                    <a:pt x="1058522" y="390748"/>
                  </a:lnTo>
                  <a:lnTo>
                    <a:pt x="992759" y="0"/>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385" name="Google Shape;385;p153"/>
            <p:cNvSpPr/>
            <p:nvPr/>
          </p:nvSpPr>
          <p:spPr>
            <a:xfrm>
              <a:off x="11198331" y="4912319"/>
              <a:ext cx="465395" cy="412245"/>
            </a:xfrm>
            <a:custGeom>
              <a:rect b="b" l="l" r="r" t="t"/>
              <a:pathLst>
                <a:path extrusionOk="0" h="412245" w="465395">
                  <a:moveTo>
                    <a:pt x="390780" y="21498"/>
                  </a:moveTo>
                  <a:lnTo>
                    <a:pt x="390780" y="21498"/>
                  </a:lnTo>
                  <a:cubicBezTo>
                    <a:pt x="390780" y="21498"/>
                    <a:pt x="390780" y="21498"/>
                    <a:pt x="390780" y="21498"/>
                  </a:cubicBezTo>
                  <a:lnTo>
                    <a:pt x="390780" y="21498"/>
                  </a:lnTo>
                  <a:lnTo>
                    <a:pt x="390780" y="21498"/>
                  </a:lnTo>
                  <a:cubicBezTo>
                    <a:pt x="389516" y="20233"/>
                    <a:pt x="389516" y="20233"/>
                    <a:pt x="389516" y="20233"/>
                  </a:cubicBezTo>
                  <a:lnTo>
                    <a:pt x="389516" y="18968"/>
                  </a:lnTo>
                  <a:lnTo>
                    <a:pt x="389516" y="17704"/>
                  </a:lnTo>
                  <a:lnTo>
                    <a:pt x="389516" y="17704"/>
                  </a:lnTo>
                  <a:lnTo>
                    <a:pt x="389516" y="17704"/>
                  </a:lnTo>
                  <a:lnTo>
                    <a:pt x="389516" y="17704"/>
                  </a:lnTo>
                  <a:lnTo>
                    <a:pt x="360429" y="0"/>
                  </a:lnTo>
                  <a:lnTo>
                    <a:pt x="0" y="189683"/>
                  </a:lnTo>
                  <a:lnTo>
                    <a:pt x="30352" y="207387"/>
                  </a:lnTo>
                  <a:lnTo>
                    <a:pt x="392045" y="412245"/>
                  </a:lnTo>
                  <a:lnTo>
                    <a:pt x="465396" y="371779"/>
                  </a:lnTo>
                  <a:lnTo>
                    <a:pt x="414809" y="35407"/>
                  </a:lnTo>
                  <a:lnTo>
                    <a:pt x="390780" y="21498"/>
                  </a:lnTo>
                  <a:lnTo>
                    <a:pt x="390780" y="21498"/>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386" name="Google Shape;386;p153"/>
            <p:cNvSpPr/>
            <p:nvPr/>
          </p:nvSpPr>
          <p:spPr>
            <a:xfrm>
              <a:off x="11195802" y="5110855"/>
              <a:ext cx="85997" cy="379366"/>
            </a:xfrm>
            <a:custGeom>
              <a:rect b="b" l="l" r="r" t="t"/>
              <a:pathLst>
                <a:path extrusionOk="0" h="379366" w="85997">
                  <a:moveTo>
                    <a:pt x="63233" y="379367"/>
                  </a:moveTo>
                  <a:lnTo>
                    <a:pt x="85997" y="367986"/>
                  </a:lnTo>
                  <a:lnTo>
                    <a:pt x="26558" y="15174"/>
                  </a:lnTo>
                  <a:lnTo>
                    <a:pt x="0" y="0"/>
                  </a:lnTo>
                  <a:close/>
                </a:path>
              </a:pathLst>
            </a:custGeom>
            <a:solidFill>
              <a:schemeClr val="accent4"/>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387" name="Google Shape;387;p153"/>
            <p:cNvSpPr/>
            <p:nvPr/>
          </p:nvSpPr>
          <p:spPr>
            <a:xfrm>
              <a:off x="11565083" y="4883235"/>
              <a:ext cx="45527" cy="39200"/>
            </a:xfrm>
            <a:custGeom>
              <a:rect b="b" l="l" r="r" t="t"/>
              <a:pathLst>
                <a:path extrusionOk="0" h="39200" w="45527">
                  <a:moveTo>
                    <a:pt x="32881" y="39201"/>
                  </a:moveTo>
                  <a:lnTo>
                    <a:pt x="45528" y="31614"/>
                  </a:lnTo>
                  <a:lnTo>
                    <a:pt x="40469" y="0"/>
                  </a:lnTo>
                  <a:lnTo>
                    <a:pt x="0" y="21497"/>
                  </a:lnTo>
                  <a:close/>
                </a:path>
              </a:pathLst>
            </a:custGeom>
            <a:solidFill>
              <a:srgbClr val="60B3B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388" name="Google Shape;388;p153"/>
            <p:cNvSpPr/>
            <p:nvPr/>
          </p:nvSpPr>
          <p:spPr>
            <a:xfrm>
              <a:off x="9755352" y="5349856"/>
              <a:ext cx="601978" cy="1107751"/>
            </a:xfrm>
            <a:custGeom>
              <a:rect b="b" l="l" r="r" t="t"/>
              <a:pathLst>
                <a:path extrusionOk="0" h="1107751" w="601978">
                  <a:moveTo>
                    <a:pt x="427456" y="278202"/>
                  </a:moveTo>
                  <a:lnTo>
                    <a:pt x="0" y="0"/>
                  </a:lnTo>
                  <a:lnTo>
                    <a:pt x="182111" y="811845"/>
                  </a:lnTo>
                  <a:lnTo>
                    <a:pt x="601979" y="1107751"/>
                  </a:lnTo>
                  <a:lnTo>
                    <a:pt x="513453" y="686654"/>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389" name="Google Shape;389;p153"/>
            <p:cNvSpPr/>
            <p:nvPr/>
          </p:nvSpPr>
          <p:spPr>
            <a:xfrm>
              <a:off x="9829967" y="5193051"/>
              <a:ext cx="87261" cy="91047"/>
            </a:xfrm>
            <a:custGeom>
              <a:rect b="b" l="l" r="r" t="t"/>
              <a:pathLst>
                <a:path extrusionOk="0" h="91047" w="87261">
                  <a:moveTo>
                    <a:pt x="0" y="0"/>
                  </a:moveTo>
                  <a:lnTo>
                    <a:pt x="18970" y="91048"/>
                  </a:lnTo>
                  <a:lnTo>
                    <a:pt x="87262" y="55640"/>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390" name="Google Shape;390;p153"/>
            <p:cNvSpPr/>
            <p:nvPr/>
          </p:nvSpPr>
          <p:spPr>
            <a:xfrm>
              <a:off x="9231782" y="2481842"/>
              <a:ext cx="975054" cy="2761790"/>
            </a:xfrm>
            <a:custGeom>
              <a:rect b="b" l="l" r="r" t="t"/>
              <a:pathLst>
                <a:path extrusionOk="0" h="2761790" w="975054">
                  <a:moveTo>
                    <a:pt x="748680" y="2735235"/>
                  </a:moveTo>
                  <a:lnTo>
                    <a:pt x="975054" y="2621425"/>
                  </a:lnTo>
                  <a:lnTo>
                    <a:pt x="938379" y="2439329"/>
                  </a:lnTo>
                  <a:lnTo>
                    <a:pt x="700623" y="2296434"/>
                  </a:lnTo>
                  <a:lnTo>
                    <a:pt x="700623" y="2296434"/>
                  </a:lnTo>
                  <a:lnTo>
                    <a:pt x="700623" y="2296434"/>
                  </a:lnTo>
                  <a:lnTo>
                    <a:pt x="700623" y="2296434"/>
                  </a:lnTo>
                  <a:lnTo>
                    <a:pt x="700623" y="2296434"/>
                  </a:lnTo>
                  <a:lnTo>
                    <a:pt x="700623" y="2296434"/>
                  </a:lnTo>
                  <a:lnTo>
                    <a:pt x="700623" y="2296434"/>
                  </a:lnTo>
                  <a:lnTo>
                    <a:pt x="700623" y="2296434"/>
                  </a:lnTo>
                  <a:lnTo>
                    <a:pt x="700623" y="2296434"/>
                  </a:lnTo>
                  <a:lnTo>
                    <a:pt x="700623" y="2296434"/>
                  </a:lnTo>
                  <a:lnTo>
                    <a:pt x="232698" y="101164"/>
                  </a:lnTo>
                  <a:lnTo>
                    <a:pt x="0" y="0"/>
                  </a:lnTo>
                  <a:lnTo>
                    <a:pt x="541275" y="2449445"/>
                  </a:lnTo>
                  <a:lnTo>
                    <a:pt x="548863" y="2483588"/>
                  </a:lnTo>
                  <a:lnTo>
                    <a:pt x="594391" y="2698563"/>
                  </a:lnTo>
                  <a:lnTo>
                    <a:pt x="695564" y="2761791"/>
                  </a:lnTo>
                  <a:lnTo>
                    <a:pt x="748680" y="2735235"/>
                  </a:lnTo>
                  <a:close/>
                </a:path>
              </a:pathLst>
            </a:custGeom>
            <a:solidFill>
              <a:schemeClr val="accent5"/>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391" name="Google Shape;391;p153"/>
            <p:cNvSpPr/>
            <p:nvPr/>
          </p:nvSpPr>
          <p:spPr>
            <a:xfrm>
              <a:off x="10179013" y="4856679"/>
              <a:ext cx="165670" cy="242794"/>
            </a:xfrm>
            <a:custGeom>
              <a:rect b="b" l="l" r="r" t="t"/>
              <a:pathLst>
                <a:path extrusionOk="0" h="242794" w="165670">
                  <a:moveTo>
                    <a:pt x="130260" y="0"/>
                  </a:moveTo>
                  <a:lnTo>
                    <a:pt x="0" y="64492"/>
                  </a:lnTo>
                  <a:lnTo>
                    <a:pt x="36675" y="242795"/>
                  </a:lnTo>
                  <a:lnTo>
                    <a:pt x="165671" y="177038"/>
                  </a:lnTo>
                  <a:close/>
                </a:path>
              </a:pathLst>
            </a:custGeom>
            <a:solidFill>
              <a:srgbClr val="60B3B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392" name="Google Shape;392;p153"/>
            <p:cNvSpPr/>
            <p:nvPr/>
          </p:nvSpPr>
          <p:spPr>
            <a:xfrm>
              <a:off x="9945051" y="4608826"/>
              <a:ext cx="766384" cy="345223"/>
            </a:xfrm>
            <a:custGeom>
              <a:rect b="b" l="l" r="r" t="t"/>
              <a:pathLst>
                <a:path extrusionOk="0" h="345223" w="766384">
                  <a:moveTo>
                    <a:pt x="366752" y="236472"/>
                  </a:moveTo>
                  <a:lnTo>
                    <a:pt x="369281" y="236472"/>
                  </a:lnTo>
                  <a:lnTo>
                    <a:pt x="370546" y="236472"/>
                  </a:lnTo>
                  <a:lnTo>
                    <a:pt x="370546" y="236472"/>
                  </a:lnTo>
                  <a:lnTo>
                    <a:pt x="557716" y="345224"/>
                  </a:lnTo>
                  <a:lnTo>
                    <a:pt x="766385" y="240266"/>
                  </a:lnTo>
                  <a:lnTo>
                    <a:pt x="343988" y="0"/>
                  </a:lnTo>
                  <a:lnTo>
                    <a:pt x="0" y="165657"/>
                  </a:lnTo>
                  <a:lnTo>
                    <a:pt x="230168" y="303493"/>
                  </a:lnTo>
                  <a:lnTo>
                    <a:pt x="366752" y="236472"/>
                  </a:lnTo>
                  <a:lnTo>
                    <a:pt x="366752" y="236472"/>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393" name="Google Shape;393;p153"/>
            <p:cNvSpPr/>
            <p:nvPr/>
          </p:nvSpPr>
          <p:spPr>
            <a:xfrm>
              <a:off x="10319391" y="4859208"/>
              <a:ext cx="171994" cy="170715"/>
            </a:xfrm>
            <a:custGeom>
              <a:rect b="b" l="l" r="r" t="t"/>
              <a:pathLst>
                <a:path extrusionOk="0" h="170715" w="171994">
                  <a:moveTo>
                    <a:pt x="34146" y="170715"/>
                  </a:moveTo>
                  <a:lnTo>
                    <a:pt x="171994" y="101164"/>
                  </a:lnTo>
                  <a:lnTo>
                    <a:pt x="0" y="0"/>
                  </a:lnTo>
                  <a:close/>
                </a:path>
              </a:pathLst>
            </a:custGeom>
            <a:solidFill>
              <a:srgbClr val="F4F5F3"/>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394" name="Google Shape;394;p153"/>
            <p:cNvSpPr/>
            <p:nvPr/>
          </p:nvSpPr>
          <p:spPr>
            <a:xfrm>
              <a:off x="9757881" y="5227194"/>
              <a:ext cx="657624" cy="393277"/>
            </a:xfrm>
            <a:custGeom>
              <a:rect b="b" l="l" r="r" t="t"/>
              <a:pathLst>
                <a:path extrusionOk="0" h="393277" w="657624">
                  <a:moveTo>
                    <a:pt x="657624" y="273144"/>
                  </a:moveTo>
                  <a:lnTo>
                    <a:pt x="223845" y="0"/>
                  </a:lnTo>
                  <a:lnTo>
                    <a:pt x="171994" y="26556"/>
                  </a:lnTo>
                  <a:lnTo>
                    <a:pt x="91056" y="67022"/>
                  </a:lnTo>
                  <a:lnTo>
                    <a:pt x="0" y="113810"/>
                  </a:lnTo>
                  <a:lnTo>
                    <a:pt x="428720" y="393277"/>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395" name="Google Shape;395;p153"/>
            <p:cNvSpPr/>
            <p:nvPr/>
          </p:nvSpPr>
          <p:spPr>
            <a:xfrm>
              <a:off x="10276393" y="5506661"/>
              <a:ext cx="975054" cy="956004"/>
            </a:xfrm>
            <a:custGeom>
              <a:rect b="b" l="l" r="r" t="t"/>
              <a:pathLst>
                <a:path extrusionOk="0" h="956004" w="975054">
                  <a:moveTo>
                    <a:pt x="327547" y="362928"/>
                  </a:moveTo>
                  <a:lnTo>
                    <a:pt x="327547" y="362928"/>
                  </a:lnTo>
                  <a:lnTo>
                    <a:pt x="327547" y="360398"/>
                  </a:lnTo>
                  <a:cubicBezTo>
                    <a:pt x="327547" y="360398"/>
                    <a:pt x="327547" y="360398"/>
                    <a:pt x="327547" y="359134"/>
                  </a:cubicBezTo>
                  <a:lnTo>
                    <a:pt x="327547" y="359134"/>
                  </a:lnTo>
                  <a:lnTo>
                    <a:pt x="327547" y="359134"/>
                  </a:lnTo>
                  <a:lnTo>
                    <a:pt x="327547" y="359134"/>
                  </a:lnTo>
                  <a:lnTo>
                    <a:pt x="328812" y="359134"/>
                  </a:lnTo>
                  <a:lnTo>
                    <a:pt x="328812" y="359134"/>
                  </a:lnTo>
                  <a:lnTo>
                    <a:pt x="328812" y="359134"/>
                  </a:lnTo>
                  <a:lnTo>
                    <a:pt x="975054" y="5058"/>
                  </a:lnTo>
                  <a:lnTo>
                    <a:pt x="973790" y="0"/>
                  </a:lnTo>
                  <a:lnTo>
                    <a:pt x="0" y="533643"/>
                  </a:lnTo>
                  <a:lnTo>
                    <a:pt x="88526" y="956004"/>
                  </a:lnTo>
                  <a:lnTo>
                    <a:pt x="405956" y="775173"/>
                  </a:lnTo>
                  <a:lnTo>
                    <a:pt x="325018" y="365457"/>
                  </a:lnTo>
                  <a:lnTo>
                    <a:pt x="327547" y="362928"/>
                  </a:lnTo>
                  <a:close/>
                </a:path>
              </a:pathLst>
            </a:custGeom>
            <a:solidFill>
              <a:srgbClr val="C4E3E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396" name="Google Shape;396;p153"/>
            <p:cNvSpPr/>
            <p:nvPr/>
          </p:nvSpPr>
          <p:spPr>
            <a:xfrm>
              <a:off x="11506908" y="4526630"/>
              <a:ext cx="97379" cy="369250"/>
            </a:xfrm>
            <a:custGeom>
              <a:rect b="b" l="l" r="r" t="t"/>
              <a:pathLst>
                <a:path extrusionOk="0" h="369250" w="97379">
                  <a:moveTo>
                    <a:pt x="48057" y="25291"/>
                  </a:moveTo>
                  <a:lnTo>
                    <a:pt x="0" y="0"/>
                  </a:lnTo>
                  <a:lnTo>
                    <a:pt x="55645" y="369251"/>
                  </a:lnTo>
                  <a:lnTo>
                    <a:pt x="97379" y="346488"/>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397" name="Google Shape;397;p153"/>
            <p:cNvSpPr/>
            <p:nvPr/>
          </p:nvSpPr>
          <p:spPr>
            <a:xfrm>
              <a:off x="11451263" y="4145998"/>
              <a:ext cx="102437" cy="394541"/>
            </a:xfrm>
            <a:custGeom>
              <a:rect b="b" l="l" r="r" t="t"/>
              <a:pathLst>
                <a:path extrusionOk="0" h="394541" w="102437">
                  <a:moveTo>
                    <a:pt x="42998" y="0"/>
                  </a:moveTo>
                  <a:lnTo>
                    <a:pt x="0" y="21498"/>
                  </a:lnTo>
                  <a:lnTo>
                    <a:pt x="53116" y="369251"/>
                  </a:lnTo>
                  <a:lnTo>
                    <a:pt x="102438" y="394542"/>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398" name="Google Shape;398;p153"/>
            <p:cNvSpPr/>
            <p:nvPr/>
          </p:nvSpPr>
          <p:spPr>
            <a:xfrm>
              <a:off x="10873313" y="251166"/>
              <a:ext cx="795472" cy="3906213"/>
            </a:xfrm>
            <a:custGeom>
              <a:rect b="b" l="l" r="r" t="t"/>
              <a:pathLst>
                <a:path extrusionOk="0" h="3906213" w="795472">
                  <a:moveTo>
                    <a:pt x="576686" y="3906214"/>
                  </a:moveTo>
                  <a:lnTo>
                    <a:pt x="619684" y="3885981"/>
                  </a:lnTo>
                  <a:lnTo>
                    <a:pt x="534952" y="3321989"/>
                  </a:lnTo>
                  <a:lnTo>
                    <a:pt x="534952" y="3321989"/>
                  </a:lnTo>
                  <a:lnTo>
                    <a:pt x="534952" y="3321989"/>
                  </a:lnTo>
                  <a:cubicBezTo>
                    <a:pt x="534952" y="3321989"/>
                    <a:pt x="534952" y="3321989"/>
                    <a:pt x="534952" y="3321989"/>
                  </a:cubicBezTo>
                  <a:cubicBezTo>
                    <a:pt x="534952" y="3321989"/>
                    <a:pt x="534952" y="3321989"/>
                    <a:pt x="534952" y="3320724"/>
                  </a:cubicBezTo>
                  <a:lnTo>
                    <a:pt x="534952" y="3320724"/>
                  </a:lnTo>
                  <a:lnTo>
                    <a:pt x="534952" y="3320724"/>
                  </a:lnTo>
                  <a:lnTo>
                    <a:pt x="534952" y="3320724"/>
                  </a:lnTo>
                  <a:lnTo>
                    <a:pt x="534952" y="3320724"/>
                  </a:lnTo>
                  <a:lnTo>
                    <a:pt x="534952" y="3320724"/>
                  </a:lnTo>
                  <a:lnTo>
                    <a:pt x="534952" y="3320724"/>
                  </a:lnTo>
                  <a:lnTo>
                    <a:pt x="536217" y="3320724"/>
                  </a:lnTo>
                  <a:lnTo>
                    <a:pt x="536217" y="3320724"/>
                  </a:lnTo>
                  <a:lnTo>
                    <a:pt x="733504" y="3229676"/>
                  </a:lnTo>
                  <a:lnTo>
                    <a:pt x="689241" y="2914802"/>
                  </a:lnTo>
                  <a:lnTo>
                    <a:pt x="689241" y="2914802"/>
                  </a:lnTo>
                  <a:lnTo>
                    <a:pt x="689241" y="2914802"/>
                  </a:lnTo>
                  <a:lnTo>
                    <a:pt x="689241" y="2914802"/>
                  </a:lnTo>
                  <a:lnTo>
                    <a:pt x="689241" y="2914802"/>
                  </a:lnTo>
                  <a:cubicBezTo>
                    <a:pt x="689241" y="2914802"/>
                    <a:pt x="689241" y="2914802"/>
                    <a:pt x="689241" y="2913537"/>
                  </a:cubicBezTo>
                  <a:lnTo>
                    <a:pt x="689241" y="2913537"/>
                  </a:lnTo>
                  <a:lnTo>
                    <a:pt x="689241" y="2913537"/>
                  </a:lnTo>
                  <a:lnTo>
                    <a:pt x="689241" y="2913537"/>
                  </a:lnTo>
                  <a:lnTo>
                    <a:pt x="689241" y="2913537"/>
                  </a:lnTo>
                  <a:lnTo>
                    <a:pt x="689241" y="2913537"/>
                  </a:lnTo>
                  <a:lnTo>
                    <a:pt x="689241" y="2913537"/>
                  </a:lnTo>
                  <a:lnTo>
                    <a:pt x="690505" y="2913537"/>
                  </a:lnTo>
                  <a:lnTo>
                    <a:pt x="690505" y="2913537"/>
                  </a:lnTo>
                  <a:lnTo>
                    <a:pt x="795472" y="2866749"/>
                  </a:lnTo>
                  <a:lnTo>
                    <a:pt x="660153" y="1899363"/>
                  </a:lnTo>
                  <a:lnTo>
                    <a:pt x="637389" y="1729913"/>
                  </a:lnTo>
                  <a:lnTo>
                    <a:pt x="402162" y="0"/>
                  </a:lnTo>
                  <a:lnTo>
                    <a:pt x="0" y="120133"/>
                  </a:lnTo>
                  <a:lnTo>
                    <a:pt x="576686" y="3906214"/>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399" name="Google Shape;399;p153"/>
            <p:cNvSpPr/>
            <p:nvPr/>
          </p:nvSpPr>
          <p:spPr>
            <a:xfrm>
              <a:off x="11260299" y="5487692"/>
              <a:ext cx="24028" cy="17703"/>
            </a:xfrm>
            <a:custGeom>
              <a:rect b="b" l="l" r="r" t="t"/>
              <a:pathLst>
                <a:path extrusionOk="0" h="17703" w="24028">
                  <a:moveTo>
                    <a:pt x="0" y="12646"/>
                  </a:moveTo>
                  <a:lnTo>
                    <a:pt x="1265" y="17704"/>
                  </a:lnTo>
                  <a:lnTo>
                    <a:pt x="24029" y="5058"/>
                  </a:lnTo>
                  <a:lnTo>
                    <a:pt x="22764" y="0"/>
                  </a:lnTo>
                  <a:close/>
                </a:path>
              </a:pathLst>
            </a:custGeom>
            <a:solidFill>
              <a:srgbClr val="F2494C"/>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00" name="Google Shape;400;p153"/>
            <p:cNvSpPr/>
            <p:nvPr/>
          </p:nvSpPr>
          <p:spPr>
            <a:xfrm>
              <a:off x="11233741" y="5132352"/>
              <a:ext cx="830882" cy="815638"/>
            </a:xfrm>
            <a:custGeom>
              <a:rect b="b" l="l" r="r" t="t"/>
              <a:pathLst>
                <a:path extrusionOk="0" h="815638" w="830882">
                  <a:moveTo>
                    <a:pt x="0" y="0"/>
                  </a:moveTo>
                  <a:lnTo>
                    <a:pt x="56910" y="347753"/>
                  </a:lnTo>
                  <a:lnTo>
                    <a:pt x="59439" y="360398"/>
                  </a:lnTo>
                  <a:lnTo>
                    <a:pt x="830883" y="815639"/>
                  </a:lnTo>
                  <a:lnTo>
                    <a:pt x="779032" y="441330"/>
                  </a:lnTo>
                  <a:lnTo>
                    <a:pt x="355370" y="201064"/>
                  </a:lnTo>
                  <a:close/>
                </a:path>
              </a:pathLst>
            </a:custGeom>
            <a:solidFill>
              <a:schemeClr val="accent5"/>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01" name="Google Shape;401;p153"/>
            <p:cNvSpPr/>
            <p:nvPr/>
          </p:nvSpPr>
          <p:spPr>
            <a:xfrm>
              <a:off x="12022890" y="5462401"/>
              <a:ext cx="194757" cy="486854"/>
            </a:xfrm>
            <a:custGeom>
              <a:rect b="b" l="l" r="r" t="t"/>
              <a:pathLst>
                <a:path extrusionOk="0" h="486854" w="194757">
                  <a:moveTo>
                    <a:pt x="0" y="111281"/>
                  </a:moveTo>
                  <a:lnTo>
                    <a:pt x="51851" y="486854"/>
                  </a:lnTo>
                  <a:lnTo>
                    <a:pt x="194758" y="402129"/>
                  </a:lnTo>
                  <a:lnTo>
                    <a:pt x="194758" y="0"/>
                  </a:lnTo>
                  <a:lnTo>
                    <a:pt x="75880" y="67021"/>
                  </a:lnTo>
                  <a:close/>
                </a:path>
              </a:pathLst>
            </a:custGeom>
            <a:solidFill>
              <a:schemeClr val="accent5"/>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02" name="Google Shape;402;p153"/>
            <p:cNvSpPr/>
            <p:nvPr/>
          </p:nvSpPr>
          <p:spPr>
            <a:xfrm>
              <a:off x="11600493" y="5291686"/>
              <a:ext cx="486894" cy="274408"/>
            </a:xfrm>
            <a:custGeom>
              <a:rect b="b" l="l" r="r" t="t"/>
              <a:pathLst>
                <a:path extrusionOk="0" h="274408" w="486894">
                  <a:moveTo>
                    <a:pt x="0" y="37937"/>
                  </a:moveTo>
                  <a:lnTo>
                    <a:pt x="417338" y="274409"/>
                  </a:lnTo>
                  <a:lnTo>
                    <a:pt x="486895" y="233943"/>
                  </a:lnTo>
                  <a:lnTo>
                    <a:pt x="145436" y="42995"/>
                  </a:lnTo>
                  <a:lnTo>
                    <a:pt x="69556" y="0"/>
                  </a:lnTo>
                  <a:close/>
                </a:path>
              </a:pathLst>
            </a:custGeom>
            <a:solidFill>
              <a:schemeClr val="accent4"/>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03" name="Google Shape;403;p153"/>
            <p:cNvSpPr/>
            <p:nvPr/>
          </p:nvSpPr>
          <p:spPr>
            <a:xfrm>
              <a:off x="9469538" y="2436318"/>
              <a:ext cx="813177" cy="2331841"/>
            </a:xfrm>
            <a:custGeom>
              <a:rect b="b" l="l" r="r" t="t"/>
              <a:pathLst>
                <a:path extrusionOk="0" h="2331841" w="813177">
                  <a:moveTo>
                    <a:pt x="466660" y="2331842"/>
                  </a:moveTo>
                  <a:lnTo>
                    <a:pt x="813178" y="2164920"/>
                  </a:lnTo>
                  <a:lnTo>
                    <a:pt x="671535" y="1458033"/>
                  </a:lnTo>
                  <a:lnTo>
                    <a:pt x="624743" y="1221561"/>
                  </a:lnTo>
                  <a:lnTo>
                    <a:pt x="383192" y="0"/>
                  </a:lnTo>
                  <a:lnTo>
                    <a:pt x="0" y="144160"/>
                  </a:lnTo>
                  <a:close/>
                </a:path>
              </a:pathLst>
            </a:custGeom>
            <a:solidFill>
              <a:schemeClr val="accent3"/>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04" name="Google Shape;404;p153"/>
            <p:cNvSpPr/>
            <p:nvPr/>
          </p:nvSpPr>
          <p:spPr>
            <a:xfrm>
              <a:off x="11523349" y="1927967"/>
              <a:ext cx="694299" cy="389483"/>
            </a:xfrm>
            <a:custGeom>
              <a:rect b="b" l="l" r="r" t="t"/>
              <a:pathLst>
                <a:path extrusionOk="0" h="389483" w="694299">
                  <a:moveTo>
                    <a:pt x="135319" y="21497"/>
                  </a:moveTo>
                  <a:cubicBezTo>
                    <a:pt x="132789" y="21497"/>
                    <a:pt x="130260" y="20233"/>
                    <a:pt x="130260" y="17704"/>
                  </a:cubicBezTo>
                  <a:cubicBezTo>
                    <a:pt x="130260" y="17704"/>
                    <a:pt x="130260" y="17704"/>
                    <a:pt x="130260" y="17704"/>
                  </a:cubicBezTo>
                  <a:lnTo>
                    <a:pt x="127731" y="0"/>
                  </a:lnTo>
                  <a:lnTo>
                    <a:pt x="0" y="49318"/>
                  </a:lnTo>
                  <a:lnTo>
                    <a:pt x="22764" y="212445"/>
                  </a:lnTo>
                  <a:lnTo>
                    <a:pt x="532422" y="389483"/>
                  </a:lnTo>
                  <a:lnTo>
                    <a:pt x="694299" y="322462"/>
                  </a:lnTo>
                  <a:lnTo>
                    <a:pt x="694299" y="202329"/>
                  </a:lnTo>
                  <a:lnTo>
                    <a:pt x="139113" y="17704"/>
                  </a:lnTo>
                  <a:cubicBezTo>
                    <a:pt x="137848" y="20233"/>
                    <a:pt x="136584" y="21497"/>
                    <a:pt x="135319" y="21497"/>
                  </a:cubicBezTo>
                  <a:close/>
                </a:path>
              </a:pathLst>
            </a:custGeom>
            <a:solidFill>
              <a:schemeClr val="accent4"/>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05" name="Google Shape;405;p153"/>
            <p:cNvSpPr/>
            <p:nvPr/>
          </p:nvSpPr>
          <p:spPr>
            <a:xfrm>
              <a:off x="11606817" y="1539748"/>
              <a:ext cx="609566" cy="591812"/>
            </a:xfrm>
            <a:custGeom>
              <a:rect b="b" l="l" r="r" t="t"/>
              <a:pathLst>
                <a:path extrusionOk="0" h="591812" w="609566">
                  <a:moveTo>
                    <a:pt x="51851" y="381896"/>
                  </a:moveTo>
                  <a:lnTo>
                    <a:pt x="51851" y="381896"/>
                  </a:lnTo>
                  <a:lnTo>
                    <a:pt x="54380" y="404658"/>
                  </a:lnTo>
                  <a:cubicBezTo>
                    <a:pt x="54380" y="405922"/>
                    <a:pt x="54380" y="405922"/>
                    <a:pt x="54380" y="407187"/>
                  </a:cubicBezTo>
                  <a:lnTo>
                    <a:pt x="609567" y="591812"/>
                  </a:lnTo>
                  <a:lnTo>
                    <a:pt x="609567" y="185890"/>
                  </a:lnTo>
                  <a:lnTo>
                    <a:pt x="0" y="0"/>
                  </a:lnTo>
                  <a:lnTo>
                    <a:pt x="51851" y="381896"/>
                  </a:lnTo>
                  <a:close/>
                </a:path>
              </a:pathLst>
            </a:custGeom>
            <a:solidFill>
              <a:srgbClr val="DC0F13"/>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06" name="Google Shape;406;p153"/>
            <p:cNvSpPr/>
            <p:nvPr/>
          </p:nvSpPr>
          <p:spPr>
            <a:xfrm>
              <a:off x="11548642" y="2150529"/>
              <a:ext cx="617154" cy="1109015"/>
            </a:xfrm>
            <a:custGeom>
              <a:rect b="b" l="l" r="r" t="t"/>
              <a:pathLst>
                <a:path extrusionOk="0" h="1109015" w="617154">
                  <a:moveTo>
                    <a:pt x="183376" y="933242"/>
                  </a:moveTo>
                  <a:lnTo>
                    <a:pt x="183376" y="933242"/>
                  </a:lnTo>
                  <a:lnTo>
                    <a:pt x="184640" y="933242"/>
                  </a:lnTo>
                  <a:lnTo>
                    <a:pt x="185905" y="933242"/>
                  </a:lnTo>
                  <a:lnTo>
                    <a:pt x="187170" y="933242"/>
                  </a:lnTo>
                  <a:lnTo>
                    <a:pt x="187170" y="933242"/>
                  </a:lnTo>
                  <a:lnTo>
                    <a:pt x="617155" y="1109016"/>
                  </a:lnTo>
                  <a:lnTo>
                    <a:pt x="504600" y="175773"/>
                  </a:lnTo>
                  <a:lnTo>
                    <a:pt x="0" y="0"/>
                  </a:lnTo>
                  <a:lnTo>
                    <a:pt x="132789" y="957269"/>
                  </a:lnTo>
                  <a:lnTo>
                    <a:pt x="183376" y="933242"/>
                  </a:lnTo>
                  <a:close/>
                </a:path>
              </a:pathLst>
            </a:custGeom>
            <a:solidFill>
              <a:srgbClr val="3B7C7B"/>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07" name="Google Shape;407;p153"/>
            <p:cNvSpPr/>
            <p:nvPr/>
          </p:nvSpPr>
          <p:spPr>
            <a:xfrm>
              <a:off x="12060830" y="2260545"/>
              <a:ext cx="156817" cy="1020496"/>
            </a:xfrm>
            <a:custGeom>
              <a:rect b="b" l="l" r="r" t="t"/>
              <a:pathLst>
                <a:path extrusionOk="0" h="1020496" w="156817">
                  <a:moveTo>
                    <a:pt x="113820" y="1002793"/>
                  </a:moveTo>
                  <a:lnTo>
                    <a:pt x="156818" y="1020497"/>
                  </a:lnTo>
                  <a:lnTo>
                    <a:pt x="156818" y="0"/>
                  </a:lnTo>
                  <a:lnTo>
                    <a:pt x="0" y="64492"/>
                  </a:lnTo>
                  <a:close/>
                </a:path>
              </a:pathLst>
            </a:custGeom>
            <a:solidFill>
              <a:srgbClr val="DC0F13"/>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08" name="Google Shape;408;p153"/>
            <p:cNvSpPr/>
            <p:nvPr/>
          </p:nvSpPr>
          <p:spPr>
            <a:xfrm>
              <a:off x="10629233" y="191731"/>
              <a:ext cx="632330" cy="170715"/>
            </a:xfrm>
            <a:custGeom>
              <a:rect b="b" l="l" r="r" t="t"/>
              <a:pathLst>
                <a:path extrusionOk="0" h="170715" w="632330">
                  <a:moveTo>
                    <a:pt x="632331" y="54376"/>
                  </a:moveTo>
                  <a:lnTo>
                    <a:pt x="389516" y="0"/>
                  </a:lnTo>
                  <a:lnTo>
                    <a:pt x="0" y="113810"/>
                  </a:lnTo>
                  <a:lnTo>
                    <a:pt x="239021" y="170715"/>
                  </a:lnTo>
                  <a:close/>
                </a:path>
              </a:pathLst>
            </a:custGeom>
            <a:solidFill>
              <a:srgbClr val="F4F5F3"/>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09" name="Google Shape;409;p153"/>
            <p:cNvSpPr/>
            <p:nvPr/>
          </p:nvSpPr>
          <p:spPr>
            <a:xfrm>
              <a:off x="9235576" y="2332625"/>
              <a:ext cx="608302" cy="240265"/>
            </a:xfrm>
            <a:custGeom>
              <a:rect b="b" l="l" r="r" t="t"/>
              <a:pathLst>
                <a:path extrusionOk="0" h="240265" w="608302">
                  <a:moveTo>
                    <a:pt x="608302" y="97371"/>
                  </a:moveTo>
                  <a:lnTo>
                    <a:pt x="375605" y="0"/>
                  </a:lnTo>
                  <a:lnTo>
                    <a:pt x="0" y="139101"/>
                  </a:lnTo>
                  <a:lnTo>
                    <a:pt x="228904" y="240266"/>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10" name="Google Shape;410;p153"/>
            <p:cNvSpPr/>
            <p:nvPr/>
          </p:nvSpPr>
          <p:spPr>
            <a:xfrm>
              <a:off x="11608081" y="4924965"/>
              <a:ext cx="3794" cy="5058"/>
            </a:xfrm>
            <a:custGeom>
              <a:rect b="b" l="l" r="r" t="t"/>
              <a:pathLst>
                <a:path extrusionOk="0" h="5058" w="3794">
                  <a:moveTo>
                    <a:pt x="3794" y="5058"/>
                  </a:moveTo>
                  <a:lnTo>
                    <a:pt x="3794" y="0"/>
                  </a:lnTo>
                  <a:lnTo>
                    <a:pt x="0" y="2529"/>
                  </a:lnTo>
                  <a:close/>
                </a:path>
              </a:pathLst>
            </a:custGeom>
            <a:solidFill>
              <a:srgbClr val="0A4054"/>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11" name="Google Shape;411;p153"/>
            <p:cNvSpPr/>
            <p:nvPr/>
          </p:nvSpPr>
          <p:spPr>
            <a:xfrm>
              <a:off x="10620380" y="5500338"/>
              <a:ext cx="1597267" cy="1093840"/>
            </a:xfrm>
            <a:custGeom>
              <a:rect b="b" l="l" r="r" t="t"/>
              <a:pathLst>
                <a:path extrusionOk="0" h="1093840" w="1597267">
                  <a:moveTo>
                    <a:pt x="1453096" y="460298"/>
                  </a:moveTo>
                  <a:lnTo>
                    <a:pt x="1453096" y="460298"/>
                  </a:lnTo>
                  <a:lnTo>
                    <a:pt x="1453096" y="460298"/>
                  </a:lnTo>
                  <a:lnTo>
                    <a:pt x="1453096" y="460298"/>
                  </a:lnTo>
                  <a:lnTo>
                    <a:pt x="1450567" y="460298"/>
                  </a:lnTo>
                  <a:lnTo>
                    <a:pt x="1450567" y="460298"/>
                  </a:lnTo>
                  <a:lnTo>
                    <a:pt x="1450567" y="460298"/>
                  </a:lnTo>
                  <a:lnTo>
                    <a:pt x="671535" y="0"/>
                  </a:lnTo>
                  <a:lnTo>
                    <a:pt x="642448" y="15175"/>
                  </a:lnTo>
                  <a:lnTo>
                    <a:pt x="0" y="367986"/>
                  </a:lnTo>
                  <a:lnTo>
                    <a:pt x="1115432" y="1093841"/>
                  </a:lnTo>
                  <a:lnTo>
                    <a:pt x="1597268" y="797935"/>
                  </a:lnTo>
                  <a:lnTo>
                    <a:pt x="1597268" y="375573"/>
                  </a:lnTo>
                  <a:lnTo>
                    <a:pt x="1453096" y="460298"/>
                  </a:lnTo>
                  <a:lnTo>
                    <a:pt x="1453096" y="460298"/>
                  </a:lnTo>
                  <a:close/>
                </a:path>
              </a:pathLst>
            </a:custGeom>
            <a:solidFill>
              <a:schemeClr val="accent3"/>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12" name="Google Shape;412;p153"/>
            <p:cNvSpPr/>
            <p:nvPr/>
          </p:nvSpPr>
          <p:spPr>
            <a:xfrm>
              <a:off x="11418382" y="3579477"/>
              <a:ext cx="323753" cy="1742558"/>
            </a:xfrm>
            <a:custGeom>
              <a:rect b="b" l="l" r="r" t="t"/>
              <a:pathLst>
                <a:path extrusionOk="0" h="1742558" w="323753">
                  <a:moveTo>
                    <a:pt x="145436" y="968650"/>
                  </a:moveTo>
                  <a:lnTo>
                    <a:pt x="194758" y="1296170"/>
                  </a:lnTo>
                  <a:lnTo>
                    <a:pt x="201081" y="1337900"/>
                  </a:lnTo>
                  <a:lnTo>
                    <a:pt x="201081" y="1337900"/>
                  </a:lnTo>
                  <a:lnTo>
                    <a:pt x="204875" y="1358133"/>
                  </a:lnTo>
                  <a:lnTo>
                    <a:pt x="204875" y="1358133"/>
                  </a:lnTo>
                  <a:lnTo>
                    <a:pt x="204875" y="1358133"/>
                  </a:lnTo>
                  <a:lnTo>
                    <a:pt x="204875" y="1364456"/>
                  </a:lnTo>
                  <a:lnTo>
                    <a:pt x="256726" y="1704621"/>
                  </a:lnTo>
                  <a:lnTo>
                    <a:pt x="323753" y="1742558"/>
                  </a:lnTo>
                  <a:lnTo>
                    <a:pt x="72086" y="32879"/>
                  </a:lnTo>
                  <a:lnTo>
                    <a:pt x="0" y="0"/>
                  </a:lnTo>
                  <a:lnTo>
                    <a:pt x="84732" y="558934"/>
                  </a:lnTo>
                  <a:close/>
                </a:path>
              </a:pathLst>
            </a:custGeom>
            <a:solidFill>
              <a:srgbClr val="468B89"/>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13" name="Google Shape;413;p153"/>
            <p:cNvSpPr/>
            <p:nvPr/>
          </p:nvSpPr>
          <p:spPr>
            <a:xfrm>
              <a:off x="11424705" y="3092623"/>
              <a:ext cx="792943" cy="681595"/>
            </a:xfrm>
            <a:custGeom>
              <a:rect b="b" l="l" r="r" t="t"/>
              <a:pathLst>
                <a:path extrusionOk="0" h="681595" w="792943">
                  <a:moveTo>
                    <a:pt x="532423" y="230149"/>
                  </a:moveTo>
                  <a:lnTo>
                    <a:pt x="532423" y="230149"/>
                  </a:lnTo>
                  <a:lnTo>
                    <a:pt x="532423" y="230149"/>
                  </a:lnTo>
                  <a:cubicBezTo>
                    <a:pt x="532423" y="231414"/>
                    <a:pt x="532423" y="231414"/>
                    <a:pt x="532423" y="231414"/>
                  </a:cubicBezTo>
                  <a:cubicBezTo>
                    <a:pt x="532423" y="231414"/>
                    <a:pt x="532423" y="231414"/>
                    <a:pt x="531158" y="232678"/>
                  </a:cubicBezTo>
                  <a:lnTo>
                    <a:pt x="531158" y="232678"/>
                  </a:lnTo>
                  <a:lnTo>
                    <a:pt x="531158" y="232678"/>
                  </a:lnTo>
                  <a:lnTo>
                    <a:pt x="190964" y="389483"/>
                  </a:lnTo>
                  <a:lnTo>
                    <a:pt x="0" y="478002"/>
                  </a:lnTo>
                  <a:lnTo>
                    <a:pt x="70821" y="509616"/>
                  </a:lnTo>
                  <a:lnTo>
                    <a:pt x="230169" y="435007"/>
                  </a:lnTo>
                  <a:lnTo>
                    <a:pt x="231433" y="435007"/>
                  </a:lnTo>
                  <a:lnTo>
                    <a:pt x="231433" y="435007"/>
                  </a:lnTo>
                  <a:lnTo>
                    <a:pt x="233962" y="435007"/>
                  </a:lnTo>
                  <a:lnTo>
                    <a:pt x="787884" y="681596"/>
                  </a:lnTo>
                  <a:lnTo>
                    <a:pt x="792943" y="679066"/>
                  </a:lnTo>
                  <a:lnTo>
                    <a:pt x="792943" y="198535"/>
                  </a:lnTo>
                  <a:lnTo>
                    <a:pt x="743621" y="178302"/>
                  </a:lnTo>
                  <a:lnTo>
                    <a:pt x="308577" y="0"/>
                  </a:lnTo>
                  <a:lnTo>
                    <a:pt x="252932" y="25291"/>
                  </a:lnTo>
                  <a:lnTo>
                    <a:pt x="155553" y="68286"/>
                  </a:lnTo>
                  <a:lnTo>
                    <a:pt x="531158" y="225091"/>
                  </a:lnTo>
                  <a:lnTo>
                    <a:pt x="531158" y="225091"/>
                  </a:lnTo>
                  <a:lnTo>
                    <a:pt x="532423" y="225091"/>
                  </a:lnTo>
                  <a:lnTo>
                    <a:pt x="532423" y="226355"/>
                  </a:lnTo>
                  <a:lnTo>
                    <a:pt x="532423" y="226355"/>
                  </a:lnTo>
                  <a:lnTo>
                    <a:pt x="532423" y="226355"/>
                  </a:lnTo>
                  <a:cubicBezTo>
                    <a:pt x="532423" y="226355"/>
                    <a:pt x="532423" y="227620"/>
                    <a:pt x="532423" y="227620"/>
                  </a:cubicBezTo>
                  <a:lnTo>
                    <a:pt x="532423" y="227620"/>
                  </a:lnTo>
                </a:path>
              </a:pathLst>
            </a:custGeom>
            <a:solidFill>
              <a:schemeClr val="accen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14" name="Google Shape;414;p153"/>
            <p:cNvSpPr/>
            <p:nvPr/>
          </p:nvSpPr>
          <p:spPr>
            <a:xfrm>
              <a:off x="11616934" y="1406970"/>
              <a:ext cx="600714" cy="307287"/>
            </a:xfrm>
            <a:custGeom>
              <a:rect b="b" l="l" r="r" t="t"/>
              <a:pathLst>
                <a:path extrusionOk="0" h="307287" w="600714">
                  <a:moveTo>
                    <a:pt x="0" y="125191"/>
                  </a:moveTo>
                  <a:lnTo>
                    <a:pt x="600714" y="307287"/>
                  </a:lnTo>
                  <a:lnTo>
                    <a:pt x="600714" y="75873"/>
                  </a:lnTo>
                  <a:lnTo>
                    <a:pt x="340194" y="0"/>
                  </a:lnTo>
                  <a:close/>
                </a:path>
              </a:pathLst>
            </a:custGeom>
            <a:solidFill>
              <a:schemeClr val="accent4"/>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15" name="Google Shape;415;p153"/>
            <p:cNvSpPr/>
            <p:nvPr/>
          </p:nvSpPr>
          <p:spPr>
            <a:xfrm>
              <a:off x="10615322" y="5878440"/>
              <a:ext cx="1155900" cy="976237"/>
            </a:xfrm>
            <a:custGeom>
              <a:rect b="b" l="l" r="r" t="t"/>
              <a:pathLst>
                <a:path extrusionOk="0" h="976237" w="1155900">
                  <a:moveTo>
                    <a:pt x="0" y="0"/>
                  </a:moveTo>
                  <a:lnTo>
                    <a:pt x="78409" y="403393"/>
                  </a:lnTo>
                  <a:lnTo>
                    <a:pt x="87262" y="446389"/>
                  </a:lnTo>
                  <a:lnTo>
                    <a:pt x="870087" y="976237"/>
                  </a:lnTo>
                  <a:lnTo>
                    <a:pt x="1155901" y="976237"/>
                  </a:lnTo>
                  <a:lnTo>
                    <a:pt x="1115432" y="723326"/>
                  </a:lnTo>
                  <a:close/>
                </a:path>
              </a:pathLst>
            </a:custGeom>
            <a:solidFill>
              <a:srgbClr val="C4E3E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16" name="Google Shape;416;p153"/>
            <p:cNvSpPr/>
            <p:nvPr/>
          </p:nvSpPr>
          <p:spPr>
            <a:xfrm>
              <a:off x="11740871" y="6308389"/>
              <a:ext cx="476777" cy="546287"/>
            </a:xfrm>
            <a:custGeom>
              <a:rect b="b" l="l" r="r" t="t"/>
              <a:pathLst>
                <a:path extrusionOk="0" h="546287" w="476777">
                  <a:moveTo>
                    <a:pt x="39205" y="546288"/>
                  </a:moveTo>
                  <a:lnTo>
                    <a:pt x="476778" y="546288"/>
                  </a:lnTo>
                  <a:lnTo>
                    <a:pt x="476778" y="507087"/>
                  </a:lnTo>
                  <a:lnTo>
                    <a:pt x="476778" y="0"/>
                  </a:lnTo>
                  <a:lnTo>
                    <a:pt x="0" y="293377"/>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17" name="Google Shape;417;p153"/>
            <p:cNvSpPr/>
            <p:nvPr/>
          </p:nvSpPr>
          <p:spPr>
            <a:xfrm>
              <a:off x="11662462" y="3541540"/>
              <a:ext cx="555186" cy="1876601"/>
            </a:xfrm>
            <a:custGeom>
              <a:rect b="b" l="l" r="r" t="t"/>
              <a:pathLst>
                <a:path extrusionOk="0" h="1876601" w="555186">
                  <a:moveTo>
                    <a:pt x="0" y="0"/>
                  </a:moveTo>
                  <a:lnTo>
                    <a:pt x="240286" y="1703357"/>
                  </a:lnTo>
                  <a:lnTo>
                    <a:pt x="555187" y="1876601"/>
                  </a:lnTo>
                  <a:lnTo>
                    <a:pt x="555187" y="313610"/>
                  </a:lnTo>
                  <a:lnTo>
                    <a:pt x="546334" y="24153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18" name="Google Shape;418;p153"/>
            <p:cNvSpPr/>
            <p:nvPr/>
          </p:nvSpPr>
          <p:spPr>
            <a:xfrm>
              <a:off x="11758576" y="5252485"/>
              <a:ext cx="459072" cy="268086"/>
            </a:xfrm>
            <a:custGeom>
              <a:rect b="b" l="l" r="r" t="t"/>
              <a:pathLst>
                <a:path extrusionOk="0" h="268086" w="459072">
                  <a:moveTo>
                    <a:pt x="0" y="78403"/>
                  </a:moveTo>
                  <a:lnTo>
                    <a:pt x="337665" y="268086"/>
                  </a:lnTo>
                  <a:lnTo>
                    <a:pt x="459072" y="198535"/>
                  </a:lnTo>
                  <a:lnTo>
                    <a:pt x="459072" y="175773"/>
                  </a:lnTo>
                  <a:lnTo>
                    <a:pt x="140378" y="0"/>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19" name="Google Shape;419;p153"/>
            <p:cNvSpPr/>
            <p:nvPr/>
          </p:nvSpPr>
          <p:spPr>
            <a:xfrm>
              <a:off x="11500585" y="3540276"/>
              <a:ext cx="393309" cy="1783024"/>
            </a:xfrm>
            <a:custGeom>
              <a:rect b="b" l="l" r="r" t="t"/>
              <a:pathLst>
                <a:path extrusionOk="0" h="1783024" w="393309">
                  <a:moveTo>
                    <a:pt x="393310" y="1704621"/>
                  </a:moveTo>
                  <a:lnTo>
                    <a:pt x="151759" y="0"/>
                  </a:lnTo>
                  <a:lnTo>
                    <a:pt x="0" y="70815"/>
                  </a:lnTo>
                  <a:lnTo>
                    <a:pt x="251668" y="1783024"/>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20" name="Google Shape;420;p153"/>
            <p:cNvSpPr/>
            <p:nvPr/>
          </p:nvSpPr>
          <p:spPr>
            <a:xfrm>
              <a:off x="11573935" y="3168496"/>
              <a:ext cx="369281" cy="304758"/>
            </a:xfrm>
            <a:custGeom>
              <a:rect b="b" l="l" r="r" t="t"/>
              <a:pathLst>
                <a:path extrusionOk="0" h="304758" w="369281">
                  <a:moveTo>
                    <a:pt x="369281" y="155540"/>
                  </a:moveTo>
                  <a:lnTo>
                    <a:pt x="0" y="0"/>
                  </a:lnTo>
                  <a:lnTo>
                    <a:pt x="42999" y="304758"/>
                  </a:lnTo>
                  <a:close/>
                </a:path>
              </a:pathLst>
            </a:custGeom>
            <a:solidFill>
              <a:srgbClr val="60B3B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21" name="Google Shape;421;p153"/>
            <p:cNvSpPr/>
            <p:nvPr/>
          </p:nvSpPr>
          <p:spPr>
            <a:xfrm>
              <a:off x="11504379" y="4515249"/>
              <a:ext cx="50586" cy="36672"/>
            </a:xfrm>
            <a:custGeom>
              <a:rect b="b" l="l" r="r" t="t"/>
              <a:pathLst>
                <a:path extrusionOk="0" h="36672" w="50586">
                  <a:moveTo>
                    <a:pt x="50586" y="35407"/>
                  </a:moveTo>
                  <a:lnTo>
                    <a:pt x="49322" y="25291"/>
                  </a:lnTo>
                  <a:lnTo>
                    <a:pt x="0" y="0"/>
                  </a:lnTo>
                  <a:lnTo>
                    <a:pt x="1265" y="2529"/>
                  </a:lnTo>
                  <a:lnTo>
                    <a:pt x="2529" y="11381"/>
                  </a:lnTo>
                  <a:lnTo>
                    <a:pt x="50586" y="36672"/>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22" name="Google Shape;422;p153"/>
            <p:cNvSpPr/>
            <p:nvPr/>
          </p:nvSpPr>
          <p:spPr>
            <a:xfrm>
              <a:off x="8485632" y="5551623"/>
              <a:ext cx="12646" cy="562"/>
            </a:xfrm>
            <a:custGeom>
              <a:rect b="b" l="l" r="r" t="t"/>
              <a:pathLst>
                <a:path extrusionOk="0" h="562" w="12646">
                  <a:moveTo>
                    <a:pt x="0" y="562"/>
                  </a:moveTo>
                  <a:lnTo>
                    <a:pt x="0" y="562"/>
                  </a:lnTo>
                  <a:cubicBezTo>
                    <a:pt x="0" y="562"/>
                    <a:pt x="0" y="562"/>
                    <a:pt x="0" y="562"/>
                  </a:cubicBezTo>
                  <a:cubicBezTo>
                    <a:pt x="0" y="-703"/>
                    <a:pt x="0" y="562"/>
                    <a:pt x="0" y="562"/>
                  </a:cubicBez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23" name="Google Shape;423;p153"/>
            <p:cNvSpPr/>
            <p:nvPr/>
          </p:nvSpPr>
          <p:spPr>
            <a:xfrm>
              <a:off x="8488161" y="4926229"/>
              <a:ext cx="1276043" cy="624690"/>
            </a:xfrm>
            <a:custGeom>
              <a:rect b="b" l="l" r="r" t="t"/>
              <a:pathLst>
                <a:path extrusionOk="0" h="624690" w="1276043">
                  <a:moveTo>
                    <a:pt x="1272250" y="0"/>
                  </a:moveTo>
                  <a:lnTo>
                    <a:pt x="0" y="619632"/>
                  </a:lnTo>
                  <a:lnTo>
                    <a:pt x="0" y="619632"/>
                  </a:lnTo>
                  <a:cubicBezTo>
                    <a:pt x="1265" y="618368"/>
                    <a:pt x="3794" y="618368"/>
                    <a:pt x="5059" y="619632"/>
                  </a:cubicBezTo>
                  <a:lnTo>
                    <a:pt x="11382" y="624691"/>
                  </a:lnTo>
                  <a:lnTo>
                    <a:pt x="1276044" y="10116"/>
                  </a:lnTo>
                  <a:lnTo>
                    <a:pt x="1274779" y="3794"/>
                  </a:lnTo>
                  <a:lnTo>
                    <a:pt x="127225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24" name="Google Shape;424;p153"/>
            <p:cNvSpPr/>
            <p:nvPr/>
          </p:nvSpPr>
          <p:spPr>
            <a:xfrm>
              <a:off x="8486896" y="5544913"/>
              <a:ext cx="1773055" cy="1309763"/>
            </a:xfrm>
            <a:custGeom>
              <a:rect b="b" l="l" r="r" t="t"/>
              <a:pathLst>
                <a:path extrusionOk="0" h="1309763" w="1773055">
                  <a:moveTo>
                    <a:pt x="1265" y="948"/>
                  </a:moveTo>
                  <a:lnTo>
                    <a:pt x="1265" y="948"/>
                  </a:lnTo>
                  <a:lnTo>
                    <a:pt x="1265" y="948"/>
                  </a:lnTo>
                  <a:lnTo>
                    <a:pt x="1265" y="948"/>
                  </a:lnTo>
                  <a:cubicBezTo>
                    <a:pt x="0" y="948"/>
                    <a:pt x="0" y="948"/>
                    <a:pt x="1265" y="948"/>
                  </a:cubicBezTo>
                  <a:cubicBezTo>
                    <a:pt x="0" y="2213"/>
                    <a:pt x="0" y="2213"/>
                    <a:pt x="0" y="3477"/>
                  </a:cubicBezTo>
                  <a:cubicBezTo>
                    <a:pt x="0" y="3477"/>
                    <a:pt x="0" y="3477"/>
                    <a:pt x="0" y="4742"/>
                  </a:cubicBezTo>
                  <a:lnTo>
                    <a:pt x="0" y="6007"/>
                  </a:lnTo>
                  <a:cubicBezTo>
                    <a:pt x="0" y="6007"/>
                    <a:pt x="0" y="7271"/>
                    <a:pt x="0" y="7271"/>
                  </a:cubicBezTo>
                  <a:cubicBezTo>
                    <a:pt x="0" y="7271"/>
                    <a:pt x="0" y="7271"/>
                    <a:pt x="0" y="7271"/>
                  </a:cubicBezTo>
                  <a:lnTo>
                    <a:pt x="0" y="8536"/>
                  </a:lnTo>
                  <a:lnTo>
                    <a:pt x="0" y="8536"/>
                  </a:lnTo>
                  <a:lnTo>
                    <a:pt x="0" y="8536"/>
                  </a:lnTo>
                  <a:lnTo>
                    <a:pt x="1757880" y="1309764"/>
                  </a:lnTo>
                  <a:lnTo>
                    <a:pt x="1773056" y="1309764"/>
                  </a:lnTo>
                  <a:lnTo>
                    <a:pt x="12647" y="6007"/>
                  </a:lnTo>
                  <a:lnTo>
                    <a:pt x="6323" y="948"/>
                  </a:lnTo>
                  <a:cubicBezTo>
                    <a:pt x="5059" y="-316"/>
                    <a:pt x="2529" y="-316"/>
                    <a:pt x="1265" y="948"/>
                  </a:cubicBez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25" name="Google Shape;425;p153"/>
            <p:cNvSpPr/>
            <p:nvPr/>
          </p:nvSpPr>
          <p:spPr>
            <a:xfrm>
              <a:off x="10170161" y="4921171"/>
              <a:ext cx="45527" cy="182095"/>
            </a:xfrm>
            <a:custGeom>
              <a:rect b="b" l="l" r="r" t="t"/>
              <a:pathLst>
                <a:path extrusionOk="0" h="182095" w="45527">
                  <a:moveTo>
                    <a:pt x="45528" y="178302"/>
                  </a:moveTo>
                  <a:lnTo>
                    <a:pt x="8853" y="0"/>
                  </a:lnTo>
                  <a:lnTo>
                    <a:pt x="5059" y="1264"/>
                  </a:lnTo>
                  <a:lnTo>
                    <a:pt x="5059" y="1264"/>
                  </a:lnTo>
                  <a:lnTo>
                    <a:pt x="3794" y="1264"/>
                  </a:lnTo>
                  <a:lnTo>
                    <a:pt x="2529" y="1264"/>
                  </a:lnTo>
                  <a:lnTo>
                    <a:pt x="1265" y="1264"/>
                  </a:lnTo>
                  <a:lnTo>
                    <a:pt x="1265" y="1264"/>
                  </a:lnTo>
                  <a:lnTo>
                    <a:pt x="0" y="0"/>
                  </a:lnTo>
                  <a:lnTo>
                    <a:pt x="36675" y="182096"/>
                  </a:lnTo>
                  <a:lnTo>
                    <a:pt x="40469" y="180831"/>
                  </a:lnTo>
                  <a:lnTo>
                    <a:pt x="45528" y="178302"/>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26" name="Google Shape;426;p153"/>
            <p:cNvSpPr/>
            <p:nvPr/>
          </p:nvSpPr>
          <p:spPr>
            <a:xfrm>
              <a:off x="9826173" y="5180405"/>
              <a:ext cx="101172" cy="68285"/>
            </a:xfrm>
            <a:custGeom>
              <a:rect b="b" l="l" r="r" t="t"/>
              <a:pathLst>
                <a:path extrusionOk="0" h="68285" w="101172">
                  <a:moveTo>
                    <a:pt x="98644" y="65757"/>
                  </a:moveTo>
                  <a:lnTo>
                    <a:pt x="101173" y="64492"/>
                  </a:lnTo>
                  <a:lnTo>
                    <a:pt x="0" y="0"/>
                  </a:lnTo>
                  <a:lnTo>
                    <a:pt x="1265" y="2529"/>
                  </a:lnTo>
                  <a:lnTo>
                    <a:pt x="3794" y="12646"/>
                  </a:lnTo>
                  <a:lnTo>
                    <a:pt x="91056" y="68286"/>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27" name="Google Shape;427;p153"/>
            <p:cNvSpPr/>
            <p:nvPr/>
          </p:nvSpPr>
          <p:spPr>
            <a:xfrm>
              <a:off x="9928610" y="4777012"/>
              <a:ext cx="12646" cy="12645"/>
            </a:xfrm>
            <a:custGeom>
              <a:rect b="b" l="l" r="r" t="t"/>
              <a:pathLst>
                <a:path extrusionOk="0" h="12645" w="12646">
                  <a:moveTo>
                    <a:pt x="0" y="0"/>
                  </a:move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28" name="Google Shape;428;p153"/>
            <p:cNvSpPr/>
            <p:nvPr/>
          </p:nvSpPr>
          <p:spPr>
            <a:xfrm>
              <a:off x="9929875" y="4778276"/>
              <a:ext cx="12646" cy="12645"/>
            </a:xfrm>
            <a:custGeom>
              <a:rect b="b" l="l" r="r" t="t"/>
              <a:pathLst>
                <a:path extrusionOk="0" h="12645" w="12646">
                  <a:moveTo>
                    <a:pt x="0" y="0"/>
                  </a:move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29" name="Google Shape;429;p153"/>
            <p:cNvSpPr/>
            <p:nvPr/>
          </p:nvSpPr>
          <p:spPr>
            <a:xfrm>
              <a:off x="9932404" y="4774483"/>
              <a:ext cx="241550" cy="147952"/>
            </a:xfrm>
            <a:custGeom>
              <a:rect b="b" l="l" r="r" t="t"/>
              <a:pathLst>
                <a:path extrusionOk="0" h="147952" w="241550">
                  <a:moveTo>
                    <a:pt x="239021" y="147953"/>
                  </a:moveTo>
                  <a:cubicBezTo>
                    <a:pt x="237756" y="147953"/>
                    <a:pt x="237756" y="146689"/>
                    <a:pt x="236492" y="145424"/>
                  </a:cubicBezTo>
                  <a:cubicBezTo>
                    <a:pt x="235227" y="142895"/>
                    <a:pt x="236492" y="140366"/>
                    <a:pt x="239021" y="139101"/>
                  </a:cubicBezTo>
                  <a:cubicBezTo>
                    <a:pt x="239021" y="139101"/>
                    <a:pt x="239021" y="139101"/>
                    <a:pt x="239021" y="139101"/>
                  </a:cubicBezTo>
                  <a:lnTo>
                    <a:pt x="241550" y="137837"/>
                  </a:lnTo>
                  <a:lnTo>
                    <a:pt x="11382" y="0"/>
                  </a:lnTo>
                  <a:lnTo>
                    <a:pt x="3794" y="3794"/>
                  </a:lnTo>
                  <a:lnTo>
                    <a:pt x="3794" y="3794"/>
                  </a:lnTo>
                  <a:lnTo>
                    <a:pt x="3794" y="3794"/>
                  </a:lnTo>
                  <a:lnTo>
                    <a:pt x="1265" y="3794"/>
                  </a:lnTo>
                  <a:lnTo>
                    <a:pt x="0" y="3794"/>
                  </a:lnTo>
                  <a:lnTo>
                    <a:pt x="0" y="3794"/>
                  </a:lnTo>
                  <a:lnTo>
                    <a:pt x="0" y="3794"/>
                  </a:lnTo>
                  <a:lnTo>
                    <a:pt x="239021" y="147953"/>
                  </a:lnTo>
                  <a:lnTo>
                    <a:pt x="239021" y="147953"/>
                  </a:lnTo>
                  <a:lnTo>
                    <a:pt x="239021" y="147953"/>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30" name="Google Shape;430;p153"/>
            <p:cNvSpPr/>
            <p:nvPr/>
          </p:nvSpPr>
          <p:spPr>
            <a:xfrm>
              <a:off x="10167135" y="4846562"/>
              <a:ext cx="143402" cy="78402"/>
            </a:xfrm>
            <a:custGeom>
              <a:rect b="b" l="l" r="r" t="t"/>
              <a:pathLst>
                <a:path extrusionOk="0" h="78402" w="143402">
                  <a:moveTo>
                    <a:pt x="140874" y="3794"/>
                  </a:moveTo>
                  <a:lnTo>
                    <a:pt x="140874" y="3794"/>
                  </a:lnTo>
                  <a:cubicBezTo>
                    <a:pt x="140874" y="2529"/>
                    <a:pt x="140874" y="2529"/>
                    <a:pt x="140874" y="2529"/>
                  </a:cubicBezTo>
                  <a:cubicBezTo>
                    <a:pt x="140874" y="2529"/>
                    <a:pt x="140874" y="2529"/>
                    <a:pt x="140874" y="1265"/>
                  </a:cubicBezTo>
                  <a:lnTo>
                    <a:pt x="140874" y="1265"/>
                  </a:lnTo>
                  <a:lnTo>
                    <a:pt x="140874" y="1265"/>
                  </a:lnTo>
                  <a:lnTo>
                    <a:pt x="140874" y="0"/>
                  </a:lnTo>
                  <a:lnTo>
                    <a:pt x="142138" y="0"/>
                  </a:lnTo>
                  <a:lnTo>
                    <a:pt x="143403" y="0"/>
                  </a:lnTo>
                  <a:lnTo>
                    <a:pt x="143403" y="0"/>
                  </a:lnTo>
                  <a:lnTo>
                    <a:pt x="143403" y="0"/>
                  </a:lnTo>
                  <a:lnTo>
                    <a:pt x="5555" y="68286"/>
                  </a:lnTo>
                  <a:lnTo>
                    <a:pt x="3025" y="69551"/>
                  </a:lnTo>
                  <a:cubicBezTo>
                    <a:pt x="496" y="70815"/>
                    <a:pt x="-769" y="73344"/>
                    <a:pt x="496" y="75873"/>
                  </a:cubicBezTo>
                  <a:cubicBezTo>
                    <a:pt x="496" y="75873"/>
                    <a:pt x="496" y="75873"/>
                    <a:pt x="496" y="75873"/>
                  </a:cubicBezTo>
                  <a:cubicBezTo>
                    <a:pt x="496" y="77138"/>
                    <a:pt x="1761" y="77138"/>
                    <a:pt x="3025" y="78403"/>
                  </a:cubicBezTo>
                  <a:lnTo>
                    <a:pt x="4290" y="78403"/>
                  </a:lnTo>
                  <a:lnTo>
                    <a:pt x="5555" y="78403"/>
                  </a:lnTo>
                  <a:lnTo>
                    <a:pt x="6819" y="78403"/>
                  </a:lnTo>
                  <a:lnTo>
                    <a:pt x="6819" y="78403"/>
                  </a:lnTo>
                  <a:lnTo>
                    <a:pt x="10613" y="77138"/>
                  </a:lnTo>
                  <a:lnTo>
                    <a:pt x="142138" y="12646"/>
                  </a:lnTo>
                  <a:lnTo>
                    <a:pt x="140874" y="3794"/>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31" name="Google Shape;431;p153"/>
            <p:cNvSpPr/>
            <p:nvPr/>
          </p:nvSpPr>
          <p:spPr>
            <a:xfrm>
              <a:off x="10313068" y="4845298"/>
              <a:ext cx="12646" cy="12645"/>
            </a:xfrm>
            <a:custGeom>
              <a:rect b="b" l="l" r="r" t="t"/>
              <a:pathLst>
                <a:path extrusionOk="0" h="12645" w="12646">
                  <a:moveTo>
                    <a:pt x="0" y="0"/>
                  </a:move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32" name="Google Shape;432;p153"/>
            <p:cNvSpPr/>
            <p:nvPr/>
          </p:nvSpPr>
          <p:spPr>
            <a:xfrm>
              <a:off x="10314332" y="4845298"/>
              <a:ext cx="12646" cy="12645"/>
            </a:xfrm>
            <a:custGeom>
              <a:rect b="b" l="l" r="r" t="t"/>
              <a:pathLst>
                <a:path extrusionOk="0" h="12645" w="12646">
                  <a:moveTo>
                    <a:pt x="0" y="0"/>
                  </a:move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33" name="Google Shape;433;p153"/>
            <p:cNvSpPr/>
            <p:nvPr/>
          </p:nvSpPr>
          <p:spPr>
            <a:xfrm>
              <a:off x="10600146" y="4115649"/>
              <a:ext cx="140377" cy="723326"/>
            </a:xfrm>
            <a:custGeom>
              <a:rect b="b" l="l" r="r" t="t"/>
              <a:pathLst>
                <a:path extrusionOk="0" h="723326" w="140377">
                  <a:moveTo>
                    <a:pt x="134054" y="722062"/>
                  </a:moveTo>
                  <a:lnTo>
                    <a:pt x="140378" y="719532"/>
                  </a:lnTo>
                  <a:lnTo>
                    <a:pt x="8853" y="0"/>
                  </a:lnTo>
                  <a:lnTo>
                    <a:pt x="5059" y="2529"/>
                  </a:lnTo>
                  <a:lnTo>
                    <a:pt x="0" y="5058"/>
                  </a:lnTo>
                  <a:lnTo>
                    <a:pt x="131525" y="723326"/>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34" name="Google Shape;434;p153"/>
            <p:cNvSpPr/>
            <p:nvPr/>
          </p:nvSpPr>
          <p:spPr>
            <a:xfrm>
              <a:off x="11194537" y="5103267"/>
              <a:ext cx="35410" cy="22761"/>
            </a:xfrm>
            <a:custGeom>
              <a:rect b="b" l="l" r="r" t="t"/>
              <a:pathLst>
                <a:path extrusionOk="0" h="22761" w="35410">
                  <a:moveTo>
                    <a:pt x="0" y="1265"/>
                  </a:moveTo>
                  <a:lnTo>
                    <a:pt x="1265" y="7587"/>
                  </a:lnTo>
                  <a:lnTo>
                    <a:pt x="29087" y="22762"/>
                  </a:lnTo>
                  <a:lnTo>
                    <a:pt x="29087" y="20233"/>
                  </a:lnTo>
                  <a:lnTo>
                    <a:pt x="29087" y="20233"/>
                  </a:lnTo>
                  <a:cubicBezTo>
                    <a:pt x="29087" y="20233"/>
                    <a:pt x="29087" y="20233"/>
                    <a:pt x="29087" y="18968"/>
                  </a:cubicBezTo>
                  <a:cubicBezTo>
                    <a:pt x="29087" y="18968"/>
                    <a:pt x="29087" y="17704"/>
                    <a:pt x="29087" y="17704"/>
                  </a:cubicBezTo>
                  <a:lnTo>
                    <a:pt x="29087" y="17704"/>
                  </a:lnTo>
                  <a:lnTo>
                    <a:pt x="29087" y="17704"/>
                  </a:lnTo>
                  <a:lnTo>
                    <a:pt x="29087" y="17704"/>
                  </a:lnTo>
                  <a:lnTo>
                    <a:pt x="30352" y="17704"/>
                  </a:lnTo>
                  <a:lnTo>
                    <a:pt x="30352" y="17704"/>
                  </a:lnTo>
                  <a:lnTo>
                    <a:pt x="31617" y="17704"/>
                  </a:lnTo>
                  <a:lnTo>
                    <a:pt x="32881" y="17704"/>
                  </a:lnTo>
                  <a:lnTo>
                    <a:pt x="34146" y="17704"/>
                  </a:lnTo>
                  <a:lnTo>
                    <a:pt x="35411" y="17704"/>
                  </a:lnTo>
                  <a:lnTo>
                    <a:pt x="6323" y="0"/>
                  </a:lnTo>
                  <a:lnTo>
                    <a:pt x="0" y="1265"/>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35" name="Google Shape;435;p153"/>
            <p:cNvSpPr/>
            <p:nvPr/>
          </p:nvSpPr>
          <p:spPr>
            <a:xfrm>
              <a:off x="10308009" y="4850356"/>
              <a:ext cx="45527" cy="183360"/>
            </a:xfrm>
            <a:custGeom>
              <a:rect b="b" l="l" r="r" t="t"/>
              <a:pathLst>
                <a:path extrusionOk="0" h="183360" w="45527">
                  <a:moveTo>
                    <a:pt x="11382" y="8852"/>
                  </a:moveTo>
                  <a:lnTo>
                    <a:pt x="2529" y="3794"/>
                  </a:lnTo>
                  <a:cubicBezTo>
                    <a:pt x="1265" y="2529"/>
                    <a:pt x="0" y="1265"/>
                    <a:pt x="0" y="0"/>
                  </a:cubicBezTo>
                  <a:lnTo>
                    <a:pt x="0" y="0"/>
                  </a:lnTo>
                  <a:lnTo>
                    <a:pt x="1265" y="6323"/>
                  </a:lnTo>
                  <a:lnTo>
                    <a:pt x="36675" y="183361"/>
                  </a:lnTo>
                  <a:lnTo>
                    <a:pt x="40469" y="182096"/>
                  </a:lnTo>
                  <a:lnTo>
                    <a:pt x="45528" y="179567"/>
                  </a:lnTo>
                  <a:lnTo>
                    <a:pt x="11382" y="8852"/>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36" name="Google Shape;436;p153"/>
            <p:cNvSpPr/>
            <p:nvPr/>
          </p:nvSpPr>
          <p:spPr>
            <a:xfrm>
              <a:off x="10311803" y="4845298"/>
              <a:ext cx="12646" cy="12645"/>
            </a:xfrm>
            <a:custGeom>
              <a:rect b="b" l="l" r="r" t="t"/>
              <a:pathLst>
                <a:path extrusionOk="0" h="12645" w="12646">
                  <a:moveTo>
                    <a:pt x="0" y="0"/>
                  </a:move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37" name="Google Shape;437;p153"/>
            <p:cNvSpPr/>
            <p:nvPr/>
          </p:nvSpPr>
          <p:spPr>
            <a:xfrm>
              <a:off x="10314332" y="4845298"/>
              <a:ext cx="12646" cy="12645"/>
            </a:xfrm>
            <a:custGeom>
              <a:rect b="b" l="l" r="r" t="t"/>
              <a:pathLst>
                <a:path extrusionOk="0" h="12645" w="12646">
                  <a:moveTo>
                    <a:pt x="0" y="0"/>
                  </a:move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38" name="Google Shape;438;p153"/>
            <p:cNvSpPr/>
            <p:nvPr/>
          </p:nvSpPr>
          <p:spPr>
            <a:xfrm>
              <a:off x="10308009" y="4846562"/>
              <a:ext cx="193493" cy="113810"/>
            </a:xfrm>
            <a:custGeom>
              <a:rect b="b" l="l" r="r" t="t"/>
              <a:pathLst>
                <a:path extrusionOk="0" h="113810" w="193493">
                  <a:moveTo>
                    <a:pt x="11382" y="12646"/>
                  </a:moveTo>
                  <a:lnTo>
                    <a:pt x="183376" y="113810"/>
                  </a:lnTo>
                  <a:lnTo>
                    <a:pt x="190964" y="110017"/>
                  </a:lnTo>
                  <a:lnTo>
                    <a:pt x="193493" y="108752"/>
                  </a:lnTo>
                  <a:lnTo>
                    <a:pt x="6323" y="0"/>
                  </a:lnTo>
                  <a:lnTo>
                    <a:pt x="6323" y="0"/>
                  </a:lnTo>
                  <a:lnTo>
                    <a:pt x="6323" y="0"/>
                  </a:lnTo>
                  <a:lnTo>
                    <a:pt x="5059" y="0"/>
                  </a:lnTo>
                  <a:lnTo>
                    <a:pt x="2529" y="0"/>
                  </a:lnTo>
                  <a:lnTo>
                    <a:pt x="2529" y="0"/>
                  </a:lnTo>
                  <a:lnTo>
                    <a:pt x="1265" y="0"/>
                  </a:lnTo>
                  <a:lnTo>
                    <a:pt x="0" y="0"/>
                  </a:lnTo>
                  <a:lnTo>
                    <a:pt x="0" y="1265"/>
                  </a:lnTo>
                  <a:lnTo>
                    <a:pt x="0" y="1265"/>
                  </a:lnTo>
                  <a:lnTo>
                    <a:pt x="0" y="1265"/>
                  </a:lnTo>
                  <a:cubicBezTo>
                    <a:pt x="0" y="1265"/>
                    <a:pt x="0" y="1265"/>
                    <a:pt x="0" y="2529"/>
                  </a:cubicBezTo>
                  <a:cubicBezTo>
                    <a:pt x="0" y="2529"/>
                    <a:pt x="0" y="3794"/>
                    <a:pt x="0" y="3794"/>
                  </a:cubicBezTo>
                  <a:cubicBezTo>
                    <a:pt x="0" y="5059"/>
                    <a:pt x="1265" y="6323"/>
                    <a:pt x="2529" y="7587"/>
                  </a:cubicBezTo>
                  <a:lnTo>
                    <a:pt x="11382" y="12646"/>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39" name="Google Shape;439;p153"/>
            <p:cNvSpPr/>
            <p:nvPr/>
          </p:nvSpPr>
          <p:spPr>
            <a:xfrm>
              <a:off x="11194537" y="4911055"/>
              <a:ext cx="365487" cy="194741"/>
            </a:xfrm>
            <a:custGeom>
              <a:rect b="b" l="l" r="r" t="t"/>
              <a:pathLst>
                <a:path extrusionOk="0" h="194741" w="365487">
                  <a:moveTo>
                    <a:pt x="365487" y="1265"/>
                  </a:moveTo>
                  <a:lnTo>
                    <a:pt x="362958" y="0"/>
                  </a:lnTo>
                  <a:lnTo>
                    <a:pt x="362958" y="0"/>
                  </a:lnTo>
                  <a:lnTo>
                    <a:pt x="361693" y="0"/>
                  </a:lnTo>
                  <a:lnTo>
                    <a:pt x="361693" y="0"/>
                  </a:lnTo>
                  <a:lnTo>
                    <a:pt x="0" y="190948"/>
                  </a:lnTo>
                  <a:cubicBezTo>
                    <a:pt x="0" y="190948"/>
                    <a:pt x="0" y="190948"/>
                    <a:pt x="0" y="190948"/>
                  </a:cubicBezTo>
                  <a:lnTo>
                    <a:pt x="1265" y="194742"/>
                  </a:lnTo>
                  <a:lnTo>
                    <a:pt x="6323" y="192213"/>
                  </a:lnTo>
                  <a:lnTo>
                    <a:pt x="365487" y="1265"/>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40" name="Google Shape;440;p153"/>
            <p:cNvSpPr/>
            <p:nvPr/>
          </p:nvSpPr>
          <p:spPr>
            <a:xfrm>
              <a:off x="11733283" y="6601766"/>
              <a:ext cx="48057" cy="252910"/>
            </a:xfrm>
            <a:custGeom>
              <a:rect b="b" l="l" r="r" t="t"/>
              <a:pathLst>
                <a:path extrusionOk="0" h="252910" w="48057">
                  <a:moveTo>
                    <a:pt x="5059" y="1265"/>
                  </a:moveTo>
                  <a:lnTo>
                    <a:pt x="5059" y="1265"/>
                  </a:lnTo>
                  <a:lnTo>
                    <a:pt x="5059" y="1265"/>
                  </a:lnTo>
                  <a:lnTo>
                    <a:pt x="5059" y="1265"/>
                  </a:lnTo>
                  <a:lnTo>
                    <a:pt x="2529" y="1265"/>
                  </a:lnTo>
                  <a:lnTo>
                    <a:pt x="1265" y="1265"/>
                  </a:lnTo>
                  <a:lnTo>
                    <a:pt x="1265" y="1265"/>
                  </a:lnTo>
                  <a:lnTo>
                    <a:pt x="0" y="0"/>
                  </a:lnTo>
                  <a:lnTo>
                    <a:pt x="39205" y="252911"/>
                  </a:lnTo>
                  <a:lnTo>
                    <a:pt x="48057" y="252911"/>
                  </a:lnTo>
                  <a:lnTo>
                    <a:pt x="8853" y="0"/>
                  </a:lnTo>
                  <a:lnTo>
                    <a:pt x="5059" y="1265"/>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41" name="Google Shape;441;p153"/>
            <p:cNvSpPr/>
            <p:nvPr/>
          </p:nvSpPr>
          <p:spPr>
            <a:xfrm>
              <a:off x="10983338" y="3932288"/>
              <a:ext cx="12646" cy="12645"/>
            </a:xfrm>
            <a:custGeom>
              <a:rect b="b" l="l" r="r" t="t"/>
              <a:pathLst>
                <a:path extrusionOk="0" h="12645" w="12646">
                  <a:moveTo>
                    <a:pt x="0" y="0"/>
                  </a:move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42" name="Google Shape;442;p153"/>
            <p:cNvSpPr/>
            <p:nvPr/>
          </p:nvSpPr>
          <p:spPr>
            <a:xfrm>
              <a:off x="10982074" y="3932288"/>
              <a:ext cx="12646" cy="12645"/>
            </a:xfrm>
            <a:custGeom>
              <a:rect b="b" l="l" r="r" t="t"/>
              <a:pathLst>
                <a:path extrusionOk="0" h="12645" w="12646">
                  <a:moveTo>
                    <a:pt x="0" y="0"/>
                  </a:move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43" name="Google Shape;443;p153"/>
            <p:cNvSpPr/>
            <p:nvPr/>
          </p:nvSpPr>
          <p:spPr>
            <a:xfrm>
              <a:off x="10601411" y="3933553"/>
              <a:ext cx="378133" cy="184625"/>
            </a:xfrm>
            <a:custGeom>
              <a:rect b="b" l="l" r="r" t="t"/>
              <a:pathLst>
                <a:path extrusionOk="0" h="184625" w="378133">
                  <a:moveTo>
                    <a:pt x="6323" y="178302"/>
                  </a:moveTo>
                  <a:cubicBezTo>
                    <a:pt x="7588" y="180831"/>
                    <a:pt x="6323" y="183361"/>
                    <a:pt x="3794" y="184625"/>
                  </a:cubicBezTo>
                  <a:lnTo>
                    <a:pt x="7588" y="183361"/>
                  </a:lnTo>
                  <a:lnTo>
                    <a:pt x="376869" y="10116"/>
                  </a:lnTo>
                  <a:lnTo>
                    <a:pt x="375605" y="3794"/>
                  </a:lnTo>
                  <a:lnTo>
                    <a:pt x="375605" y="3794"/>
                  </a:lnTo>
                  <a:cubicBezTo>
                    <a:pt x="375605" y="3794"/>
                    <a:pt x="375605" y="2529"/>
                    <a:pt x="375605" y="2529"/>
                  </a:cubicBezTo>
                  <a:cubicBezTo>
                    <a:pt x="375605" y="2529"/>
                    <a:pt x="375605" y="2529"/>
                    <a:pt x="375605" y="1265"/>
                  </a:cubicBezTo>
                  <a:lnTo>
                    <a:pt x="375605" y="1265"/>
                  </a:lnTo>
                  <a:lnTo>
                    <a:pt x="375605" y="1265"/>
                  </a:lnTo>
                  <a:lnTo>
                    <a:pt x="375605" y="0"/>
                  </a:lnTo>
                  <a:lnTo>
                    <a:pt x="376869" y="0"/>
                  </a:lnTo>
                  <a:lnTo>
                    <a:pt x="378134" y="0"/>
                  </a:lnTo>
                  <a:lnTo>
                    <a:pt x="378134" y="0"/>
                  </a:lnTo>
                  <a:lnTo>
                    <a:pt x="0" y="177038"/>
                  </a:lnTo>
                  <a:cubicBezTo>
                    <a:pt x="0" y="175773"/>
                    <a:pt x="3794" y="175773"/>
                    <a:pt x="6323" y="178302"/>
                  </a:cubicBezTo>
                  <a:cubicBezTo>
                    <a:pt x="5059" y="177038"/>
                    <a:pt x="6323" y="177038"/>
                    <a:pt x="6323" y="178302"/>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44" name="Google Shape;444;p153"/>
            <p:cNvSpPr/>
            <p:nvPr/>
          </p:nvSpPr>
          <p:spPr>
            <a:xfrm>
              <a:off x="10584970" y="4108830"/>
              <a:ext cx="23260" cy="15670"/>
            </a:xfrm>
            <a:custGeom>
              <a:rect b="b" l="l" r="r" t="t"/>
              <a:pathLst>
                <a:path extrusionOk="0" h="15670" w="23260">
                  <a:moveTo>
                    <a:pt x="3794" y="9348"/>
                  </a:moveTo>
                  <a:lnTo>
                    <a:pt x="3794" y="9348"/>
                  </a:lnTo>
                  <a:lnTo>
                    <a:pt x="3794" y="9348"/>
                  </a:lnTo>
                  <a:lnTo>
                    <a:pt x="5059" y="10612"/>
                  </a:lnTo>
                  <a:lnTo>
                    <a:pt x="5059" y="11877"/>
                  </a:lnTo>
                  <a:lnTo>
                    <a:pt x="5059" y="11877"/>
                  </a:lnTo>
                  <a:lnTo>
                    <a:pt x="6323" y="15671"/>
                  </a:lnTo>
                  <a:lnTo>
                    <a:pt x="15176" y="11877"/>
                  </a:lnTo>
                  <a:lnTo>
                    <a:pt x="20235" y="9348"/>
                  </a:lnTo>
                  <a:cubicBezTo>
                    <a:pt x="22764" y="8084"/>
                    <a:pt x="24028" y="5554"/>
                    <a:pt x="22764" y="3025"/>
                  </a:cubicBezTo>
                  <a:cubicBezTo>
                    <a:pt x="21499" y="496"/>
                    <a:pt x="18970" y="-769"/>
                    <a:pt x="16441" y="496"/>
                  </a:cubicBezTo>
                  <a:lnTo>
                    <a:pt x="0" y="6819"/>
                  </a:lnTo>
                  <a:lnTo>
                    <a:pt x="2529" y="8084"/>
                  </a:lnTo>
                  <a:cubicBezTo>
                    <a:pt x="1265" y="8084"/>
                    <a:pt x="3794" y="8084"/>
                    <a:pt x="3794" y="9348"/>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45" name="Google Shape;445;p153"/>
            <p:cNvSpPr/>
            <p:nvPr/>
          </p:nvSpPr>
          <p:spPr>
            <a:xfrm>
              <a:off x="10103134" y="3226666"/>
              <a:ext cx="972524" cy="432478"/>
            </a:xfrm>
            <a:custGeom>
              <a:rect b="b" l="l" r="r" t="t"/>
              <a:pathLst>
                <a:path extrusionOk="0" h="432478" w="972524">
                  <a:moveTo>
                    <a:pt x="1265" y="432478"/>
                  </a:moveTo>
                  <a:lnTo>
                    <a:pt x="972525" y="8852"/>
                  </a:lnTo>
                  <a:lnTo>
                    <a:pt x="971260" y="3794"/>
                  </a:lnTo>
                  <a:lnTo>
                    <a:pt x="971260" y="0"/>
                  </a:lnTo>
                  <a:lnTo>
                    <a:pt x="0" y="423626"/>
                  </a:lnTo>
                  <a:lnTo>
                    <a:pt x="1265" y="428685"/>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46" name="Google Shape;446;p153"/>
            <p:cNvSpPr/>
            <p:nvPr/>
          </p:nvSpPr>
          <p:spPr>
            <a:xfrm>
              <a:off x="10582441" y="4120707"/>
              <a:ext cx="141642" cy="724590"/>
            </a:xfrm>
            <a:custGeom>
              <a:rect b="b" l="l" r="r" t="t"/>
              <a:pathLst>
                <a:path extrusionOk="0" h="724590" w="141642">
                  <a:moveTo>
                    <a:pt x="137848" y="724591"/>
                  </a:moveTo>
                  <a:lnTo>
                    <a:pt x="141642" y="723326"/>
                  </a:lnTo>
                  <a:lnTo>
                    <a:pt x="10117" y="3794"/>
                  </a:lnTo>
                  <a:lnTo>
                    <a:pt x="8853" y="0"/>
                  </a:lnTo>
                  <a:lnTo>
                    <a:pt x="8853" y="0"/>
                  </a:lnTo>
                  <a:cubicBezTo>
                    <a:pt x="8853" y="1265"/>
                    <a:pt x="8853" y="2529"/>
                    <a:pt x="8853" y="3794"/>
                  </a:cubicBezTo>
                  <a:cubicBezTo>
                    <a:pt x="7588" y="6323"/>
                    <a:pt x="5059" y="6323"/>
                    <a:pt x="2529" y="6323"/>
                  </a:cubicBezTo>
                  <a:cubicBezTo>
                    <a:pt x="2529" y="6323"/>
                    <a:pt x="2529" y="6323"/>
                    <a:pt x="2529" y="6323"/>
                  </a:cubicBezTo>
                  <a:lnTo>
                    <a:pt x="0" y="5058"/>
                  </a:lnTo>
                  <a:lnTo>
                    <a:pt x="131525" y="722062"/>
                  </a:lnTo>
                  <a:lnTo>
                    <a:pt x="137848" y="724591"/>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47" name="Google Shape;447;p153"/>
            <p:cNvSpPr/>
            <p:nvPr/>
          </p:nvSpPr>
          <p:spPr>
            <a:xfrm>
              <a:off x="9817320" y="5182934"/>
              <a:ext cx="31616" cy="104958"/>
            </a:xfrm>
            <a:custGeom>
              <a:rect b="b" l="l" r="r" t="t"/>
              <a:pathLst>
                <a:path extrusionOk="0" h="104958" w="31616">
                  <a:moveTo>
                    <a:pt x="31617" y="101164"/>
                  </a:moveTo>
                  <a:lnTo>
                    <a:pt x="11382" y="11381"/>
                  </a:lnTo>
                  <a:lnTo>
                    <a:pt x="8853" y="0"/>
                  </a:lnTo>
                  <a:cubicBezTo>
                    <a:pt x="8853" y="2529"/>
                    <a:pt x="7588" y="5058"/>
                    <a:pt x="5059" y="5058"/>
                  </a:cubicBezTo>
                  <a:cubicBezTo>
                    <a:pt x="5059" y="5058"/>
                    <a:pt x="5059" y="5058"/>
                    <a:pt x="5059" y="5058"/>
                  </a:cubicBezTo>
                  <a:cubicBezTo>
                    <a:pt x="2529" y="5058"/>
                    <a:pt x="0" y="3794"/>
                    <a:pt x="0" y="1265"/>
                  </a:cubicBezTo>
                  <a:cubicBezTo>
                    <a:pt x="0" y="1265"/>
                    <a:pt x="0" y="1265"/>
                    <a:pt x="0" y="1265"/>
                  </a:cubicBezTo>
                  <a:lnTo>
                    <a:pt x="22764" y="104958"/>
                  </a:lnTo>
                  <a:lnTo>
                    <a:pt x="26558" y="103694"/>
                  </a:lnTo>
                  <a:lnTo>
                    <a:pt x="31617" y="101164"/>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48" name="Google Shape;448;p153"/>
            <p:cNvSpPr/>
            <p:nvPr/>
          </p:nvSpPr>
          <p:spPr>
            <a:xfrm>
              <a:off x="11184419" y="5100738"/>
              <a:ext cx="74615" cy="395806"/>
            </a:xfrm>
            <a:custGeom>
              <a:rect b="b" l="l" r="r" t="t"/>
              <a:pathLst>
                <a:path extrusionOk="0" h="395806" w="74615">
                  <a:moveTo>
                    <a:pt x="11382" y="10117"/>
                  </a:moveTo>
                  <a:lnTo>
                    <a:pt x="10117" y="3794"/>
                  </a:lnTo>
                  <a:lnTo>
                    <a:pt x="8853" y="0"/>
                  </a:lnTo>
                  <a:cubicBezTo>
                    <a:pt x="8853" y="0"/>
                    <a:pt x="8853" y="0"/>
                    <a:pt x="8853" y="0"/>
                  </a:cubicBezTo>
                  <a:lnTo>
                    <a:pt x="0" y="5058"/>
                  </a:lnTo>
                  <a:lnTo>
                    <a:pt x="65763" y="395806"/>
                  </a:lnTo>
                  <a:lnTo>
                    <a:pt x="68292" y="394542"/>
                  </a:lnTo>
                  <a:lnTo>
                    <a:pt x="74615" y="390748"/>
                  </a:lnTo>
                  <a:lnTo>
                    <a:pt x="11382" y="10117"/>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49" name="Google Shape;449;p153"/>
            <p:cNvSpPr/>
            <p:nvPr/>
          </p:nvSpPr>
          <p:spPr>
            <a:xfrm>
              <a:off x="11449998" y="4137146"/>
              <a:ext cx="44263" cy="30349"/>
            </a:xfrm>
            <a:custGeom>
              <a:rect b="b" l="l" r="r" t="t"/>
              <a:pathLst>
                <a:path extrusionOk="0" h="30349" w="44263">
                  <a:moveTo>
                    <a:pt x="1265" y="30349"/>
                  </a:moveTo>
                  <a:lnTo>
                    <a:pt x="44263" y="8852"/>
                  </a:lnTo>
                  <a:lnTo>
                    <a:pt x="44263" y="3794"/>
                  </a:lnTo>
                  <a:lnTo>
                    <a:pt x="42999" y="0"/>
                  </a:lnTo>
                  <a:lnTo>
                    <a:pt x="0" y="21497"/>
                  </a:lnTo>
                  <a:lnTo>
                    <a:pt x="1265" y="26555"/>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50" name="Google Shape;450;p153"/>
            <p:cNvSpPr/>
            <p:nvPr/>
          </p:nvSpPr>
          <p:spPr>
            <a:xfrm>
              <a:off x="11214771" y="4049892"/>
              <a:ext cx="12646" cy="948"/>
            </a:xfrm>
            <a:custGeom>
              <a:rect b="b" l="l" r="r" t="t"/>
              <a:pathLst>
                <a:path extrusionOk="0" h="948" w="12646">
                  <a:moveTo>
                    <a:pt x="0" y="0"/>
                  </a:moveTo>
                  <a:lnTo>
                    <a:pt x="0" y="0"/>
                  </a:lnTo>
                  <a:lnTo>
                    <a:pt x="0" y="0"/>
                  </a:lnTo>
                  <a:cubicBezTo>
                    <a:pt x="0" y="1265"/>
                    <a:pt x="0" y="1265"/>
                    <a:pt x="0" y="0"/>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51" name="Google Shape;451;p153"/>
            <p:cNvSpPr/>
            <p:nvPr/>
          </p:nvSpPr>
          <p:spPr>
            <a:xfrm>
              <a:off x="10984603" y="3931024"/>
              <a:ext cx="223845" cy="121397"/>
            </a:xfrm>
            <a:custGeom>
              <a:rect b="b" l="l" r="r" t="t"/>
              <a:pathLst>
                <a:path extrusionOk="0" h="121397" w="223845">
                  <a:moveTo>
                    <a:pt x="2529" y="5058"/>
                  </a:moveTo>
                  <a:lnTo>
                    <a:pt x="3794" y="13910"/>
                  </a:lnTo>
                  <a:lnTo>
                    <a:pt x="223845" y="121397"/>
                  </a:lnTo>
                  <a:lnTo>
                    <a:pt x="223845" y="121397"/>
                  </a:lnTo>
                  <a:cubicBezTo>
                    <a:pt x="222580" y="121397"/>
                    <a:pt x="221316" y="120133"/>
                    <a:pt x="221316" y="117604"/>
                  </a:cubicBezTo>
                  <a:lnTo>
                    <a:pt x="220051" y="108752"/>
                  </a:lnTo>
                  <a:lnTo>
                    <a:pt x="0" y="0"/>
                  </a:lnTo>
                  <a:lnTo>
                    <a:pt x="0" y="0"/>
                  </a:lnTo>
                  <a:cubicBezTo>
                    <a:pt x="1265" y="1265"/>
                    <a:pt x="1265" y="2529"/>
                    <a:pt x="2529" y="5058"/>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52" name="Google Shape;452;p153"/>
            <p:cNvSpPr/>
            <p:nvPr/>
          </p:nvSpPr>
          <p:spPr>
            <a:xfrm>
              <a:off x="10982074" y="3932288"/>
              <a:ext cx="12646" cy="12645"/>
            </a:xfrm>
            <a:custGeom>
              <a:rect b="b" l="l" r="r" t="t"/>
              <a:pathLst>
                <a:path extrusionOk="0" h="12645" w="12646">
                  <a:moveTo>
                    <a:pt x="0" y="0"/>
                  </a:move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53" name="Google Shape;453;p153"/>
            <p:cNvSpPr/>
            <p:nvPr/>
          </p:nvSpPr>
          <p:spPr>
            <a:xfrm>
              <a:off x="10980809" y="3932288"/>
              <a:ext cx="12646" cy="12645"/>
            </a:xfrm>
            <a:custGeom>
              <a:rect b="b" l="l" r="r" t="t"/>
              <a:pathLst>
                <a:path extrusionOk="0" h="12645" w="12646">
                  <a:moveTo>
                    <a:pt x="0" y="0"/>
                  </a:move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54" name="Google Shape;454;p153"/>
            <p:cNvSpPr/>
            <p:nvPr/>
          </p:nvSpPr>
          <p:spPr>
            <a:xfrm>
              <a:off x="10978280" y="3934255"/>
              <a:ext cx="12646" cy="562"/>
            </a:xfrm>
            <a:custGeom>
              <a:rect b="b" l="l" r="r" t="t"/>
              <a:pathLst>
                <a:path extrusionOk="0" h="562" w="12646">
                  <a:moveTo>
                    <a:pt x="0" y="562"/>
                  </a:moveTo>
                  <a:lnTo>
                    <a:pt x="0" y="562"/>
                  </a:lnTo>
                  <a:cubicBezTo>
                    <a:pt x="0" y="562"/>
                    <a:pt x="0" y="-703"/>
                    <a:pt x="0" y="562"/>
                  </a:cubicBezTo>
                  <a:lnTo>
                    <a:pt x="0" y="562"/>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55" name="Google Shape;455;p153"/>
            <p:cNvSpPr/>
            <p:nvPr/>
          </p:nvSpPr>
          <p:spPr>
            <a:xfrm>
              <a:off x="9743970" y="5338475"/>
              <a:ext cx="12646" cy="948"/>
            </a:xfrm>
            <a:custGeom>
              <a:rect b="b" l="l" r="r" t="t"/>
              <a:pathLst>
                <a:path extrusionOk="0" h="948" w="12646">
                  <a:moveTo>
                    <a:pt x="0" y="0"/>
                  </a:moveTo>
                  <a:cubicBezTo>
                    <a:pt x="0" y="1264"/>
                    <a:pt x="0" y="1264"/>
                    <a:pt x="0" y="0"/>
                  </a:cubicBezTo>
                  <a:cubicBezTo>
                    <a:pt x="0" y="1264"/>
                    <a:pt x="0" y="1264"/>
                    <a:pt x="0" y="0"/>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56" name="Google Shape;456;p153"/>
            <p:cNvSpPr/>
            <p:nvPr/>
          </p:nvSpPr>
          <p:spPr>
            <a:xfrm>
              <a:off x="9743970" y="5337210"/>
              <a:ext cx="12646" cy="12645"/>
            </a:xfrm>
            <a:custGeom>
              <a:rect b="b" l="l" r="r" t="t"/>
              <a:pathLst>
                <a:path extrusionOk="0" h="12645" w="12646">
                  <a:moveTo>
                    <a:pt x="0" y="0"/>
                  </a:move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57" name="Google Shape;457;p153"/>
            <p:cNvSpPr/>
            <p:nvPr/>
          </p:nvSpPr>
          <p:spPr>
            <a:xfrm>
              <a:off x="9745235" y="5335945"/>
              <a:ext cx="12646" cy="12645"/>
            </a:xfrm>
            <a:custGeom>
              <a:rect b="b" l="l" r="r" t="t"/>
              <a:pathLst>
                <a:path extrusionOk="0" h="12645" w="12646">
                  <a:moveTo>
                    <a:pt x="0" y="0"/>
                  </a:moveTo>
                  <a:lnTo>
                    <a:pt x="0" y="0"/>
                  </a:lnTo>
                  <a:lnTo>
                    <a:pt x="0" y="0"/>
                  </a:lnTo>
                  <a:cubicBezTo>
                    <a:pt x="0" y="0"/>
                    <a:pt x="0" y="0"/>
                    <a:pt x="0" y="0"/>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58" name="Google Shape;458;p153"/>
            <p:cNvSpPr/>
            <p:nvPr/>
          </p:nvSpPr>
          <p:spPr>
            <a:xfrm>
              <a:off x="9743970" y="5343533"/>
              <a:ext cx="193493" cy="824490"/>
            </a:xfrm>
            <a:custGeom>
              <a:rect b="b" l="l" r="r" t="t"/>
              <a:pathLst>
                <a:path extrusionOk="0" h="824490" w="193493">
                  <a:moveTo>
                    <a:pt x="185905" y="818168"/>
                  </a:moveTo>
                  <a:cubicBezTo>
                    <a:pt x="187170" y="815639"/>
                    <a:pt x="189699" y="815639"/>
                    <a:pt x="192229" y="816903"/>
                  </a:cubicBezTo>
                  <a:cubicBezTo>
                    <a:pt x="192229" y="816903"/>
                    <a:pt x="192229" y="816903"/>
                    <a:pt x="192229" y="816903"/>
                  </a:cubicBezTo>
                  <a:lnTo>
                    <a:pt x="193493" y="818168"/>
                  </a:lnTo>
                  <a:lnTo>
                    <a:pt x="11382" y="7587"/>
                  </a:lnTo>
                  <a:lnTo>
                    <a:pt x="1265" y="1265"/>
                  </a:lnTo>
                  <a:lnTo>
                    <a:pt x="1265" y="1265"/>
                  </a:lnTo>
                  <a:lnTo>
                    <a:pt x="0" y="0"/>
                  </a:lnTo>
                  <a:lnTo>
                    <a:pt x="0" y="0"/>
                  </a:lnTo>
                  <a:lnTo>
                    <a:pt x="0" y="0"/>
                  </a:lnTo>
                  <a:cubicBezTo>
                    <a:pt x="0" y="0"/>
                    <a:pt x="0" y="0"/>
                    <a:pt x="0" y="0"/>
                  </a:cubicBezTo>
                  <a:cubicBezTo>
                    <a:pt x="0" y="0"/>
                    <a:pt x="0" y="0"/>
                    <a:pt x="0" y="0"/>
                  </a:cubicBezTo>
                  <a:lnTo>
                    <a:pt x="0" y="0"/>
                  </a:lnTo>
                  <a:lnTo>
                    <a:pt x="185905" y="823226"/>
                  </a:lnTo>
                  <a:cubicBezTo>
                    <a:pt x="185905" y="823226"/>
                    <a:pt x="185905" y="823226"/>
                    <a:pt x="185905" y="824490"/>
                  </a:cubicBezTo>
                  <a:cubicBezTo>
                    <a:pt x="184641" y="821961"/>
                    <a:pt x="184641" y="819432"/>
                    <a:pt x="185905" y="818168"/>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59" name="Google Shape;459;p153"/>
            <p:cNvSpPr/>
            <p:nvPr/>
          </p:nvSpPr>
          <p:spPr>
            <a:xfrm>
              <a:off x="9745235" y="5342268"/>
              <a:ext cx="442631" cy="288318"/>
            </a:xfrm>
            <a:custGeom>
              <a:rect b="b" l="l" r="r" t="t"/>
              <a:pathLst>
                <a:path extrusionOk="0" h="288318" w="442631">
                  <a:moveTo>
                    <a:pt x="437573" y="284525"/>
                  </a:moveTo>
                  <a:lnTo>
                    <a:pt x="437573" y="284525"/>
                  </a:lnTo>
                  <a:cubicBezTo>
                    <a:pt x="437573" y="284525"/>
                    <a:pt x="437573" y="283260"/>
                    <a:pt x="437573" y="284525"/>
                  </a:cubicBezTo>
                  <a:lnTo>
                    <a:pt x="437573" y="283260"/>
                  </a:lnTo>
                  <a:lnTo>
                    <a:pt x="437573" y="281996"/>
                  </a:lnTo>
                  <a:lnTo>
                    <a:pt x="437573" y="280732"/>
                  </a:lnTo>
                  <a:lnTo>
                    <a:pt x="438838" y="280732"/>
                  </a:lnTo>
                  <a:cubicBezTo>
                    <a:pt x="438838" y="280732"/>
                    <a:pt x="438838" y="280732"/>
                    <a:pt x="440102" y="280732"/>
                  </a:cubicBezTo>
                  <a:cubicBezTo>
                    <a:pt x="441367" y="280732"/>
                    <a:pt x="440102" y="280732"/>
                    <a:pt x="440102" y="280732"/>
                  </a:cubicBezTo>
                  <a:lnTo>
                    <a:pt x="442632" y="279467"/>
                  </a:lnTo>
                  <a:lnTo>
                    <a:pt x="12647" y="0"/>
                  </a:lnTo>
                  <a:lnTo>
                    <a:pt x="5059" y="3794"/>
                  </a:lnTo>
                  <a:cubicBezTo>
                    <a:pt x="3794" y="5058"/>
                    <a:pt x="1265" y="5058"/>
                    <a:pt x="0" y="3794"/>
                  </a:cubicBezTo>
                  <a:lnTo>
                    <a:pt x="0" y="3794"/>
                  </a:lnTo>
                  <a:lnTo>
                    <a:pt x="10117" y="10116"/>
                  </a:lnTo>
                  <a:lnTo>
                    <a:pt x="437573" y="288319"/>
                  </a:lnTo>
                  <a:lnTo>
                    <a:pt x="437573" y="284525"/>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60" name="Google Shape;460;p153"/>
            <p:cNvSpPr/>
            <p:nvPr/>
          </p:nvSpPr>
          <p:spPr>
            <a:xfrm>
              <a:off x="9742705" y="5339739"/>
              <a:ext cx="948" cy="12645"/>
            </a:xfrm>
            <a:custGeom>
              <a:rect b="b" l="l" r="r" t="t"/>
              <a:pathLst>
                <a:path extrusionOk="0" h="12645" w="948">
                  <a:moveTo>
                    <a:pt x="0" y="0"/>
                  </a:moveTo>
                  <a:lnTo>
                    <a:pt x="0" y="0"/>
                  </a:lnTo>
                  <a:cubicBezTo>
                    <a:pt x="1265" y="0"/>
                    <a:pt x="1265" y="0"/>
                    <a:pt x="0" y="0"/>
                  </a:cubicBezTo>
                  <a:cubicBezTo>
                    <a:pt x="1265" y="0"/>
                    <a:pt x="1265" y="0"/>
                    <a:pt x="0" y="0"/>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61" name="Google Shape;461;p153"/>
            <p:cNvSpPr/>
            <p:nvPr/>
          </p:nvSpPr>
          <p:spPr>
            <a:xfrm>
              <a:off x="9743970" y="5337210"/>
              <a:ext cx="12646" cy="12645"/>
            </a:xfrm>
            <a:custGeom>
              <a:rect b="b" l="l" r="r" t="t"/>
              <a:pathLst>
                <a:path extrusionOk="0" h="12645" w="12646">
                  <a:moveTo>
                    <a:pt x="0" y="0"/>
                  </a:move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62" name="Google Shape;462;p153"/>
            <p:cNvSpPr/>
            <p:nvPr/>
          </p:nvSpPr>
          <p:spPr>
            <a:xfrm>
              <a:off x="9743970" y="5341004"/>
              <a:ext cx="12646" cy="12645"/>
            </a:xfrm>
            <a:custGeom>
              <a:rect b="b" l="l" r="r" t="t"/>
              <a:pathLst>
                <a:path extrusionOk="0" h="12645" w="12646">
                  <a:moveTo>
                    <a:pt x="0" y="0"/>
                  </a:moveTo>
                  <a:lnTo>
                    <a:pt x="0" y="0"/>
                  </a:lnTo>
                  <a:lnTo>
                    <a:pt x="0" y="0"/>
                  </a:lnTo>
                  <a:cubicBezTo>
                    <a:pt x="0" y="0"/>
                    <a:pt x="0" y="0"/>
                    <a:pt x="0" y="0"/>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63" name="Google Shape;463;p153"/>
            <p:cNvSpPr/>
            <p:nvPr/>
          </p:nvSpPr>
          <p:spPr>
            <a:xfrm>
              <a:off x="9745235" y="5335945"/>
              <a:ext cx="12646" cy="12645"/>
            </a:xfrm>
            <a:custGeom>
              <a:rect b="b" l="l" r="r" t="t"/>
              <a:pathLst>
                <a:path extrusionOk="0" h="12645" w="12646">
                  <a:moveTo>
                    <a:pt x="0" y="0"/>
                  </a:move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64" name="Google Shape;464;p153"/>
            <p:cNvSpPr/>
            <p:nvPr/>
          </p:nvSpPr>
          <p:spPr>
            <a:xfrm>
              <a:off x="10181543" y="5628058"/>
              <a:ext cx="93584" cy="409716"/>
            </a:xfrm>
            <a:custGeom>
              <a:rect b="b" l="l" r="r" t="t"/>
              <a:pathLst>
                <a:path extrusionOk="0" h="409716" w="93584">
                  <a:moveTo>
                    <a:pt x="87262" y="407187"/>
                  </a:moveTo>
                  <a:lnTo>
                    <a:pt x="87262" y="407187"/>
                  </a:lnTo>
                  <a:lnTo>
                    <a:pt x="87262" y="405923"/>
                  </a:lnTo>
                  <a:lnTo>
                    <a:pt x="88526" y="404658"/>
                  </a:lnTo>
                  <a:lnTo>
                    <a:pt x="88526" y="404658"/>
                  </a:lnTo>
                  <a:lnTo>
                    <a:pt x="88526" y="404658"/>
                  </a:lnTo>
                  <a:lnTo>
                    <a:pt x="93585" y="402129"/>
                  </a:lnTo>
                  <a:lnTo>
                    <a:pt x="8853" y="1265"/>
                  </a:lnTo>
                  <a:lnTo>
                    <a:pt x="6323" y="2529"/>
                  </a:lnTo>
                  <a:cubicBezTo>
                    <a:pt x="3794" y="3794"/>
                    <a:pt x="1265" y="2529"/>
                    <a:pt x="0" y="1265"/>
                  </a:cubicBezTo>
                  <a:cubicBezTo>
                    <a:pt x="0" y="1265"/>
                    <a:pt x="0" y="0"/>
                    <a:pt x="0" y="0"/>
                  </a:cubicBezTo>
                  <a:lnTo>
                    <a:pt x="0" y="0"/>
                  </a:lnTo>
                  <a:lnTo>
                    <a:pt x="0" y="1265"/>
                  </a:lnTo>
                  <a:lnTo>
                    <a:pt x="85997" y="409716"/>
                  </a:lnTo>
                  <a:lnTo>
                    <a:pt x="85997" y="409716"/>
                  </a:lnTo>
                  <a:cubicBezTo>
                    <a:pt x="85997" y="409716"/>
                    <a:pt x="85997" y="409716"/>
                    <a:pt x="85997" y="408451"/>
                  </a:cubicBezTo>
                  <a:lnTo>
                    <a:pt x="87262" y="407187"/>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65" name="Google Shape;465;p153"/>
            <p:cNvSpPr/>
            <p:nvPr/>
          </p:nvSpPr>
          <p:spPr>
            <a:xfrm>
              <a:off x="10361125" y="6471517"/>
              <a:ext cx="12646" cy="12645"/>
            </a:xfrm>
            <a:custGeom>
              <a:rect b="b" l="l" r="r" t="t"/>
              <a:pathLst>
                <a:path extrusionOk="0" h="12645" w="12646">
                  <a:moveTo>
                    <a:pt x="0" y="0"/>
                  </a:move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66" name="Google Shape;466;p153"/>
            <p:cNvSpPr/>
            <p:nvPr/>
          </p:nvSpPr>
          <p:spPr>
            <a:xfrm>
              <a:off x="10364919" y="6472781"/>
              <a:ext cx="12646" cy="12645"/>
            </a:xfrm>
            <a:custGeom>
              <a:rect b="b" l="l" r="r" t="t"/>
              <a:pathLst>
                <a:path extrusionOk="0" h="12645" w="12646">
                  <a:moveTo>
                    <a:pt x="0" y="0"/>
                  </a:move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67" name="Google Shape;467;p153"/>
            <p:cNvSpPr/>
            <p:nvPr/>
          </p:nvSpPr>
          <p:spPr>
            <a:xfrm>
              <a:off x="10268804" y="6037774"/>
              <a:ext cx="98643" cy="424890"/>
            </a:xfrm>
            <a:custGeom>
              <a:rect b="b" l="l" r="r" t="t"/>
              <a:pathLst>
                <a:path extrusionOk="0" h="424890" w="98643">
                  <a:moveTo>
                    <a:pt x="6323" y="2529"/>
                  </a:moveTo>
                  <a:cubicBezTo>
                    <a:pt x="3794" y="3794"/>
                    <a:pt x="1265" y="2529"/>
                    <a:pt x="0" y="1265"/>
                  </a:cubicBezTo>
                  <a:cubicBezTo>
                    <a:pt x="0" y="1265"/>
                    <a:pt x="0" y="0"/>
                    <a:pt x="0" y="0"/>
                  </a:cubicBezTo>
                  <a:lnTo>
                    <a:pt x="0" y="0"/>
                  </a:lnTo>
                  <a:lnTo>
                    <a:pt x="88526" y="419833"/>
                  </a:lnTo>
                  <a:lnTo>
                    <a:pt x="96114" y="424891"/>
                  </a:lnTo>
                  <a:lnTo>
                    <a:pt x="98644" y="423626"/>
                  </a:lnTo>
                  <a:lnTo>
                    <a:pt x="10117" y="1265"/>
                  </a:lnTo>
                  <a:lnTo>
                    <a:pt x="6323" y="2529"/>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68" name="Google Shape;468;p153"/>
            <p:cNvSpPr/>
            <p:nvPr/>
          </p:nvSpPr>
          <p:spPr>
            <a:xfrm>
              <a:off x="11562553" y="4873118"/>
              <a:ext cx="42998" cy="30349"/>
            </a:xfrm>
            <a:custGeom>
              <a:rect b="b" l="l" r="r" t="t"/>
              <a:pathLst>
                <a:path extrusionOk="0" h="30349" w="42998">
                  <a:moveTo>
                    <a:pt x="42998" y="10117"/>
                  </a:moveTo>
                  <a:lnTo>
                    <a:pt x="41734" y="3794"/>
                  </a:lnTo>
                  <a:lnTo>
                    <a:pt x="41734" y="0"/>
                  </a:lnTo>
                  <a:lnTo>
                    <a:pt x="0" y="21498"/>
                  </a:lnTo>
                  <a:lnTo>
                    <a:pt x="1265" y="27820"/>
                  </a:lnTo>
                  <a:lnTo>
                    <a:pt x="1265" y="27820"/>
                  </a:lnTo>
                  <a:cubicBezTo>
                    <a:pt x="1265" y="27820"/>
                    <a:pt x="1265" y="27820"/>
                    <a:pt x="1265" y="29085"/>
                  </a:cubicBezTo>
                  <a:lnTo>
                    <a:pt x="1265" y="29085"/>
                  </a:lnTo>
                  <a:lnTo>
                    <a:pt x="2529" y="30349"/>
                  </a:lnTo>
                  <a:lnTo>
                    <a:pt x="42998" y="10117"/>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69" name="Google Shape;469;p153"/>
            <p:cNvSpPr/>
            <p:nvPr/>
          </p:nvSpPr>
          <p:spPr>
            <a:xfrm>
              <a:off x="11107275" y="4659408"/>
              <a:ext cx="12646" cy="12645"/>
            </a:xfrm>
            <a:custGeom>
              <a:rect b="b" l="l" r="r" t="t"/>
              <a:pathLst>
                <a:path extrusionOk="0" h="12645" w="12646">
                  <a:moveTo>
                    <a:pt x="0" y="0"/>
                  </a:move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70" name="Google Shape;470;p153"/>
            <p:cNvSpPr/>
            <p:nvPr/>
          </p:nvSpPr>
          <p:spPr>
            <a:xfrm>
              <a:off x="10978280" y="3931024"/>
              <a:ext cx="128995" cy="724590"/>
            </a:xfrm>
            <a:custGeom>
              <a:rect b="b" l="l" r="r" t="t"/>
              <a:pathLst>
                <a:path extrusionOk="0" h="724590" w="128995">
                  <a:moveTo>
                    <a:pt x="1265" y="1265"/>
                  </a:moveTo>
                  <a:lnTo>
                    <a:pt x="1265" y="1265"/>
                  </a:lnTo>
                  <a:lnTo>
                    <a:pt x="1265" y="1265"/>
                  </a:lnTo>
                  <a:cubicBezTo>
                    <a:pt x="0" y="2529"/>
                    <a:pt x="0" y="2529"/>
                    <a:pt x="0" y="2529"/>
                  </a:cubicBezTo>
                  <a:cubicBezTo>
                    <a:pt x="0" y="2529"/>
                    <a:pt x="0" y="2529"/>
                    <a:pt x="0" y="3794"/>
                  </a:cubicBezTo>
                  <a:cubicBezTo>
                    <a:pt x="0" y="3794"/>
                    <a:pt x="0" y="5058"/>
                    <a:pt x="0" y="5058"/>
                  </a:cubicBezTo>
                  <a:lnTo>
                    <a:pt x="0" y="5058"/>
                  </a:lnTo>
                  <a:lnTo>
                    <a:pt x="1265" y="11381"/>
                  </a:lnTo>
                  <a:lnTo>
                    <a:pt x="120143" y="722062"/>
                  </a:lnTo>
                  <a:lnTo>
                    <a:pt x="122672" y="720797"/>
                  </a:lnTo>
                  <a:cubicBezTo>
                    <a:pt x="125201" y="719532"/>
                    <a:pt x="127731" y="720797"/>
                    <a:pt x="128995" y="723326"/>
                  </a:cubicBezTo>
                  <a:cubicBezTo>
                    <a:pt x="128995" y="723326"/>
                    <a:pt x="128995" y="723326"/>
                    <a:pt x="128995" y="723326"/>
                  </a:cubicBezTo>
                  <a:cubicBezTo>
                    <a:pt x="128995" y="723326"/>
                    <a:pt x="128995" y="724591"/>
                    <a:pt x="128995" y="724591"/>
                  </a:cubicBezTo>
                  <a:lnTo>
                    <a:pt x="128995" y="724591"/>
                  </a:lnTo>
                  <a:lnTo>
                    <a:pt x="10117" y="12646"/>
                  </a:lnTo>
                  <a:lnTo>
                    <a:pt x="8853" y="3794"/>
                  </a:lnTo>
                  <a:cubicBezTo>
                    <a:pt x="8853" y="2529"/>
                    <a:pt x="7588" y="1265"/>
                    <a:pt x="6323" y="0"/>
                  </a:cubicBezTo>
                  <a:lnTo>
                    <a:pt x="3794" y="0"/>
                  </a:lnTo>
                  <a:lnTo>
                    <a:pt x="2529" y="0"/>
                  </a:lnTo>
                  <a:lnTo>
                    <a:pt x="1265" y="1265"/>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71" name="Google Shape;471;p153"/>
            <p:cNvSpPr/>
            <p:nvPr/>
          </p:nvSpPr>
          <p:spPr>
            <a:xfrm>
              <a:off x="11252711" y="5500338"/>
              <a:ext cx="8852" cy="10116"/>
            </a:xfrm>
            <a:custGeom>
              <a:rect b="b" l="l" r="r" t="t"/>
              <a:pathLst>
                <a:path extrusionOk="0" h="10116" w="8852">
                  <a:moveTo>
                    <a:pt x="5059" y="1265"/>
                  </a:moveTo>
                  <a:lnTo>
                    <a:pt x="0" y="5058"/>
                  </a:lnTo>
                  <a:lnTo>
                    <a:pt x="0" y="10116"/>
                  </a:lnTo>
                  <a:lnTo>
                    <a:pt x="3794" y="7587"/>
                  </a:lnTo>
                  <a:lnTo>
                    <a:pt x="8853" y="5058"/>
                  </a:lnTo>
                  <a:lnTo>
                    <a:pt x="7588"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72" name="Google Shape;472;p153"/>
            <p:cNvSpPr/>
            <p:nvPr/>
          </p:nvSpPr>
          <p:spPr>
            <a:xfrm>
              <a:off x="10735465" y="4652611"/>
              <a:ext cx="373075" cy="193951"/>
            </a:xfrm>
            <a:custGeom>
              <a:rect b="b" l="l" r="r" t="t"/>
              <a:pathLst>
                <a:path extrusionOk="0" h="193951" w="373075">
                  <a:moveTo>
                    <a:pt x="365487" y="474"/>
                  </a:moveTo>
                  <a:lnTo>
                    <a:pt x="362958" y="1739"/>
                  </a:lnTo>
                  <a:lnTo>
                    <a:pt x="5059" y="182570"/>
                  </a:lnTo>
                  <a:lnTo>
                    <a:pt x="0" y="185100"/>
                  </a:lnTo>
                  <a:cubicBezTo>
                    <a:pt x="2529" y="183835"/>
                    <a:pt x="5059" y="185100"/>
                    <a:pt x="6323" y="187628"/>
                  </a:cubicBezTo>
                  <a:cubicBezTo>
                    <a:pt x="7588" y="190158"/>
                    <a:pt x="6323" y="192687"/>
                    <a:pt x="3794" y="193951"/>
                  </a:cubicBezTo>
                  <a:lnTo>
                    <a:pt x="370546" y="9326"/>
                  </a:lnTo>
                  <a:lnTo>
                    <a:pt x="370546" y="9326"/>
                  </a:lnTo>
                  <a:cubicBezTo>
                    <a:pt x="370546" y="9326"/>
                    <a:pt x="370546" y="9326"/>
                    <a:pt x="371811" y="9326"/>
                  </a:cubicBezTo>
                  <a:cubicBezTo>
                    <a:pt x="371811" y="9326"/>
                    <a:pt x="371811" y="9326"/>
                    <a:pt x="373075" y="9326"/>
                  </a:cubicBezTo>
                  <a:lnTo>
                    <a:pt x="373075" y="9326"/>
                  </a:lnTo>
                  <a:cubicBezTo>
                    <a:pt x="373075" y="9326"/>
                    <a:pt x="373075" y="9326"/>
                    <a:pt x="373075" y="8062"/>
                  </a:cubicBezTo>
                  <a:cubicBezTo>
                    <a:pt x="373075" y="8062"/>
                    <a:pt x="373075" y="8062"/>
                    <a:pt x="373075" y="6797"/>
                  </a:cubicBezTo>
                  <a:cubicBezTo>
                    <a:pt x="373075" y="6797"/>
                    <a:pt x="373075" y="5532"/>
                    <a:pt x="373075" y="5532"/>
                  </a:cubicBezTo>
                  <a:cubicBezTo>
                    <a:pt x="373075" y="5532"/>
                    <a:pt x="373075" y="4268"/>
                    <a:pt x="373075" y="4268"/>
                  </a:cubicBezTo>
                  <a:cubicBezTo>
                    <a:pt x="370546" y="474"/>
                    <a:pt x="368017" y="-790"/>
                    <a:pt x="365487" y="474"/>
                  </a:cubicBezTo>
                  <a:cubicBezTo>
                    <a:pt x="365487" y="474"/>
                    <a:pt x="365487" y="474"/>
                    <a:pt x="365487" y="474"/>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73" name="Google Shape;473;p153"/>
            <p:cNvSpPr/>
            <p:nvPr/>
          </p:nvSpPr>
          <p:spPr>
            <a:xfrm>
              <a:off x="10424358" y="4899674"/>
              <a:ext cx="1130607" cy="601928"/>
            </a:xfrm>
            <a:custGeom>
              <a:rect b="b" l="l" r="r" t="t"/>
              <a:pathLst>
                <a:path extrusionOk="0" h="601928" w="1130607">
                  <a:moveTo>
                    <a:pt x="768914" y="201064"/>
                  </a:moveTo>
                  <a:lnTo>
                    <a:pt x="1130608" y="10116"/>
                  </a:lnTo>
                  <a:cubicBezTo>
                    <a:pt x="1130608" y="7587"/>
                    <a:pt x="1130608" y="6323"/>
                    <a:pt x="1129343" y="3794"/>
                  </a:cubicBezTo>
                  <a:lnTo>
                    <a:pt x="1129343" y="0"/>
                  </a:lnTo>
                  <a:lnTo>
                    <a:pt x="0" y="594341"/>
                  </a:lnTo>
                  <a:lnTo>
                    <a:pt x="2529" y="595606"/>
                  </a:lnTo>
                  <a:lnTo>
                    <a:pt x="2529" y="595606"/>
                  </a:lnTo>
                  <a:lnTo>
                    <a:pt x="2529" y="595606"/>
                  </a:lnTo>
                  <a:lnTo>
                    <a:pt x="3794" y="596871"/>
                  </a:lnTo>
                  <a:lnTo>
                    <a:pt x="3794" y="596871"/>
                  </a:lnTo>
                  <a:lnTo>
                    <a:pt x="3794" y="596871"/>
                  </a:lnTo>
                  <a:cubicBezTo>
                    <a:pt x="3794" y="596871"/>
                    <a:pt x="3794" y="596871"/>
                    <a:pt x="3794" y="598135"/>
                  </a:cubicBezTo>
                  <a:cubicBezTo>
                    <a:pt x="3794" y="598135"/>
                    <a:pt x="3794" y="598135"/>
                    <a:pt x="3794" y="599400"/>
                  </a:cubicBezTo>
                  <a:cubicBezTo>
                    <a:pt x="3794" y="599400"/>
                    <a:pt x="3794" y="599400"/>
                    <a:pt x="3794" y="600664"/>
                  </a:cubicBezTo>
                  <a:lnTo>
                    <a:pt x="3794" y="601929"/>
                  </a:lnTo>
                  <a:lnTo>
                    <a:pt x="3794" y="601929"/>
                  </a:lnTo>
                  <a:lnTo>
                    <a:pt x="3794" y="601929"/>
                  </a:lnTo>
                  <a:cubicBezTo>
                    <a:pt x="3794" y="601929"/>
                    <a:pt x="3794" y="601929"/>
                    <a:pt x="3794" y="601929"/>
                  </a:cubicBezTo>
                  <a:cubicBezTo>
                    <a:pt x="3794" y="601929"/>
                    <a:pt x="3794" y="601929"/>
                    <a:pt x="2529" y="601929"/>
                  </a:cubicBezTo>
                  <a:lnTo>
                    <a:pt x="2529" y="601929"/>
                  </a:lnTo>
                  <a:lnTo>
                    <a:pt x="760062" y="202329"/>
                  </a:lnTo>
                  <a:lnTo>
                    <a:pt x="768914" y="201064"/>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74" name="Google Shape;474;p153"/>
            <p:cNvSpPr/>
            <p:nvPr/>
          </p:nvSpPr>
          <p:spPr>
            <a:xfrm>
              <a:off x="11252711" y="5477576"/>
              <a:ext cx="29087" cy="24026"/>
            </a:xfrm>
            <a:custGeom>
              <a:rect b="b" l="l" r="r" t="t"/>
              <a:pathLst>
                <a:path extrusionOk="0" h="24026" w="29087">
                  <a:moveTo>
                    <a:pt x="6323" y="12646"/>
                  </a:moveTo>
                  <a:lnTo>
                    <a:pt x="0" y="16439"/>
                  </a:lnTo>
                  <a:cubicBezTo>
                    <a:pt x="2529" y="15174"/>
                    <a:pt x="5059" y="15174"/>
                    <a:pt x="6323" y="17704"/>
                  </a:cubicBezTo>
                  <a:cubicBezTo>
                    <a:pt x="7588" y="20233"/>
                    <a:pt x="7588" y="22762"/>
                    <a:pt x="5059" y="24026"/>
                  </a:cubicBezTo>
                  <a:cubicBezTo>
                    <a:pt x="5059" y="24026"/>
                    <a:pt x="3794" y="24026"/>
                    <a:pt x="3794" y="24026"/>
                  </a:cubicBezTo>
                  <a:lnTo>
                    <a:pt x="6323" y="22762"/>
                  </a:lnTo>
                  <a:lnTo>
                    <a:pt x="29087" y="10116"/>
                  </a:lnTo>
                  <a:lnTo>
                    <a:pt x="27823" y="3794"/>
                  </a:lnTo>
                  <a:lnTo>
                    <a:pt x="27823" y="0"/>
                  </a:lnTo>
                  <a:lnTo>
                    <a:pt x="6323" y="12646"/>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75" name="Google Shape;475;p153"/>
            <p:cNvSpPr/>
            <p:nvPr/>
          </p:nvSpPr>
          <p:spPr>
            <a:xfrm>
              <a:off x="10720289" y="4832156"/>
              <a:ext cx="21995" cy="18199"/>
            </a:xfrm>
            <a:custGeom>
              <a:rect b="b" l="l" r="r" t="t"/>
              <a:pathLst>
                <a:path extrusionOk="0" h="18199" w="21995">
                  <a:moveTo>
                    <a:pt x="3794" y="10612"/>
                  </a:moveTo>
                  <a:lnTo>
                    <a:pt x="0" y="11877"/>
                  </a:lnTo>
                  <a:lnTo>
                    <a:pt x="2529" y="13142"/>
                  </a:lnTo>
                  <a:lnTo>
                    <a:pt x="2529" y="13142"/>
                  </a:lnTo>
                  <a:lnTo>
                    <a:pt x="3794" y="13142"/>
                  </a:lnTo>
                  <a:cubicBezTo>
                    <a:pt x="3794" y="13142"/>
                    <a:pt x="3794" y="13142"/>
                    <a:pt x="3794" y="13142"/>
                  </a:cubicBezTo>
                  <a:lnTo>
                    <a:pt x="3794" y="13142"/>
                  </a:lnTo>
                  <a:lnTo>
                    <a:pt x="3794" y="13142"/>
                  </a:lnTo>
                  <a:cubicBezTo>
                    <a:pt x="3794" y="13142"/>
                    <a:pt x="3794" y="13142"/>
                    <a:pt x="3794" y="14406"/>
                  </a:cubicBezTo>
                  <a:cubicBezTo>
                    <a:pt x="3794" y="14406"/>
                    <a:pt x="3794" y="14406"/>
                    <a:pt x="3794" y="15671"/>
                  </a:cubicBezTo>
                  <a:cubicBezTo>
                    <a:pt x="3794" y="15671"/>
                    <a:pt x="3794" y="15671"/>
                    <a:pt x="3794" y="16935"/>
                  </a:cubicBezTo>
                  <a:cubicBezTo>
                    <a:pt x="3794" y="16935"/>
                    <a:pt x="3794" y="16935"/>
                    <a:pt x="3794" y="18200"/>
                  </a:cubicBezTo>
                  <a:lnTo>
                    <a:pt x="3794" y="18200"/>
                  </a:lnTo>
                  <a:lnTo>
                    <a:pt x="3794" y="18200"/>
                  </a:lnTo>
                  <a:lnTo>
                    <a:pt x="3794" y="18200"/>
                  </a:lnTo>
                  <a:lnTo>
                    <a:pt x="2529" y="18200"/>
                  </a:lnTo>
                  <a:lnTo>
                    <a:pt x="2529" y="18200"/>
                  </a:lnTo>
                  <a:lnTo>
                    <a:pt x="18970" y="9348"/>
                  </a:lnTo>
                  <a:cubicBezTo>
                    <a:pt x="21499" y="8083"/>
                    <a:pt x="22764" y="5554"/>
                    <a:pt x="21499" y="3025"/>
                  </a:cubicBezTo>
                  <a:cubicBezTo>
                    <a:pt x="20235" y="496"/>
                    <a:pt x="17705" y="-769"/>
                    <a:pt x="15176" y="496"/>
                  </a:cubicBezTo>
                  <a:lnTo>
                    <a:pt x="15176" y="496"/>
                  </a:lnTo>
                  <a:lnTo>
                    <a:pt x="11382" y="1760"/>
                  </a:lnTo>
                  <a:lnTo>
                    <a:pt x="3794" y="10612"/>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76" name="Google Shape;476;p153"/>
            <p:cNvSpPr/>
            <p:nvPr/>
          </p:nvSpPr>
          <p:spPr>
            <a:xfrm>
              <a:off x="10271334" y="5493184"/>
              <a:ext cx="988965" cy="547949"/>
            </a:xfrm>
            <a:custGeom>
              <a:rect b="b" l="l" r="r" t="t"/>
              <a:pathLst>
                <a:path extrusionOk="0" h="547949" w="988965">
                  <a:moveTo>
                    <a:pt x="988965" y="2095"/>
                  </a:moveTo>
                  <a:cubicBezTo>
                    <a:pt x="987701" y="-434"/>
                    <a:pt x="985172" y="-434"/>
                    <a:pt x="982642" y="831"/>
                  </a:cubicBezTo>
                  <a:lnTo>
                    <a:pt x="980113" y="2095"/>
                  </a:lnTo>
                  <a:lnTo>
                    <a:pt x="6323" y="535738"/>
                  </a:lnTo>
                  <a:lnTo>
                    <a:pt x="1265" y="538267"/>
                  </a:lnTo>
                  <a:lnTo>
                    <a:pt x="1265" y="538267"/>
                  </a:lnTo>
                  <a:lnTo>
                    <a:pt x="1265" y="538267"/>
                  </a:lnTo>
                  <a:lnTo>
                    <a:pt x="0" y="539532"/>
                  </a:lnTo>
                  <a:lnTo>
                    <a:pt x="0" y="540796"/>
                  </a:lnTo>
                  <a:lnTo>
                    <a:pt x="0" y="542061"/>
                  </a:lnTo>
                  <a:lnTo>
                    <a:pt x="0" y="543325"/>
                  </a:lnTo>
                  <a:cubicBezTo>
                    <a:pt x="0" y="543325"/>
                    <a:pt x="0" y="543325"/>
                    <a:pt x="0" y="544590"/>
                  </a:cubicBezTo>
                  <a:cubicBezTo>
                    <a:pt x="0" y="544590"/>
                    <a:pt x="0" y="545854"/>
                    <a:pt x="0" y="545854"/>
                  </a:cubicBezTo>
                  <a:cubicBezTo>
                    <a:pt x="1265" y="548383"/>
                    <a:pt x="3794" y="548383"/>
                    <a:pt x="6323" y="547119"/>
                  </a:cubicBezTo>
                  <a:lnTo>
                    <a:pt x="8853" y="545854"/>
                  </a:lnTo>
                  <a:lnTo>
                    <a:pt x="982642" y="12212"/>
                  </a:lnTo>
                  <a:lnTo>
                    <a:pt x="988965" y="8418"/>
                  </a:lnTo>
                  <a:cubicBezTo>
                    <a:pt x="988965" y="7153"/>
                    <a:pt x="988965" y="4624"/>
                    <a:pt x="988965" y="2095"/>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77" name="Google Shape;477;p153"/>
            <p:cNvSpPr/>
            <p:nvPr/>
          </p:nvSpPr>
          <p:spPr>
            <a:xfrm>
              <a:off x="10724083" y="4847827"/>
              <a:ext cx="12646" cy="12645"/>
            </a:xfrm>
            <a:custGeom>
              <a:rect b="b" l="l" r="r" t="t"/>
              <a:pathLst>
                <a:path extrusionOk="0" h="12645" w="12646">
                  <a:moveTo>
                    <a:pt x="0" y="0"/>
                  </a:moveTo>
                  <a:cubicBezTo>
                    <a:pt x="0" y="0"/>
                    <a:pt x="0" y="0"/>
                    <a:pt x="0" y="0"/>
                  </a:cubicBezTo>
                  <a:lnTo>
                    <a:pt x="0" y="0"/>
                  </a:lnTo>
                  <a:cubicBezTo>
                    <a:pt x="0" y="0"/>
                    <a:pt x="0" y="0"/>
                    <a:pt x="0" y="0"/>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78" name="Google Shape;478;p153"/>
            <p:cNvSpPr/>
            <p:nvPr/>
          </p:nvSpPr>
          <p:spPr>
            <a:xfrm>
              <a:off x="10498973" y="4850356"/>
              <a:ext cx="222580" cy="115074"/>
            </a:xfrm>
            <a:custGeom>
              <a:rect b="b" l="l" r="r" t="t"/>
              <a:pathLst>
                <a:path extrusionOk="0" h="115074" w="222580">
                  <a:moveTo>
                    <a:pt x="218787" y="3794"/>
                  </a:moveTo>
                  <a:lnTo>
                    <a:pt x="211198" y="0"/>
                  </a:lnTo>
                  <a:lnTo>
                    <a:pt x="2529" y="104958"/>
                  </a:lnTo>
                  <a:lnTo>
                    <a:pt x="0" y="106223"/>
                  </a:lnTo>
                  <a:cubicBezTo>
                    <a:pt x="2529" y="104958"/>
                    <a:pt x="5059" y="106223"/>
                    <a:pt x="6323" y="108752"/>
                  </a:cubicBezTo>
                  <a:cubicBezTo>
                    <a:pt x="7588" y="111281"/>
                    <a:pt x="6323" y="113810"/>
                    <a:pt x="3794" y="115075"/>
                  </a:cubicBezTo>
                  <a:cubicBezTo>
                    <a:pt x="3794" y="115075"/>
                    <a:pt x="3794" y="115075"/>
                    <a:pt x="3794" y="115075"/>
                  </a:cubicBezTo>
                  <a:lnTo>
                    <a:pt x="222581" y="5058"/>
                  </a:lnTo>
                  <a:lnTo>
                    <a:pt x="222581" y="5058"/>
                  </a:lnTo>
                  <a:cubicBezTo>
                    <a:pt x="221316" y="5058"/>
                    <a:pt x="220051" y="5058"/>
                    <a:pt x="218787" y="3794"/>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79" name="Google Shape;479;p153"/>
            <p:cNvSpPr/>
            <p:nvPr/>
          </p:nvSpPr>
          <p:spPr>
            <a:xfrm>
              <a:off x="8714535" y="5480105"/>
              <a:ext cx="1922285" cy="1375837"/>
            </a:xfrm>
            <a:custGeom>
              <a:rect b="b" l="l" r="r" t="t"/>
              <a:pathLst>
                <a:path extrusionOk="0" h="1375837" w="1922285">
                  <a:moveTo>
                    <a:pt x="0" y="2529"/>
                  </a:moveTo>
                  <a:lnTo>
                    <a:pt x="0" y="2529"/>
                  </a:lnTo>
                  <a:lnTo>
                    <a:pt x="1905845" y="1375837"/>
                  </a:lnTo>
                  <a:lnTo>
                    <a:pt x="1922286" y="1375837"/>
                  </a:lnTo>
                  <a:lnTo>
                    <a:pt x="11382" y="0"/>
                  </a:lnTo>
                  <a:lnTo>
                    <a:pt x="5059" y="3794"/>
                  </a:lnTo>
                  <a:cubicBezTo>
                    <a:pt x="2529" y="3794"/>
                    <a:pt x="1265" y="3794"/>
                    <a:pt x="0" y="2529"/>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80" name="Google Shape;480;p153"/>
            <p:cNvSpPr/>
            <p:nvPr/>
          </p:nvSpPr>
          <p:spPr>
            <a:xfrm>
              <a:off x="8713271" y="5476311"/>
              <a:ext cx="12646" cy="12645"/>
            </a:xfrm>
            <a:custGeom>
              <a:rect b="b" l="l" r="r" t="t"/>
              <a:pathLst>
                <a:path extrusionOk="0" h="12645" w="12646">
                  <a:moveTo>
                    <a:pt x="0" y="0"/>
                  </a:move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81" name="Google Shape;481;p153"/>
            <p:cNvSpPr/>
            <p:nvPr/>
          </p:nvSpPr>
          <p:spPr>
            <a:xfrm>
              <a:off x="8713271" y="4960372"/>
              <a:ext cx="1055992" cy="520681"/>
            </a:xfrm>
            <a:custGeom>
              <a:rect b="b" l="l" r="r" t="t"/>
              <a:pathLst>
                <a:path extrusionOk="0" h="520681" w="1055992">
                  <a:moveTo>
                    <a:pt x="1054728" y="0"/>
                  </a:moveTo>
                  <a:lnTo>
                    <a:pt x="1265" y="513410"/>
                  </a:lnTo>
                  <a:lnTo>
                    <a:pt x="1265" y="513410"/>
                  </a:lnTo>
                  <a:lnTo>
                    <a:pt x="1265" y="513410"/>
                  </a:lnTo>
                  <a:lnTo>
                    <a:pt x="0" y="513410"/>
                  </a:lnTo>
                  <a:lnTo>
                    <a:pt x="0" y="513410"/>
                  </a:lnTo>
                  <a:cubicBezTo>
                    <a:pt x="0" y="513410"/>
                    <a:pt x="0" y="513410"/>
                    <a:pt x="0" y="514674"/>
                  </a:cubicBezTo>
                  <a:cubicBezTo>
                    <a:pt x="0" y="514674"/>
                    <a:pt x="0" y="514674"/>
                    <a:pt x="0" y="515939"/>
                  </a:cubicBezTo>
                  <a:cubicBezTo>
                    <a:pt x="0" y="515939"/>
                    <a:pt x="0" y="515939"/>
                    <a:pt x="0" y="517204"/>
                  </a:cubicBezTo>
                  <a:cubicBezTo>
                    <a:pt x="0" y="517204"/>
                    <a:pt x="0" y="518468"/>
                    <a:pt x="0" y="518468"/>
                  </a:cubicBezTo>
                  <a:lnTo>
                    <a:pt x="0" y="518468"/>
                  </a:lnTo>
                  <a:lnTo>
                    <a:pt x="0" y="518468"/>
                  </a:lnTo>
                  <a:lnTo>
                    <a:pt x="0" y="519733"/>
                  </a:lnTo>
                  <a:lnTo>
                    <a:pt x="0" y="519733"/>
                  </a:lnTo>
                  <a:cubicBezTo>
                    <a:pt x="1265" y="520997"/>
                    <a:pt x="3794" y="520997"/>
                    <a:pt x="5059" y="519733"/>
                  </a:cubicBezTo>
                  <a:lnTo>
                    <a:pt x="11382" y="515939"/>
                  </a:lnTo>
                  <a:lnTo>
                    <a:pt x="1055993" y="6323"/>
                  </a:lnTo>
                  <a:lnTo>
                    <a:pt x="1054728" y="0"/>
                  </a:lnTo>
                  <a:lnTo>
                    <a:pt x="1054728"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82" name="Google Shape;482;p153"/>
            <p:cNvSpPr/>
            <p:nvPr/>
          </p:nvSpPr>
          <p:spPr>
            <a:xfrm>
              <a:off x="12017831" y="5525629"/>
              <a:ext cx="80938" cy="46788"/>
            </a:xfrm>
            <a:custGeom>
              <a:rect b="b" l="l" r="r" t="t"/>
              <a:pathLst>
                <a:path extrusionOk="0" h="46788" w="80938">
                  <a:moveTo>
                    <a:pt x="69556" y="0"/>
                  </a:moveTo>
                  <a:lnTo>
                    <a:pt x="0" y="40466"/>
                  </a:lnTo>
                  <a:lnTo>
                    <a:pt x="2529" y="41730"/>
                  </a:lnTo>
                  <a:lnTo>
                    <a:pt x="2529" y="41730"/>
                  </a:lnTo>
                  <a:lnTo>
                    <a:pt x="3794" y="41730"/>
                  </a:lnTo>
                  <a:lnTo>
                    <a:pt x="3794" y="41730"/>
                  </a:lnTo>
                  <a:lnTo>
                    <a:pt x="3794" y="42995"/>
                  </a:lnTo>
                  <a:lnTo>
                    <a:pt x="3794" y="44259"/>
                  </a:lnTo>
                  <a:lnTo>
                    <a:pt x="3794" y="44259"/>
                  </a:lnTo>
                  <a:lnTo>
                    <a:pt x="3794" y="46789"/>
                  </a:lnTo>
                  <a:lnTo>
                    <a:pt x="80939" y="2529"/>
                  </a:lnTo>
                  <a:lnTo>
                    <a:pt x="80939" y="2529"/>
                  </a:lnTo>
                  <a:lnTo>
                    <a:pt x="79674" y="2529"/>
                  </a:lnTo>
                  <a:lnTo>
                    <a:pt x="78409" y="2529"/>
                  </a:lnTo>
                  <a:lnTo>
                    <a:pt x="77144" y="2529"/>
                  </a:lnTo>
                  <a:lnTo>
                    <a:pt x="77144" y="2529"/>
                  </a:lnTo>
                  <a:lnTo>
                    <a:pt x="69556"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83" name="Google Shape;483;p153"/>
            <p:cNvSpPr/>
            <p:nvPr/>
          </p:nvSpPr>
          <p:spPr>
            <a:xfrm>
              <a:off x="12068418" y="5961901"/>
              <a:ext cx="12646" cy="12645"/>
            </a:xfrm>
            <a:custGeom>
              <a:rect b="b" l="l" r="r" t="t"/>
              <a:pathLst>
                <a:path extrusionOk="0" h="12645" w="12646">
                  <a:moveTo>
                    <a:pt x="0" y="0"/>
                  </a:move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84" name="Google Shape;484;p153"/>
            <p:cNvSpPr/>
            <p:nvPr/>
          </p:nvSpPr>
          <p:spPr>
            <a:xfrm>
              <a:off x="12070947" y="5961901"/>
              <a:ext cx="12646" cy="12645"/>
            </a:xfrm>
            <a:custGeom>
              <a:rect b="b" l="l" r="r" t="t"/>
              <a:pathLst>
                <a:path extrusionOk="0" h="12645" w="12646">
                  <a:moveTo>
                    <a:pt x="0" y="0"/>
                  </a:move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85" name="Google Shape;485;p153"/>
            <p:cNvSpPr/>
            <p:nvPr/>
          </p:nvSpPr>
          <p:spPr>
            <a:xfrm>
              <a:off x="12072212" y="5961901"/>
              <a:ext cx="12646" cy="12645"/>
            </a:xfrm>
            <a:custGeom>
              <a:rect b="b" l="l" r="r" t="t"/>
              <a:pathLst>
                <a:path extrusionOk="0" h="12645" w="12646">
                  <a:moveTo>
                    <a:pt x="0" y="0"/>
                  </a:move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86" name="Google Shape;486;p153"/>
            <p:cNvSpPr/>
            <p:nvPr/>
          </p:nvSpPr>
          <p:spPr>
            <a:xfrm>
              <a:off x="12012773" y="5569888"/>
              <a:ext cx="61968" cy="381896"/>
            </a:xfrm>
            <a:custGeom>
              <a:rect b="b" l="l" r="r" t="t"/>
              <a:pathLst>
                <a:path extrusionOk="0" h="381896" w="61968">
                  <a:moveTo>
                    <a:pt x="8853" y="0"/>
                  </a:moveTo>
                  <a:cubicBezTo>
                    <a:pt x="8853" y="2529"/>
                    <a:pt x="7588" y="5058"/>
                    <a:pt x="5059" y="5058"/>
                  </a:cubicBezTo>
                  <a:cubicBezTo>
                    <a:pt x="3794" y="5058"/>
                    <a:pt x="2529" y="5058"/>
                    <a:pt x="2529" y="5058"/>
                  </a:cubicBezTo>
                  <a:lnTo>
                    <a:pt x="0" y="3794"/>
                  </a:lnTo>
                  <a:lnTo>
                    <a:pt x="51851" y="378102"/>
                  </a:lnTo>
                  <a:lnTo>
                    <a:pt x="58175" y="381896"/>
                  </a:lnTo>
                  <a:lnTo>
                    <a:pt x="61968" y="379367"/>
                  </a:lnTo>
                  <a:lnTo>
                    <a:pt x="10118" y="3794"/>
                  </a:lnTo>
                  <a:lnTo>
                    <a:pt x="8853" y="0"/>
                  </a:lnTo>
                  <a:lnTo>
                    <a:pt x="8853"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87" name="Google Shape;487;p153"/>
            <p:cNvSpPr/>
            <p:nvPr/>
          </p:nvSpPr>
          <p:spPr>
            <a:xfrm>
              <a:off x="11228683" y="5119706"/>
              <a:ext cx="362958" cy="216239"/>
            </a:xfrm>
            <a:custGeom>
              <a:rect b="b" l="l" r="r" t="t"/>
              <a:pathLst>
                <a:path extrusionOk="0" h="216239" w="362958">
                  <a:moveTo>
                    <a:pt x="359164" y="212446"/>
                  </a:moveTo>
                  <a:lnTo>
                    <a:pt x="359164" y="212446"/>
                  </a:lnTo>
                  <a:lnTo>
                    <a:pt x="359164" y="212446"/>
                  </a:lnTo>
                  <a:cubicBezTo>
                    <a:pt x="359164" y="212446"/>
                    <a:pt x="359164" y="212446"/>
                    <a:pt x="359164" y="212446"/>
                  </a:cubicBezTo>
                  <a:lnTo>
                    <a:pt x="359164" y="209916"/>
                  </a:lnTo>
                  <a:lnTo>
                    <a:pt x="359164" y="208652"/>
                  </a:lnTo>
                  <a:lnTo>
                    <a:pt x="359164" y="208652"/>
                  </a:lnTo>
                  <a:lnTo>
                    <a:pt x="359164" y="208652"/>
                  </a:lnTo>
                  <a:lnTo>
                    <a:pt x="360429" y="208652"/>
                  </a:lnTo>
                  <a:lnTo>
                    <a:pt x="360429" y="208652"/>
                  </a:lnTo>
                  <a:lnTo>
                    <a:pt x="360429" y="208652"/>
                  </a:lnTo>
                  <a:lnTo>
                    <a:pt x="362958" y="207387"/>
                  </a:lnTo>
                  <a:lnTo>
                    <a:pt x="1265" y="0"/>
                  </a:lnTo>
                  <a:lnTo>
                    <a:pt x="0" y="0"/>
                  </a:lnTo>
                  <a:cubicBezTo>
                    <a:pt x="1265" y="0"/>
                    <a:pt x="2529" y="2529"/>
                    <a:pt x="2529" y="3794"/>
                  </a:cubicBezTo>
                  <a:lnTo>
                    <a:pt x="3794" y="13910"/>
                  </a:lnTo>
                  <a:lnTo>
                    <a:pt x="359164" y="216239"/>
                  </a:lnTo>
                  <a:lnTo>
                    <a:pt x="359164" y="216239"/>
                  </a:lnTo>
                  <a:lnTo>
                    <a:pt x="359164" y="216239"/>
                  </a:lnTo>
                  <a:lnTo>
                    <a:pt x="359164" y="212446"/>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88" name="Google Shape;488;p153"/>
            <p:cNvSpPr/>
            <p:nvPr/>
          </p:nvSpPr>
          <p:spPr>
            <a:xfrm>
              <a:off x="11222359" y="5120971"/>
              <a:ext cx="948" cy="12645"/>
            </a:xfrm>
            <a:custGeom>
              <a:rect b="b" l="l" r="r" t="t"/>
              <a:pathLst>
                <a:path extrusionOk="0" h="12645" w="948">
                  <a:moveTo>
                    <a:pt x="0" y="0"/>
                  </a:moveTo>
                  <a:lnTo>
                    <a:pt x="0" y="0"/>
                  </a:lnTo>
                  <a:lnTo>
                    <a:pt x="0" y="0"/>
                  </a:lnTo>
                  <a:cubicBezTo>
                    <a:pt x="1265" y="0"/>
                    <a:pt x="1265" y="0"/>
                    <a:pt x="0" y="0"/>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89" name="Google Shape;489;p153"/>
            <p:cNvSpPr/>
            <p:nvPr/>
          </p:nvSpPr>
          <p:spPr>
            <a:xfrm>
              <a:off x="11601758" y="4927494"/>
              <a:ext cx="11382" cy="8851"/>
            </a:xfrm>
            <a:custGeom>
              <a:rect b="b" l="l" r="r" t="t"/>
              <a:pathLst>
                <a:path extrusionOk="0" h="8851" w="11382">
                  <a:moveTo>
                    <a:pt x="0" y="2529"/>
                  </a:moveTo>
                  <a:lnTo>
                    <a:pt x="11382" y="8852"/>
                  </a:lnTo>
                  <a:lnTo>
                    <a:pt x="10117" y="2529"/>
                  </a:lnTo>
                  <a:lnTo>
                    <a:pt x="6323"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90" name="Google Shape;490;p153"/>
            <p:cNvSpPr/>
            <p:nvPr/>
          </p:nvSpPr>
          <p:spPr>
            <a:xfrm>
              <a:off x="11589111" y="5330887"/>
              <a:ext cx="433076" cy="244582"/>
            </a:xfrm>
            <a:custGeom>
              <a:rect b="b" l="l" r="r" t="t"/>
              <a:pathLst>
                <a:path extrusionOk="0" h="244582" w="433076">
                  <a:moveTo>
                    <a:pt x="5059" y="2529"/>
                  </a:moveTo>
                  <a:cubicBezTo>
                    <a:pt x="3794" y="3794"/>
                    <a:pt x="1265" y="3794"/>
                    <a:pt x="0" y="2529"/>
                  </a:cubicBezTo>
                  <a:lnTo>
                    <a:pt x="0" y="2529"/>
                  </a:lnTo>
                  <a:lnTo>
                    <a:pt x="423662" y="242795"/>
                  </a:lnTo>
                  <a:lnTo>
                    <a:pt x="426191" y="244059"/>
                  </a:lnTo>
                  <a:cubicBezTo>
                    <a:pt x="428720" y="245324"/>
                    <a:pt x="431250" y="244059"/>
                    <a:pt x="432514" y="242795"/>
                  </a:cubicBezTo>
                  <a:cubicBezTo>
                    <a:pt x="432514" y="241530"/>
                    <a:pt x="433779" y="240266"/>
                    <a:pt x="432514" y="240266"/>
                  </a:cubicBezTo>
                  <a:lnTo>
                    <a:pt x="432514" y="239001"/>
                  </a:lnTo>
                  <a:lnTo>
                    <a:pt x="432514" y="237736"/>
                  </a:lnTo>
                  <a:lnTo>
                    <a:pt x="432514" y="237736"/>
                  </a:lnTo>
                  <a:lnTo>
                    <a:pt x="431250" y="237736"/>
                  </a:lnTo>
                  <a:lnTo>
                    <a:pt x="431250" y="237736"/>
                  </a:lnTo>
                  <a:lnTo>
                    <a:pt x="428720" y="236472"/>
                  </a:lnTo>
                  <a:lnTo>
                    <a:pt x="11382" y="0"/>
                  </a:lnTo>
                  <a:lnTo>
                    <a:pt x="5059" y="2529"/>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91" name="Google Shape;491;p153"/>
            <p:cNvSpPr/>
            <p:nvPr/>
          </p:nvSpPr>
          <p:spPr>
            <a:xfrm>
              <a:off x="11586898" y="5327796"/>
              <a:ext cx="948" cy="562"/>
            </a:xfrm>
            <a:custGeom>
              <a:rect b="b" l="l" r="r" t="t"/>
              <a:pathLst>
                <a:path extrusionOk="0" h="562" w="948">
                  <a:moveTo>
                    <a:pt x="949" y="562"/>
                  </a:moveTo>
                  <a:cubicBezTo>
                    <a:pt x="949" y="562"/>
                    <a:pt x="949" y="562"/>
                    <a:pt x="949" y="562"/>
                  </a:cubicBezTo>
                  <a:lnTo>
                    <a:pt x="949" y="562"/>
                  </a:lnTo>
                  <a:cubicBezTo>
                    <a:pt x="-316" y="-703"/>
                    <a:pt x="-316" y="562"/>
                    <a:pt x="949" y="562"/>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92" name="Google Shape;492;p153"/>
            <p:cNvSpPr/>
            <p:nvPr/>
          </p:nvSpPr>
          <p:spPr>
            <a:xfrm>
              <a:off x="10181543" y="5500338"/>
              <a:ext cx="245344" cy="129508"/>
            </a:xfrm>
            <a:custGeom>
              <a:rect b="b" l="l" r="r" t="t"/>
              <a:pathLst>
                <a:path extrusionOk="0" h="129508" w="245344">
                  <a:moveTo>
                    <a:pt x="7588" y="128985"/>
                  </a:moveTo>
                  <a:lnTo>
                    <a:pt x="10117" y="127720"/>
                  </a:lnTo>
                  <a:lnTo>
                    <a:pt x="245344" y="3794"/>
                  </a:lnTo>
                  <a:lnTo>
                    <a:pt x="245344" y="3794"/>
                  </a:lnTo>
                  <a:cubicBezTo>
                    <a:pt x="244080" y="5058"/>
                    <a:pt x="241550" y="5058"/>
                    <a:pt x="240286" y="3794"/>
                  </a:cubicBezTo>
                  <a:lnTo>
                    <a:pt x="233962" y="0"/>
                  </a:lnTo>
                  <a:lnTo>
                    <a:pt x="5059" y="120133"/>
                  </a:lnTo>
                  <a:lnTo>
                    <a:pt x="2529" y="121397"/>
                  </a:lnTo>
                  <a:lnTo>
                    <a:pt x="2529" y="121397"/>
                  </a:lnTo>
                  <a:cubicBezTo>
                    <a:pt x="2529" y="121397"/>
                    <a:pt x="2529" y="121397"/>
                    <a:pt x="1265" y="121397"/>
                  </a:cubicBezTo>
                  <a:lnTo>
                    <a:pt x="0" y="121397"/>
                  </a:lnTo>
                  <a:lnTo>
                    <a:pt x="0" y="122662"/>
                  </a:lnTo>
                  <a:lnTo>
                    <a:pt x="0" y="123926"/>
                  </a:lnTo>
                  <a:lnTo>
                    <a:pt x="0" y="125191"/>
                  </a:lnTo>
                  <a:cubicBezTo>
                    <a:pt x="0" y="125191"/>
                    <a:pt x="0" y="126456"/>
                    <a:pt x="0" y="126456"/>
                  </a:cubicBezTo>
                  <a:cubicBezTo>
                    <a:pt x="0" y="126456"/>
                    <a:pt x="0" y="127720"/>
                    <a:pt x="0" y="127720"/>
                  </a:cubicBezTo>
                  <a:cubicBezTo>
                    <a:pt x="2529" y="128985"/>
                    <a:pt x="5059" y="130249"/>
                    <a:pt x="7588" y="128985"/>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93" name="Google Shape;493;p153"/>
            <p:cNvSpPr/>
            <p:nvPr/>
          </p:nvSpPr>
          <p:spPr>
            <a:xfrm>
              <a:off x="10428152" y="5497808"/>
              <a:ext cx="948" cy="12645"/>
            </a:xfrm>
            <a:custGeom>
              <a:rect b="b" l="l" r="r" t="t"/>
              <a:pathLst>
                <a:path extrusionOk="0" h="12645" w="948">
                  <a:moveTo>
                    <a:pt x="0" y="0"/>
                  </a:moveTo>
                  <a:cubicBezTo>
                    <a:pt x="1265" y="0"/>
                    <a:pt x="1265" y="0"/>
                    <a:pt x="0" y="0"/>
                  </a:cubicBez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94" name="Google Shape;494;p153"/>
            <p:cNvSpPr/>
            <p:nvPr/>
          </p:nvSpPr>
          <p:spPr>
            <a:xfrm>
              <a:off x="9981726" y="5220871"/>
              <a:ext cx="446425" cy="284525"/>
            </a:xfrm>
            <a:custGeom>
              <a:rect b="b" l="l" r="r" t="t"/>
              <a:pathLst>
                <a:path extrusionOk="0" h="284525" w="446425">
                  <a:moveTo>
                    <a:pt x="445161" y="283260"/>
                  </a:moveTo>
                  <a:cubicBezTo>
                    <a:pt x="445161" y="283260"/>
                    <a:pt x="445161" y="283260"/>
                    <a:pt x="445161" y="283260"/>
                  </a:cubicBezTo>
                  <a:cubicBezTo>
                    <a:pt x="446426" y="281996"/>
                    <a:pt x="446426" y="281996"/>
                    <a:pt x="445161" y="283260"/>
                  </a:cubicBezTo>
                  <a:lnTo>
                    <a:pt x="445161" y="283260"/>
                  </a:lnTo>
                  <a:lnTo>
                    <a:pt x="445161" y="283260"/>
                  </a:lnTo>
                  <a:lnTo>
                    <a:pt x="446426" y="280732"/>
                  </a:lnTo>
                  <a:cubicBezTo>
                    <a:pt x="446426" y="280732"/>
                    <a:pt x="446426" y="280732"/>
                    <a:pt x="446426" y="279467"/>
                  </a:cubicBezTo>
                  <a:cubicBezTo>
                    <a:pt x="446426" y="279467"/>
                    <a:pt x="446426" y="279467"/>
                    <a:pt x="446426" y="278202"/>
                  </a:cubicBezTo>
                  <a:cubicBezTo>
                    <a:pt x="446426" y="278202"/>
                    <a:pt x="446426" y="278202"/>
                    <a:pt x="446426" y="276938"/>
                  </a:cubicBezTo>
                  <a:cubicBezTo>
                    <a:pt x="446426" y="276938"/>
                    <a:pt x="446426" y="276938"/>
                    <a:pt x="446426" y="275673"/>
                  </a:cubicBezTo>
                  <a:lnTo>
                    <a:pt x="445161" y="274409"/>
                  </a:lnTo>
                  <a:lnTo>
                    <a:pt x="445161" y="274409"/>
                  </a:lnTo>
                  <a:lnTo>
                    <a:pt x="445161" y="274409"/>
                  </a:lnTo>
                  <a:lnTo>
                    <a:pt x="442632" y="273144"/>
                  </a:lnTo>
                  <a:lnTo>
                    <a:pt x="10117" y="0"/>
                  </a:lnTo>
                  <a:lnTo>
                    <a:pt x="2529" y="3794"/>
                  </a:lnTo>
                  <a:lnTo>
                    <a:pt x="0" y="5058"/>
                  </a:lnTo>
                  <a:lnTo>
                    <a:pt x="433779" y="278202"/>
                  </a:lnTo>
                  <a:lnTo>
                    <a:pt x="440102" y="281996"/>
                  </a:lnTo>
                  <a:cubicBezTo>
                    <a:pt x="442632" y="285790"/>
                    <a:pt x="443896" y="284525"/>
                    <a:pt x="445161" y="283260"/>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95" name="Google Shape;495;p153"/>
            <p:cNvSpPr/>
            <p:nvPr/>
          </p:nvSpPr>
          <p:spPr>
            <a:xfrm>
              <a:off x="10287774" y="4602503"/>
              <a:ext cx="436308" cy="252595"/>
            </a:xfrm>
            <a:custGeom>
              <a:rect b="b" l="l" r="r" t="t"/>
              <a:pathLst>
                <a:path extrusionOk="0" h="252595" w="436308">
                  <a:moveTo>
                    <a:pt x="429985" y="251647"/>
                  </a:moveTo>
                  <a:cubicBezTo>
                    <a:pt x="431250" y="252911"/>
                    <a:pt x="433779" y="252911"/>
                    <a:pt x="435044" y="251647"/>
                  </a:cubicBezTo>
                  <a:lnTo>
                    <a:pt x="436308" y="251647"/>
                  </a:lnTo>
                  <a:lnTo>
                    <a:pt x="436308" y="251647"/>
                  </a:lnTo>
                  <a:lnTo>
                    <a:pt x="436308" y="251647"/>
                  </a:lnTo>
                  <a:lnTo>
                    <a:pt x="436308" y="251647"/>
                  </a:lnTo>
                  <a:cubicBezTo>
                    <a:pt x="436308" y="251647"/>
                    <a:pt x="436308" y="251647"/>
                    <a:pt x="436308" y="250382"/>
                  </a:cubicBezTo>
                  <a:cubicBezTo>
                    <a:pt x="436308" y="250382"/>
                    <a:pt x="436308" y="250382"/>
                    <a:pt x="436308" y="249118"/>
                  </a:cubicBezTo>
                  <a:cubicBezTo>
                    <a:pt x="436308" y="249118"/>
                    <a:pt x="436308" y="249118"/>
                    <a:pt x="436308" y="247853"/>
                  </a:cubicBezTo>
                  <a:cubicBezTo>
                    <a:pt x="436308" y="247853"/>
                    <a:pt x="436308" y="247853"/>
                    <a:pt x="436308" y="246588"/>
                  </a:cubicBezTo>
                  <a:cubicBezTo>
                    <a:pt x="436308" y="246588"/>
                    <a:pt x="436308" y="246588"/>
                    <a:pt x="436308" y="245324"/>
                  </a:cubicBezTo>
                  <a:cubicBezTo>
                    <a:pt x="436308" y="245324"/>
                    <a:pt x="436308" y="245324"/>
                    <a:pt x="436308" y="245324"/>
                  </a:cubicBezTo>
                  <a:lnTo>
                    <a:pt x="435044" y="245324"/>
                  </a:lnTo>
                  <a:lnTo>
                    <a:pt x="435044" y="245324"/>
                  </a:lnTo>
                  <a:lnTo>
                    <a:pt x="432514" y="244059"/>
                  </a:lnTo>
                  <a:lnTo>
                    <a:pt x="426191" y="240266"/>
                  </a:lnTo>
                  <a:lnTo>
                    <a:pt x="3794" y="0"/>
                  </a:lnTo>
                  <a:lnTo>
                    <a:pt x="3794" y="2529"/>
                  </a:lnTo>
                  <a:lnTo>
                    <a:pt x="3794" y="2529"/>
                  </a:lnTo>
                  <a:lnTo>
                    <a:pt x="3794" y="3794"/>
                  </a:lnTo>
                  <a:cubicBezTo>
                    <a:pt x="3794" y="3794"/>
                    <a:pt x="3794" y="3794"/>
                    <a:pt x="3794" y="5058"/>
                  </a:cubicBezTo>
                  <a:lnTo>
                    <a:pt x="3794" y="6323"/>
                  </a:lnTo>
                  <a:cubicBezTo>
                    <a:pt x="3794" y="6323"/>
                    <a:pt x="3794" y="6323"/>
                    <a:pt x="3794" y="7587"/>
                  </a:cubicBezTo>
                  <a:lnTo>
                    <a:pt x="3794" y="7587"/>
                  </a:lnTo>
                  <a:lnTo>
                    <a:pt x="2529" y="7587"/>
                  </a:lnTo>
                  <a:lnTo>
                    <a:pt x="2529" y="7587"/>
                  </a:lnTo>
                  <a:lnTo>
                    <a:pt x="0" y="8852"/>
                  </a:lnTo>
                  <a:lnTo>
                    <a:pt x="422397" y="249118"/>
                  </a:lnTo>
                  <a:lnTo>
                    <a:pt x="429985" y="251647"/>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96" name="Google Shape;496;p153"/>
            <p:cNvSpPr/>
            <p:nvPr/>
          </p:nvSpPr>
          <p:spPr>
            <a:xfrm>
              <a:off x="9929875" y="4778276"/>
              <a:ext cx="12646" cy="12645"/>
            </a:xfrm>
            <a:custGeom>
              <a:rect b="b" l="l" r="r" t="t"/>
              <a:pathLst>
                <a:path extrusionOk="0" h="12645" w="12646">
                  <a:moveTo>
                    <a:pt x="0" y="0"/>
                  </a:move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97" name="Google Shape;497;p153"/>
            <p:cNvSpPr/>
            <p:nvPr/>
          </p:nvSpPr>
          <p:spPr>
            <a:xfrm>
              <a:off x="9928610" y="4777012"/>
              <a:ext cx="12646" cy="12645"/>
            </a:xfrm>
            <a:custGeom>
              <a:rect b="b" l="l" r="r" t="t"/>
              <a:pathLst>
                <a:path extrusionOk="0" h="12645" w="12646">
                  <a:moveTo>
                    <a:pt x="0" y="0"/>
                  </a:moveTo>
                  <a:lnTo>
                    <a:pt x="0" y="0"/>
                  </a:lnTo>
                  <a:lnTo>
                    <a:pt x="0" y="0"/>
                  </a:lnTo>
                  <a:cubicBezTo>
                    <a:pt x="0" y="0"/>
                    <a:pt x="0" y="0"/>
                    <a:pt x="0" y="0"/>
                  </a:cubicBez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98" name="Google Shape;498;p153"/>
            <p:cNvSpPr/>
            <p:nvPr/>
          </p:nvSpPr>
          <p:spPr>
            <a:xfrm>
              <a:off x="9934934" y="4601238"/>
              <a:ext cx="354105" cy="178302"/>
            </a:xfrm>
            <a:custGeom>
              <a:rect b="b" l="l" r="r" t="t"/>
              <a:pathLst>
                <a:path extrusionOk="0" h="178302" w="354105">
                  <a:moveTo>
                    <a:pt x="0" y="178302"/>
                  </a:moveTo>
                  <a:lnTo>
                    <a:pt x="0" y="178302"/>
                  </a:lnTo>
                  <a:lnTo>
                    <a:pt x="7588" y="174509"/>
                  </a:lnTo>
                  <a:lnTo>
                    <a:pt x="351576" y="8852"/>
                  </a:lnTo>
                  <a:lnTo>
                    <a:pt x="354105" y="7587"/>
                  </a:lnTo>
                  <a:lnTo>
                    <a:pt x="354105" y="7587"/>
                  </a:lnTo>
                  <a:cubicBezTo>
                    <a:pt x="354105" y="7587"/>
                    <a:pt x="352841" y="7587"/>
                    <a:pt x="352841" y="7587"/>
                  </a:cubicBezTo>
                  <a:cubicBezTo>
                    <a:pt x="350311" y="7587"/>
                    <a:pt x="347782" y="6323"/>
                    <a:pt x="347782" y="3794"/>
                  </a:cubicBezTo>
                  <a:cubicBezTo>
                    <a:pt x="347782" y="3794"/>
                    <a:pt x="347782" y="3794"/>
                    <a:pt x="347782" y="3794"/>
                  </a:cubicBezTo>
                  <a:lnTo>
                    <a:pt x="346517" y="0"/>
                  </a:lnTo>
                  <a:lnTo>
                    <a:pt x="1265" y="166922"/>
                  </a:lnTo>
                  <a:lnTo>
                    <a:pt x="2529" y="173244"/>
                  </a:lnTo>
                  <a:cubicBezTo>
                    <a:pt x="2529" y="175773"/>
                    <a:pt x="1265" y="177038"/>
                    <a:pt x="0" y="178302"/>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499" name="Google Shape;499;p153"/>
            <p:cNvSpPr/>
            <p:nvPr/>
          </p:nvSpPr>
          <p:spPr>
            <a:xfrm>
              <a:off x="11544848" y="2140412"/>
              <a:ext cx="509658" cy="184625"/>
            </a:xfrm>
            <a:custGeom>
              <a:rect b="b" l="l" r="r" t="t"/>
              <a:pathLst>
                <a:path extrusionOk="0" h="184625" w="509658">
                  <a:moveTo>
                    <a:pt x="507129" y="180832"/>
                  </a:moveTo>
                  <a:lnTo>
                    <a:pt x="507129" y="180832"/>
                  </a:lnTo>
                  <a:cubicBezTo>
                    <a:pt x="507129" y="179567"/>
                    <a:pt x="507129" y="179567"/>
                    <a:pt x="507129" y="179567"/>
                  </a:cubicBezTo>
                  <a:cubicBezTo>
                    <a:pt x="507129" y="179567"/>
                    <a:pt x="507129" y="179567"/>
                    <a:pt x="507129" y="179567"/>
                  </a:cubicBezTo>
                  <a:lnTo>
                    <a:pt x="508394" y="178302"/>
                  </a:lnTo>
                  <a:lnTo>
                    <a:pt x="508394" y="178302"/>
                  </a:lnTo>
                  <a:lnTo>
                    <a:pt x="509659" y="177038"/>
                  </a:lnTo>
                  <a:lnTo>
                    <a:pt x="0" y="0"/>
                  </a:lnTo>
                  <a:lnTo>
                    <a:pt x="0" y="2529"/>
                  </a:lnTo>
                  <a:lnTo>
                    <a:pt x="2529" y="8852"/>
                  </a:lnTo>
                  <a:lnTo>
                    <a:pt x="507129" y="184625"/>
                  </a:lnTo>
                  <a:lnTo>
                    <a:pt x="507129" y="182096"/>
                  </a:lnTo>
                  <a:lnTo>
                    <a:pt x="507129" y="182096"/>
                  </a:lnTo>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00" name="Google Shape;500;p153"/>
            <p:cNvSpPr/>
            <p:nvPr/>
          </p:nvSpPr>
          <p:spPr>
            <a:xfrm>
              <a:off x="11522084" y="1919115"/>
              <a:ext cx="128995" cy="58169"/>
            </a:xfrm>
            <a:custGeom>
              <a:rect b="b" l="l" r="r" t="t"/>
              <a:pathLst>
                <a:path extrusionOk="0" h="58169" w="128995">
                  <a:moveTo>
                    <a:pt x="1265" y="58169"/>
                  </a:moveTo>
                  <a:lnTo>
                    <a:pt x="128995" y="8852"/>
                  </a:lnTo>
                  <a:lnTo>
                    <a:pt x="127731" y="3794"/>
                  </a:lnTo>
                  <a:lnTo>
                    <a:pt x="127731" y="0"/>
                  </a:lnTo>
                  <a:lnTo>
                    <a:pt x="0" y="49318"/>
                  </a:lnTo>
                  <a:lnTo>
                    <a:pt x="1265" y="54376"/>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01" name="Google Shape;501;p153"/>
            <p:cNvSpPr/>
            <p:nvPr/>
          </p:nvSpPr>
          <p:spPr>
            <a:xfrm>
              <a:off x="12050713" y="2322508"/>
              <a:ext cx="123937" cy="940829"/>
            </a:xfrm>
            <a:custGeom>
              <a:rect b="b" l="l" r="r" t="t"/>
              <a:pathLst>
                <a:path extrusionOk="0" h="940829" w="123937">
                  <a:moveTo>
                    <a:pt x="1265" y="3794"/>
                  </a:moveTo>
                  <a:lnTo>
                    <a:pt x="113820" y="937036"/>
                  </a:lnTo>
                  <a:lnTo>
                    <a:pt x="121408" y="939565"/>
                  </a:lnTo>
                  <a:lnTo>
                    <a:pt x="123937" y="940830"/>
                  </a:lnTo>
                  <a:lnTo>
                    <a:pt x="10118" y="2529"/>
                  </a:lnTo>
                  <a:lnTo>
                    <a:pt x="6323" y="3794"/>
                  </a:lnTo>
                  <a:cubicBezTo>
                    <a:pt x="3794" y="5058"/>
                    <a:pt x="1265" y="3794"/>
                    <a:pt x="0" y="1265"/>
                  </a:cubicBezTo>
                  <a:cubicBezTo>
                    <a:pt x="0" y="1265"/>
                    <a:pt x="0" y="0"/>
                    <a:pt x="0" y="0"/>
                  </a:cubicBezTo>
                  <a:lnTo>
                    <a:pt x="0" y="0"/>
                  </a:lnTo>
                  <a:lnTo>
                    <a:pt x="1265" y="3794"/>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02" name="Google Shape;502;p153"/>
            <p:cNvSpPr/>
            <p:nvPr/>
          </p:nvSpPr>
          <p:spPr>
            <a:xfrm>
              <a:off x="10606469" y="305541"/>
              <a:ext cx="12646" cy="12645"/>
            </a:xfrm>
            <a:custGeom>
              <a:rect b="b" l="l" r="r" t="t"/>
              <a:pathLst>
                <a:path extrusionOk="0" h="12645" w="12646">
                  <a:moveTo>
                    <a:pt x="0" y="0"/>
                  </a:move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03" name="Google Shape;503;p153"/>
            <p:cNvSpPr/>
            <p:nvPr/>
          </p:nvSpPr>
          <p:spPr>
            <a:xfrm>
              <a:off x="10608998" y="301748"/>
              <a:ext cx="12646" cy="12645"/>
            </a:xfrm>
            <a:custGeom>
              <a:rect b="b" l="l" r="r" t="t"/>
              <a:pathLst>
                <a:path extrusionOk="0" h="12645" w="12646">
                  <a:moveTo>
                    <a:pt x="0" y="0"/>
                  </a:move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04" name="Google Shape;504;p153"/>
            <p:cNvSpPr/>
            <p:nvPr/>
          </p:nvSpPr>
          <p:spPr>
            <a:xfrm>
              <a:off x="10615322" y="305541"/>
              <a:ext cx="252932" cy="64492"/>
            </a:xfrm>
            <a:custGeom>
              <a:rect b="b" l="l" r="r" t="t"/>
              <a:pathLst>
                <a:path extrusionOk="0" h="64492" w="252932">
                  <a:moveTo>
                    <a:pt x="249139" y="61963"/>
                  </a:moveTo>
                  <a:lnTo>
                    <a:pt x="249139" y="61963"/>
                  </a:lnTo>
                  <a:cubicBezTo>
                    <a:pt x="249139" y="60699"/>
                    <a:pt x="249139" y="60699"/>
                    <a:pt x="249139" y="60699"/>
                  </a:cubicBezTo>
                  <a:cubicBezTo>
                    <a:pt x="249139" y="60699"/>
                    <a:pt x="249139" y="60699"/>
                    <a:pt x="249139" y="59434"/>
                  </a:cubicBezTo>
                  <a:cubicBezTo>
                    <a:pt x="249139" y="59434"/>
                    <a:pt x="249139" y="59434"/>
                    <a:pt x="249139" y="58170"/>
                  </a:cubicBezTo>
                  <a:cubicBezTo>
                    <a:pt x="249139" y="58170"/>
                    <a:pt x="249139" y="58170"/>
                    <a:pt x="249139" y="56905"/>
                  </a:cubicBezTo>
                  <a:cubicBezTo>
                    <a:pt x="249139" y="56905"/>
                    <a:pt x="249139" y="56905"/>
                    <a:pt x="250403" y="56905"/>
                  </a:cubicBezTo>
                  <a:lnTo>
                    <a:pt x="251668" y="56905"/>
                  </a:lnTo>
                  <a:lnTo>
                    <a:pt x="251668" y="56905"/>
                  </a:lnTo>
                  <a:lnTo>
                    <a:pt x="252932" y="56905"/>
                  </a:lnTo>
                  <a:lnTo>
                    <a:pt x="12647" y="0"/>
                  </a:lnTo>
                  <a:lnTo>
                    <a:pt x="0" y="3794"/>
                  </a:lnTo>
                  <a:lnTo>
                    <a:pt x="0" y="6323"/>
                  </a:lnTo>
                  <a:lnTo>
                    <a:pt x="247874" y="64492"/>
                  </a:lnTo>
                  <a:lnTo>
                    <a:pt x="249139" y="61963"/>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05" name="Google Shape;505;p153"/>
            <p:cNvSpPr/>
            <p:nvPr/>
          </p:nvSpPr>
          <p:spPr>
            <a:xfrm>
              <a:off x="10606469" y="305541"/>
              <a:ext cx="12646" cy="12645"/>
            </a:xfrm>
            <a:custGeom>
              <a:rect b="b" l="l" r="r" t="t"/>
              <a:pathLst>
                <a:path extrusionOk="0" h="12645" w="12646">
                  <a:moveTo>
                    <a:pt x="0" y="0"/>
                  </a:move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06" name="Google Shape;506;p153"/>
            <p:cNvSpPr/>
            <p:nvPr/>
          </p:nvSpPr>
          <p:spPr>
            <a:xfrm>
              <a:off x="10610263" y="182880"/>
              <a:ext cx="408485" cy="126455"/>
            </a:xfrm>
            <a:custGeom>
              <a:rect b="b" l="l" r="r" t="t"/>
              <a:pathLst>
                <a:path extrusionOk="0" h="126455" w="408485">
                  <a:moveTo>
                    <a:pt x="0" y="118868"/>
                  </a:moveTo>
                  <a:cubicBezTo>
                    <a:pt x="2529" y="118868"/>
                    <a:pt x="5059" y="120133"/>
                    <a:pt x="5059" y="122662"/>
                  </a:cubicBezTo>
                  <a:cubicBezTo>
                    <a:pt x="5059" y="122662"/>
                    <a:pt x="5059" y="122662"/>
                    <a:pt x="5059" y="122662"/>
                  </a:cubicBezTo>
                  <a:lnTo>
                    <a:pt x="6323" y="126456"/>
                  </a:lnTo>
                  <a:lnTo>
                    <a:pt x="18970" y="122662"/>
                  </a:lnTo>
                  <a:lnTo>
                    <a:pt x="408486" y="8852"/>
                  </a:lnTo>
                  <a:lnTo>
                    <a:pt x="407221" y="8852"/>
                  </a:lnTo>
                  <a:cubicBezTo>
                    <a:pt x="404692" y="8852"/>
                    <a:pt x="403427" y="6323"/>
                    <a:pt x="403427" y="3794"/>
                  </a:cubicBezTo>
                  <a:cubicBezTo>
                    <a:pt x="403427" y="2529"/>
                    <a:pt x="404692" y="1265"/>
                    <a:pt x="407221" y="0"/>
                  </a:cubicBezTo>
                  <a:lnTo>
                    <a:pt x="407221" y="0"/>
                  </a:lnTo>
                  <a:lnTo>
                    <a:pt x="0" y="118868"/>
                  </a:lnTo>
                  <a:lnTo>
                    <a:pt x="0" y="118868"/>
                  </a:lnTo>
                  <a:lnTo>
                    <a:pt x="0" y="118868"/>
                  </a:lnTo>
                  <a:lnTo>
                    <a:pt x="0" y="118868"/>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07" name="Google Shape;507;p153"/>
            <p:cNvSpPr/>
            <p:nvPr/>
          </p:nvSpPr>
          <p:spPr>
            <a:xfrm>
              <a:off x="11284328" y="244843"/>
              <a:ext cx="12646" cy="12645"/>
            </a:xfrm>
            <a:custGeom>
              <a:rect b="b" l="l" r="r" t="t"/>
              <a:pathLst>
                <a:path extrusionOk="0" h="12645" w="12646">
                  <a:moveTo>
                    <a:pt x="0" y="0"/>
                  </a:move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08" name="Google Shape;508;p153"/>
            <p:cNvSpPr/>
            <p:nvPr/>
          </p:nvSpPr>
          <p:spPr>
            <a:xfrm>
              <a:off x="11281799" y="241049"/>
              <a:ext cx="12646" cy="12645"/>
            </a:xfrm>
            <a:custGeom>
              <a:rect b="b" l="l" r="r" t="t"/>
              <a:pathLst>
                <a:path extrusionOk="0" h="12645" w="12646">
                  <a:moveTo>
                    <a:pt x="0" y="0"/>
                  </a:move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09" name="Google Shape;509;p153"/>
            <p:cNvSpPr/>
            <p:nvPr/>
          </p:nvSpPr>
          <p:spPr>
            <a:xfrm>
              <a:off x="11283063" y="242314"/>
              <a:ext cx="12646" cy="12645"/>
            </a:xfrm>
            <a:custGeom>
              <a:rect b="b" l="l" r="r" t="t"/>
              <a:pathLst>
                <a:path extrusionOk="0" h="12645" w="12646">
                  <a:moveTo>
                    <a:pt x="0" y="0"/>
                  </a:move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10" name="Google Shape;510;p153"/>
            <p:cNvSpPr/>
            <p:nvPr/>
          </p:nvSpPr>
          <p:spPr>
            <a:xfrm>
              <a:off x="11013690" y="182880"/>
              <a:ext cx="268108" cy="63227"/>
            </a:xfrm>
            <a:custGeom>
              <a:rect b="b" l="l" r="r" t="t"/>
              <a:pathLst>
                <a:path extrusionOk="0" h="63227" w="268108">
                  <a:moveTo>
                    <a:pt x="0" y="3794"/>
                  </a:moveTo>
                  <a:cubicBezTo>
                    <a:pt x="0" y="6323"/>
                    <a:pt x="1265" y="8852"/>
                    <a:pt x="3794" y="8852"/>
                  </a:cubicBezTo>
                  <a:lnTo>
                    <a:pt x="5059" y="8852"/>
                  </a:lnTo>
                  <a:lnTo>
                    <a:pt x="247874" y="63228"/>
                  </a:lnTo>
                  <a:lnTo>
                    <a:pt x="265579" y="58170"/>
                  </a:lnTo>
                  <a:lnTo>
                    <a:pt x="268108" y="58170"/>
                  </a:lnTo>
                  <a:lnTo>
                    <a:pt x="6323" y="0"/>
                  </a:lnTo>
                  <a:lnTo>
                    <a:pt x="3794" y="0"/>
                  </a:lnTo>
                  <a:cubicBezTo>
                    <a:pt x="2529" y="0"/>
                    <a:pt x="1265" y="1265"/>
                    <a:pt x="0" y="3794"/>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11" name="Google Shape;511;p153"/>
            <p:cNvSpPr/>
            <p:nvPr/>
          </p:nvSpPr>
          <p:spPr>
            <a:xfrm>
              <a:off x="10868254" y="241049"/>
              <a:ext cx="411015" cy="128984"/>
            </a:xfrm>
            <a:custGeom>
              <a:rect b="b" l="l" r="r" t="t"/>
              <a:pathLst>
                <a:path extrusionOk="0" h="128984" w="411015">
                  <a:moveTo>
                    <a:pt x="0" y="121397"/>
                  </a:moveTo>
                  <a:lnTo>
                    <a:pt x="0" y="121397"/>
                  </a:lnTo>
                  <a:lnTo>
                    <a:pt x="0" y="121397"/>
                  </a:lnTo>
                  <a:cubicBezTo>
                    <a:pt x="3794" y="121397"/>
                    <a:pt x="6323" y="122662"/>
                    <a:pt x="6323" y="125191"/>
                  </a:cubicBezTo>
                  <a:cubicBezTo>
                    <a:pt x="6323" y="125191"/>
                    <a:pt x="6323" y="125191"/>
                    <a:pt x="6323" y="125191"/>
                  </a:cubicBezTo>
                  <a:lnTo>
                    <a:pt x="7588" y="128985"/>
                  </a:lnTo>
                  <a:lnTo>
                    <a:pt x="409751" y="8852"/>
                  </a:lnTo>
                  <a:lnTo>
                    <a:pt x="407221" y="5058"/>
                  </a:lnTo>
                  <a:cubicBezTo>
                    <a:pt x="407221" y="2529"/>
                    <a:pt x="408486" y="0"/>
                    <a:pt x="411015" y="0"/>
                  </a:cubicBezTo>
                  <a:lnTo>
                    <a:pt x="411015" y="0"/>
                  </a:lnTo>
                  <a:lnTo>
                    <a:pt x="393310" y="5058"/>
                  </a:lnTo>
                  <a:lnTo>
                    <a:pt x="1265" y="121397"/>
                  </a:lnTo>
                  <a:lnTo>
                    <a:pt x="0" y="121397"/>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12" name="Google Shape;512;p153"/>
            <p:cNvSpPr/>
            <p:nvPr/>
          </p:nvSpPr>
          <p:spPr>
            <a:xfrm>
              <a:off x="11284328" y="243578"/>
              <a:ext cx="12646" cy="12645"/>
            </a:xfrm>
            <a:custGeom>
              <a:rect b="b" l="l" r="r" t="t"/>
              <a:pathLst>
                <a:path extrusionOk="0" h="12645" w="12646">
                  <a:moveTo>
                    <a:pt x="0" y="0"/>
                  </a:moveTo>
                  <a:lnTo>
                    <a:pt x="0" y="0"/>
                  </a:ln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13" name="Google Shape;513;p153"/>
            <p:cNvSpPr/>
            <p:nvPr/>
          </p:nvSpPr>
          <p:spPr>
            <a:xfrm>
              <a:off x="11281799" y="241049"/>
              <a:ext cx="12646" cy="12645"/>
            </a:xfrm>
            <a:custGeom>
              <a:rect b="b" l="l" r="r" t="t"/>
              <a:pathLst>
                <a:path extrusionOk="0" h="12645" w="12646">
                  <a:moveTo>
                    <a:pt x="0" y="0"/>
                  </a:move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14" name="Google Shape;514;p153"/>
            <p:cNvSpPr/>
            <p:nvPr/>
          </p:nvSpPr>
          <p:spPr>
            <a:xfrm>
              <a:off x="11283063" y="242314"/>
              <a:ext cx="12646" cy="12645"/>
            </a:xfrm>
            <a:custGeom>
              <a:rect b="b" l="l" r="r" t="t"/>
              <a:pathLst>
                <a:path extrusionOk="0" h="12645" w="12646">
                  <a:moveTo>
                    <a:pt x="0" y="0"/>
                  </a:move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15" name="Google Shape;515;p153"/>
            <p:cNvSpPr/>
            <p:nvPr/>
          </p:nvSpPr>
          <p:spPr>
            <a:xfrm>
              <a:off x="10864460" y="363711"/>
              <a:ext cx="586802" cy="3802520"/>
            </a:xfrm>
            <a:custGeom>
              <a:rect b="b" l="l" r="r" t="t"/>
              <a:pathLst>
                <a:path extrusionOk="0" h="3802520" w="586802">
                  <a:moveTo>
                    <a:pt x="581744" y="3796197"/>
                  </a:moveTo>
                  <a:cubicBezTo>
                    <a:pt x="584274" y="3796197"/>
                    <a:pt x="586803" y="3797462"/>
                    <a:pt x="586803" y="3799991"/>
                  </a:cubicBezTo>
                  <a:cubicBezTo>
                    <a:pt x="586803" y="3799991"/>
                    <a:pt x="586803" y="3799991"/>
                    <a:pt x="586803" y="3799991"/>
                  </a:cubicBezTo>
                  <a:lnTo>
                    <a:pt x="585538" y="3793668"/>
                  </a:lnTo>
                  <a:lnTo>
                    <a:pt x="10117" y="7587"/>
                  </a:lnTo>
                  <a:lnTo>
                    <a:pt x="8853" y="3794"/>
                  </a:lnTo>
                  <a:cubicBezTo>
                    <a:pt x="8853" y="1265"/>
                    <a:pt x="6323" y="0"/>
                    <a:pt x="3794" y="0"/>
                  </a:cubicBezTo>
                  <a:cubicBezTo>
                    <a:pt x="3794" y="0"/>
                    <a:pt x="3794" y="0"/>
                    <a:pt x="3794" y="0"/>
                  </a:cubicBezTo>
                  <a:lnTo>
                    <a:pt x="2529" y="0"/>
                  </a:lnTo>
                  <a:lnTo>
                    <a:pt x="1265" y="0"/>
                  </a:lnTo>
                  <a:cubicBezTo>
                    <a:pt x="1265" y="0"/>
                    <a:pt x="1265" y="0"/>
                    <a:pt x="0" y="0"/>
                  </a:cubicBezTo>
                  <a:cubicBezTo>
                    <a:pt x="0" y="0"/>
                    <a:pt x="0" y="0"/>
                    <a:pt x="0" y="1265"/>
                  </a:cubicBezTo>
                  <a:cubicBezTo>
                    <a:pt x="0" y="1265"/>
                    <a:pt x="0" y="1265"/>
                    <a:pt x="0" y="2529"/>
                  </a:cubicBezTo>
                  <a:cubicBezTo>
                    <a:pt x="0" y="2529"/>
                    <a:pt x="0" y="2529"/>
                    <a:pt x="0" y="3794"/>
                  </a:cubicBezTo>
                  <a:cubicBezTo>
                    <a:pt x="0" y="3794"/>
                    <a:pt x="0" y="3794"/>
                    <a:pt x="0" y="5058"/>
                  </a:cubicBezTo>
                  <a:lnTo>
                    <a:pt x="0" y="6323"/>
                  </a:lnTo>
                  <a:lnTo>
                    <a:pt x="0" y="8852"/>
                  </a:lnTo>
                  <a:lnTo>
                    <a:pt x="577950" y="3802520"/>
                  </a:lnTo>
                  <a:cubicBezTo>
                    <a:pt x="576686" y="3799991"/>
                    <a:pt x="577950" y="3797462"/>
                    <a:pt x="581744" y="3796197"/>
                  </a:cubicBezTo>
                  <a:cubicBezTo>
                    <a:pt x="580480" y="3796197"/>
                    <a:pt x="581744" y="3796197"/>
                    <a:pt x="581744" y="3796197"/>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16" name="Google Shape;516;p153"/>
            <p:cNvSpPr/>
            <p:nvPr/>
          </p:nvSpPr>
          <p:spPr>
            <a:xfrm>
              <a:off x="10142338" y="3894352"/>
              <a:ext cx="149230" cy="714970"/>
            </a:xfrm>
            <a:custGeom>
              <a:rect b="b" l="l" r="r" t="t"/>
              <a:pathLst>
                <a:path extrusionOk="0" h="714970" w="149230">
                  <a:moveTo>
                    <a:pt x="146701" y="714474"/>
                  </a:moveTo>
                  <a:cubicBezTo>
                    <a:pt x="146701" y="714474"/>
                    <a:pt x="147965" y="714474"/>
                    <a:pt x="147965" y="714474"/>
                  </a:cubicBezTo>
                  <a:lnTo>
                    <a:pt x="149230" y="714474"/>
                  </a:lnTo>
                  <a:lnTo>
                    <a:pt x="149230" y="714474"/>
                  </a:lnTo>
                  <a:cubicBezTo>
                    <a:pt x="149230" y="714474"/>
                    <a:pt x="149230" y="714474"/>
                    <a:pt x="149230" y="713210"/>
                  </a:cubicBezTo>
                  <a:lnTo>
                    <a:pt x="149230" y="711945"/>
                  </a:lnTo>
                  <a:cubicBezTo>
                    <a:pt x="149230" y="711945"/>
                    <a:pt x="149230" y="711945"/>
                    <a:pt x="149230" y="710681"/>
                  </a:cubicBezTo>
                  <a:lnTo>
                    <a:pt x="149230" y="709416"/>
                  </a:lnTo>
                  <a:lnTo>
                    <a:pt x="149230" y="709416"/>
                  </a:lnTo>
                  <a:lnTo>
                    <a:pt x="149230" y="706887"/>
                  </a:lnTo>
                  <a:lnTo>
                    <a:pt x="10117" y="7587"/>
                  </a:lnTo>
                  <a:lnTo>
                    <a:pt x="1265" y="2529"/>
                  </a:lnTo>
                  <a:lnTo>
                    <a:pt x="1265" y="2529"/>
                  </a:lnTo>
                  <a:lnTo>
                    <a:pt x="0" y="2529"/>
                  </a:lnTo>
                  <a:lnTo>
                    <a:pt x="0" y="2529"/>
                  </a:lnTo>
                  <a:lnTo>
                    <a:pt x="0" y="1265"/>
                  </a:lnTo>
                  <a:lnTo>
                    <a:pt x="0" y="0"/>
                  </a:lnTo>
                  <a:lnTo>
                    <a:pt x="0" y="0"/>
                  </a:lnTo>
                  <a:lnTo>
                    <a:pt x="140378" y="708151"/>
                  </a:lnTo>
                  <a:lnTo>
                    <a:pt x="141642" y="711945"/>
                  </a:lnTo>
                  <a:cubicBezTo>
                    <a:pt x="142907" y="714474"/>
                    <a:pt x="144171" y="715739"/>
                    <a:pt x="146701" y="714474"/>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17" name="Google Shape;517;p153"/>
            <p:cNvSpPr/>
            <p:nvPr/>
          </p:nvSpPr>
          <p:spPr>
            <a:xfrm>
              <a:off x="9460686" y="2580478"/>
              <a:ext cx="477273" cy="2199062"/>
            </a:xfrm>
            <a:custGeom>
              <a:rect b="b" l="l" r="r" t="t"/>
              <a:pathLst>
                <a:path extrusionOk="0" h="2199062" w="477273">
                  <a:moveTo>
                    <a:pt x="471719" y="2199063"/>
                  </a:moveTo>
                  <a:lnTo>
                    <a:pt x="474248" y="2199063"/>
                  </a:lnTo>
                  <a:lnTo>
                    <a:pt x="474248" y="2199063"/>
                  </a:lnTo>
                  <a:cubicBezTo>
                    <a:pt x="476778" y="2197798"/>
                    <a:pt x="478042" y="2196534"/>
                    <a:pt x="476778" y="2194005"/>
                  </a:cubicBezTo>
                  <a:lnTo>
                    <a:pt x="475513" y="2187682"/>
                  </a:lnTo>
                  <a:lnTo>
                    <a:pt x="8853" y="0"/>
                  </a:lnTo>
                  <a:lnTo>
                    <a:pt x="5059" y="1264"/>
                  </a:lnTo>
                  <a:lnTo>
                    <a:pt x="5059" y="1264"/>
                  </a:lnTo>
                  <a:lnTo>
                    <a:pt x="5059" y="1264"/>
                  </a:lnTo>
                  <a:lnTo>
                    <a:pt x="3794" y="1264"/>
                  </a:lnTo>
                  <a:lnTo>
                    <a:pt x="2529" y="1264"/>
                  </a:lnTo>
                  <a:lnTo>
                    <a:pt x="2529" y="1264"/>
                  </a:lnTo>
                  <a:lnTo>
                    <a:pt x="0" y="0"/>
                  </a:lnTo>
                  <a:lnTo>
                    <a:pt x="467925" y="2195270"/>
                  </a:lnTo>
                  <a:lnTo>
                    <a:pt x="467925" y="2195270"/>
                  </a:lnTo>
                  <a:lnTo>
                    <a:pt x="467925" y="2195270"/>
                  </a:lnTo>
                  <a:cubicBezTo>
                    <a:pt x="467925" y="2195270"/>
                    <a:pt x="467925" y="2195270"/>
                    <a:pt x="467925" y="2196534"/>
                  </a:cubicBezTo>
                  <a:lnTo>
                    <a:pt x="467925" y="2196534"/>
                  </a:lnTo>
                  <a:lnTo>
                    <a:pt x="467925" y="2196534"/>
                  </a:lnTo>
                  <a:lnTo>
                    <a:pt x="467925" y="2196534"/>
                  </a:lnTo>
                  <a:lnTo>
                    <a:pt x="467925" y="2196534"/>
                  </a:lnTo>
                  <a:lnTo>
                    <a:pt x="467925" y="2196534"/>
                  </a:lnTo>
                  <a:lnTo>
                    <a:pt x="471719" y="2199063"/>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18" name="Google Shape;518;p153"/>
            <p:cNvSpPr/>
            <p:nvPr/>
          </p:nvSpPr>
          <p:spPr>
            <a:xfrm>
              <a:off x="10142338" y="3890558"/>
              <a:ext cx="447690" cy="235730"/>
            </a:xfrm>
            <a:custGeom>
              <a:rect b="b" l="l" r="r" t="t"/>
              <a:pathLst>
                <a:path extrusionOk="0" h="235730" w="447690">
                  <a:moveTo>
                    <a:pt x="10117" y="11381"/>
                  </a:moveTo>
                  <a:lnTo>
                    <a:pt x="438838" y="233943"/>
                  </a:lnTo>
                  <a:lnTo>
                    <a:pt x="441367" y="235207"/>
                  </a:lnTo>
                  <a:cubicBezTo>
                    <a:pt x="443896" y="236472"/>
                    <a:pt x="446426" y="235207"/>
                    <a:pt x="447690" y="233943"/>
                  </a:cubicBezTo>
                  <a:cubicBezTo>
                    <a:pt x="447690" y="233943"/>
                    <a:pt x="447690" y="233943"/>
                    <a:pt x="447690" y="233943"/>
                  </a:cubicBezTo>
                  <a:cubicBezTo>
                    <a:pt x="447690" y="232678"/>
                    <a:pt x="447690" y="231414"/>
                    <a:pt x="447690" y="230149"/>
                  </a:cubicBezTo>
                  <a:lnTo>
                    <a:pt x="447690" y="228884"/>
                  </a:lnTo>
                  <a:lnTo>
                    <a:pt x="447690" y="227620"/>
                  </a:lnTo>
                  <a:lnTo>
                    <a:pt x="447690" y="227620"/>
                  </a:lnTo>
                  <a:lnTo>
                    <a:pt x="446426" y="227620"/>
                  </a:lnTo>
                  <a:lnTo>
                    <a:pt x="446426" y="227620"/>
                  </a:lnTo>
                  <a:lnTo>
                    <a:pt x="443896" y="226355"/>
                  </a:lnTo>
                  <a:lnTo>
                    <a:pt x="7588" y="0"/>
                  </a:lnTo>
                  <a:lnTo>
                    <a:pt x="7588" y="2529"/>
                  </a:lnTo>
                  <a:cubicBezTo>
                    <a:pt x="7588" y="5058"/>
                    <a:pt x="6323" y="7587"/>
                    <a:pt x="3794" y="7587"/>
                  </a:cubicBezTo>
                  <a:cubicBezTo>
                    <a:pt x="3794" y="7587"/>
                    <a:pt x="3794" y="7587"/>
                    <a:pt x="3794" y="7587"/>
                  </a:cubicBezTo>
                  <a:cubicBezTo>
                    <a:pt x="2529" y="7587"/>
                    <a:pt x="1265" y="7587"/>
                    <a:pt x="0" y="7587"/>
                  </a:cubicBezTo>
                  <a:lnTo>
                    <a:pt x="0" y="7587"/>
                  </a:lnTo>
                  <a:lnTo>
                    <a:pt x="10117" y="11381"/>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19" name="Google Shape;519;p153"/>
            <p:cNvSpPr/>
            <p:nvPr/>
          </p:nvSpPr>
          <p:spPr>
            <a:xfrm>
              <a:off x="9860319" y="2428731"/>
              <a:ext cx="12646" cy="12645"/>
            </a:xfrm>
            <a:custGeom>
              <a:rect b="b" l="l" r="r" t="t"/>
              <a:pathLst>
                <a:path extrusionOk="0" h="12645" w="12646">
                  <a:moveTo>
                    <a:pt x="0" y="0"/>
                  </a:moveTo>
                  <a:lnTo>
                    <a:pt x="0" y="0"/>
                  </a:lnTo>
                  <a:lnTo>
                    <a:pt x="0" y="0"/>
                  </a:lnTo>
                  <a:cubicBezTo>
                    <a:pt x="0" y="0"/>
                    <a:pt x="0" y="0"/>
                    <a:pt x="0" y="0"/>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20" name="Google Shape;520;p153"/>
            <p:cNvSpPr/>
            <p:nvPr/>
          </p:nvSpPr>
          <p:spPr>
            <a:xfrm>
              <a:off x="9611180" y="2323773"/>
              <a:ext cx="247873" cy="104958"/>
            </a:xfrm>
            <a:custGeom>
              <a:rect b="b" l="l" r="r" t="t"/>
              <a:pathLst>
                <a:path extrusionOk="0" h="104958" w="247873">
                  <a:moveTo>
                    <a:pt x="3794" y="2529"/>
                  </a:moveTo>
                  <a:cubicBezTo>
                    <a:pt x="5059" y="5058"/>
                    <a:pt x="3794" y="7587"/>
                    <a:pt x="1265" y="8852"/>
                  </a:cubicBezTo>
                  <a:lnTo>
                    <a:pt x="0" y="8852"/>
                  </a:lnTo>
                  <a:lnTo>
                    <a:pt x="232698" y="104958"/>
                  </a:lnTo>
                  <a:lnTo>
                    <a:pt x="244080" y="101164"/>
                  </a:lnTo>
                  <a:lnTo>
                    <a:pt x="246609" y="101164"/>
                  </a:lnTo>
                  <a:lnTo>
                    <a:pt x="247874" y="101164"/>
                  </a:lnTo>
                  <a:lnTo>
                    <a:pt x="247874" y="101164"/>
                  </a:lnTo>
                  <a:lnTo>
                    <a:pt x="3794" y="0"/>
                  </a:lnTo>
                  <a:lnTo>
                    <a:pt x="2529" y="0"/>
                  </a:lnTo>
                  <a:cubicBezTo>
                    <a:pt x="2529" y="0"/>
                    <a:pt x="3794" y="1264"/>
                    <a:pt x="3794" y="2529"/>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21" name="Google Shape;521;p153"/>
            <p:cNvSpPr/>
            <p:nvPr/>
          </p:nvSpPr>
          <p:spPr>
            <a:xfrm>
              <a:off x="9859054" y="2426202"/>
              <a:ext cx="12646" cy="12645"/>
            </a:xfrm>
            <a:custGeom>
              <a:rect b="b" l="l" r="r" t="t"/>
              <a:pathLst>
                <a:path extrusionOk="0" h="12645" w="12646">
                  <a:moveTo>
                    <a:pt x="0" y="0"/>
                  </a:move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22" name="Google Shape;522;p153"/>
            <p:cNvSpPr/>
            <p:nvPr/>
          </p:nvSpPr>
          <p:spPr>
            <a:xfrm>
              <a:off x="9465744" y="2426202"/>
              <a:ext cx="390780" cy="155540"/>
            </a:xfrm>
            <a:custGeom>
              <a:rect b="b" l="l" r="r" t="t"/>
              <a:pathLst>
                <a:path extrusionOk="0" h="155540" w="390780">
                  <a:moveTo>
                    <a:pt x="1265" y="146689"/>
                  </a:moveTo>
                  <a:cubicBezTo>
                    <a:pt x="3794" y="147953"/>
                    <a:pt x="5059" y="150482"/>
                    <a:pt x="3794" y="153011"/>
                  </a:cubicBezTo>
                  <a:cubicBezTo>
                    <a:pt x="3794" y="153011"/>
                    <a:pt x="3794" y="153011"/>
                    <a:pt x="3794" y="153011"/>
                  </a:cubicBezTo>
                  <a:cubicBezTo>
                    <a:pt x="3794" y="154276"/>
                    <a:pt x="2529" y="155540"/>
                    <a:pt x="1265" y="155540"/>
                  </a:cubicBezTo>
                  <a:lnTo>
                    <a:pt x="5059" y="154276"/>
                  </a:lnTo>
                  <a:lnTo>
                    <a:pt x="388251" y="10116"/>
                  </a:lnTo>
                  <a:lnTo>
                    <a:pt x="386986" y="5058"/>
                  </a:lnTo>
                  <a:cubicBezTo>
                    <a:pt x="386986" y="2529"/>
                    <a:pt x="388251" y="0"/>
                    <a:pt x="390780" y="0"/>
                  </a:cubicBezTo>
                  <a:lnTo>
                    <a:pt x="390780" y="0"/>
                  </a:lnTo>
                  <a:lnTo>
                    <a:pt x="379399" y="3794"/>
                  </a:lnTo>
                  <a:lnTo>
                    <a:pt x="0" y="147953"/>
                  </a:lnTo>
                  <a:lnTo>
                    <a:pt x="1265" y="147953"/>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23" name="Google Shape;523;p153"/>
            <p:cNvSpPr/>
            <p:nvPr/>
          </p:nvSpPr>
          <p:spPr>
            <a:xfrm>
              <a:off x="9465744" y="2581742"/>
              <a:ext cx="12646" cy="12645"/>
            </a:xfrm>
            <a:custGeom>
              <a:rect b="b" l="l" r="r" t="t"/>
              <a:pathLst>
                <a:path extrusionOk="0" h="12645" w="12646">
                  <a:moveTo>
                    <a:pt x="0" y="0"/>
                  </a:move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24" name="Google Shape;524;p153"/>
            <p:cNvSpPr/>
            <p:nvPr/>
          </p:nvSpPr>
          <p:spPr>
            <a:xfrm>
              <a:off x="9859054" y="2427467"/>
              <a:ext cx="12646" cy="12645"/>
            </a:xfrm>
            <a:custGeom>
              <a:rect b="b" l="l" r="r" t="t"/>
              <a:pathLst>
                <a:path extrusionOk="0" h="12645" w="12646">
                  <a:moveTo>
                    <a:pt x="0" y="0"/>
                  </a:move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25" name="Google Shape;525;p153"/>
            <p:cNvSpPr/>
            <p:nvPr/>
          </p:nvSpPr>
          <p:spPr>
            <a:xfrm>
              <a:off x="9860319" y="2428731"/>
              <a:ext cx="12646" cy="12645"/>
            </a:xfrm>
            <a:custGeom>
              <a:rect b="b" l="l" r="r" t="t"/>
              <a:pathLst>
                <a:path extrusionOk="0" h="12645" w="12646">
                  <a:moveTo>
                    <a:pt x="0" y="0"/>
                  </a:moveTo>
                  <a:lnTo>
                    <a:pt x="0" y="0"/>
                  </a:ln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26" name="Google Shape;526;p153"/>
            <p:cNvSpPr/>
            <p:nvPr/>
          </p:nvSpPr>
          <p:spPr>
            <a:xfrm>
              <a:off x="9857789" y="2426202"/>
              <a:ext cx="12646" cy="12645"/>
            </a:xfrm>
            <a:custGeom>
              <a:rect b="b" l="l" r="r" t="t"/>
              <a:pathLst>
                <a:path extrusionOk="0" h="12645" w="12646">
                  <a:moveTo>
                    <a:pt x="0" y="0"/>
                  </a:move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27" name="Google Shape;527;p153"/>
            <p:cNvSpPr/>
            <p:nvPr/>
          </p:nvSpPr>
          <p:spPr>
            <a:xfrm>
              <a:off x="9219135" y="2469197"/>
              <a:ext cx="12646" cy="12645"/>
            </a:xfrm>
            <a:custGeom>
              <a:rect b="b" l="l" r="r" t="t"/>
              <a:pathLst>
                <a:path extrusionOk="0" h="12645" w="12646">
                  <a:moveTo>
                    <a:pt x="0" y="0"/>
                  </a:moveTo>
                  <a:lnTo>
                    <a:pt x="0" y="0"/>
                  </a:ln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28" name="Google Shape;528;p153"/>
            <p:cNvSpPr/>
            <p:nvPr/>
          </p:nvSpPr>
          <p:spPr>
            <a:xfrm>
              <a:off x="9219135" y="2470461"/>
              <a:ext cx="12646" cy="562"/>
            </a:xfrm>
            <a:custGeom>
              <a:rect b="b" l="l" r="r" t="t"/>
              <a:pathLst>
                <a:path extrusionOk="0" h="562" w="12646">
                  <a:moveTo>
                    <a:pt x="0" y="0"/>
                  </a:moveTo>
                  <a:cubicBezTo>
                    <a:pt x="0" y="0"/>
                    <a:pt x="0" y="0"/>
                    <a:pt x="0" y="0"/>
                  </a:cubicBezTo>
                  <a:lnTo>
                    <a:pt x="0" y="0"/>
                  </a:lnTo>
                  <a:cubicBezTo>
                    <a:pt x="0" y="1265"/>
                    <a:pt x="0" y="0"/>
                    <a:pt x="0" y="0"/>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29" name="Google Shape;529;p153"/>
            <p:cNvSpPr/>
            <p:nvPr/>
          </p:nvSpPr>
          <p:spPr>
            <a:xfrm>
              <a:off x="9221665" y="2466668"/>
              <a:ext cx="12646" cy="12645"/>
            </a:xfrm>
            <a:custGeom>
              <a:rect b="b" l="l" r="r" t="t"/>
              <a:pathLst>
                <a:path extrusionOk="0" h="12645" w="12646">
                  <a:moveTo>
                    <a:pt x="0" y="0"/>
                  </a:move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30" name="Google Shape;530;p153"/>
            <p:cNvSpPr/>
            <p:nvPr/>
          </p:nvSpPr>
          <p:spPr>
            <a:xfrm>
              <a:off x="9220400" y="2467932"/>
              <a:ext cx="12646" cy="12645"/>
            </a:xfrm>
            <a:custGeom>
              <a:rect b="b" l="l" r="r" t="t"/>
              <a:pathLst>
                <a:path extrusionOk="0" h="12645" w="12646">
                  <a:moveTo>
                    <a:pt x="0" y="0"/>
                  </a:move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31" name="Google Shape;531;p153"/>
            <p:cNvSpPr/>
            <p:nvPr/>
          </p:nvSpPr>
          <p:spPr>
            <a:xfrm>
              <a:off x="9230517" y="2470461"/>
              <a:ext cx="238252" cy="111280"/>
            </a:xfrm>
            <a:custGeom>
              <a:rect b="b" l="l" r="r" t="t"/>
              <a:pathLst>
                <a:path extrusionOk="0" h="111280" w="238252">
                  <a:moveTo>
                    <a:pt x="232698" y="111281"/>
                  </a:moveTo>
                  <a:lnTo>
                    <a:pt x="232698" y="111281"/>
                  </a:lnTo>
                  <a:lnTo>
                    <a:pt x="232698" y="111281"/>
                  </a:lnTo>
                  <a:lnTo>
                    <a:pt x="235227" y="111281"/>
                  </a:lnTo>
                  <a:lnTo>
                    <a:pt x="235227" y="111281"/>
                  </a:lnTo>
                  <a:lnTo>
                    <a:pt x="235227" y="111281"/>
                  </a:lnTo>
                  <a:cubicBezTo>
                    <a:pt x="236492" y="111281"/>
                    <a:pt x="237756" y="110017"/>
                    <a:pt x="237756" y="108752"/>
                  </a:cubicBezTo>
                  <a:cubicBezTo>
                    <a:pt x="239021" y="106223"/>
                    <a:pt x="237756" y="103694"/>
                    <a:pt x="235227" y="102429"/>
                  </a:cubicBezTo>
                  <a:cubicBezTo>
                    <a:pt x="235227" y="102429"/>
                    <a:pt x="235227" y="102429"/>
                    <a:pt x="235227" y="102429"/>
                  </a:cubicBezTo>
                  <a:lnTo>
                    <a:pt x="233962" y="101164"/>
                  </a:lnTo>
                  <a:lnTo>
                    <a:pt x="6323" y="0"/>
                  </a:lnTo>
                  <a:lnTo>
                    <a:pt x="0" y="2529"/>
                  </a:lnTo>
                  <a:lnTo>
                    <a:pt x="1265" y="7587"/>
                  </a:lnTo>
                  <a:lnTo>
                    <a:pt x="231433" y="110017"/>
                  </a:lnTo>
                  <a:lnTo>
                    <a:pt x="232698" y="111281"/>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32" name="Google Shape;532;p153"/>
            <p:cNvSpPr/>
            <p:nvPr/>
          </p:nvSpPr>
          <p:spPr>
            <a:xfrm>
              <a:off x="11587847" y="4927494"/>
              <a:ext cx="12646" cy="12645"/>
            </a:xfrm>
            <a:custGeom>
              <a:rect b="b" l="l" r="r" t="t"/>
              <a:pathLst>
                <a:path extrusionOk="0" h="12645" w="12646">
                  <a:moveTo>
                    <a:pt x="0" y="0"/>
                  </a:moveTo>
                  <a:lnTo>
                    <a:pt x="0" y="0"/>
                  </a:lnTo>
                  <a:cubicBezTo>
                    <a:pt x="0" y="0"/>
                    <a:pt x="0" y="0"/>
                    <a:pt x="0" y="0"/>
                  </a:cubicBez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33" name="Google Shape;533;p153"/>
            <p:cNvSpPr/>
            <p:nvPr/>
          </p:nvSpPr>
          <p:spPr>
            <a:xfrm>
              <a:off x="11590376" y="4930023"/>
              <a:ext cx="25293" cy="17703"/>
            </a:xfrm>
            <a:custGeom>
              <a:rect b="b" l="l" r="r" t="t"/>
              <a:pathLst>
                <a:path extrusionOk="0" h="17703" w="25293">
                  <a:moveTo>
                    <a:pt x="10117" y="1265"/>
                  </a:moveTo>
                  <a:lnTo>
                    <a:pt x="10117" y="1265"/>
                  </a:lnTo>
                  <a:lnTo>
                    <a:pt x="5059" y="3794"/>
                  </a:lnTo>
                  <a:cubicBezTo>
                    <a:pt x="3794" y="5058"/>
                    <a:pt x="1265" y="5058"/>
                    <a:pt x="0" y="3794"/>
                  </a:cubicBezTo>
                  <a:lnTo>
                    <a:pt x="0" y="3794"/>
                  </a:lnTo>
                  <a:lnTo>
                    <a:pt x="25293" y="17704"/>
                  </a:lnTo>
                  <a:lnTo>
                    <a:pt x="25293" y="15175"/>
                  </a:lnTo>
                  <a:lnTo>
                    <a:pt x="24028" y="8852"/>
                  </a:lnTo>
                  <a:lnTo>
                    <a:pt x="24028" y="8852"/>
                  </a:lnTo>
                  <a:lnTo>
                    <a:pt x="24028" y="6323"/>
                  </a:lnTo>
                  <a:lnTo>
                    <a:pt x="12647" y="0"/>
                  </a:lnTo>
                  <a:lnTo>
                    <a:pt x="10117" y="1265"/>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34" name="Google Shape;534;p153"/>
            <p:cNvSpPr/>
            <p:nvPr/>
          </p:nvSpPr>
          <p:spPr>
            <a:xfrm>
              <a:off x="11553701" y="4902203"/>
              <a:ext cx="42998" cy="24026"/>
            </a:xfrm>
            <a:custGeom>
              <a:rect b="b" l="l" r="r" t="t"/>
              <a:pathLst>
                <a:path extrusionOk="0" h="24026" w="42998">
                  <a:moveTo>
                    <a:pt x="2529" y="7587"/>
                  </a:moveTo>
                  <a:lnTo>
                    <a:pt x="2529" y="7587"/>
                  </a:lnTo>
                  <a:lnTo>
                    <a:pt x="2529" y="7587"/>
                  </a:lnTo>
                  <a:lnTo>
                    <a:pt x="2529" y="7587"/>
                  </a:lnTo>
                  <a:lnTo>
                    <a:pt x="5059" y="8852"/>
                  </a:lnTo>
                  <a:lnTo>
                    <a:pt x="34146" y="24026"/>
                  </a:lnTo>
                  <a:cubicBezTo>
                    <a:pt x="34146" y="24026"/>
                    <a:pt x="35410" y="22762"/>
                    <a:pt x="35410" y="22762"/>
                  </a:cubicBezTo>
                  <a:lnTo>
                    <a:pt x="40469" y="20233"/>
                  </a:lnTo>
                  <a:lnTo>
                    <a:pt x="40469" y="20233"/>
                  </a:lnTo>
                  <a:lnTo>
                    <a:pt x="42998" y="18968"/>
                  </a:lnTo>
                  <a:lnTo>
                    <a:pt x="10117" y="1264"/>
                  </a:lnTo>
                  <a:lnTo>
                    <a:pt x="8853" y="0"/>
                  </a:lnTo>
                  <a:cubicBezTo>
                    <a:pt x="8853" y="2529"/>
                    <a:pt x="7588" y="3794"/>
                    <a:pt x="5059" y="3794"/>
                  </a:cubicBezTo>
                  <a:cubicBezTo>
                    <a:pt x="3794" y="3794"/>
                    <a:pt x="1265" y="3794"/>
                    <a:pt x="0" y="2529"/>
                  </a:cubicBezTo>
                  <a:cubicBezTo>
                    <a:pt x="0" y="3794"/>
                    <a:pt x="0" y="6323"/>
                    <a:pt x="2529" y="7587"/>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35" name="Google Shape;535;p153"/>
            <p:cNvSpPr/>
            <p:nvPr/>
          </p:nvSpPr>
          <p:spPr>
            <a:xfrm>
              <a:off x="11587847" y="4922435"/>
              <a:ext cx="11381" cy="11065"/>
            </a:xfrm>
            <a:custGeom>
              <a:rect b="b" l="l" r="r" t="t"/>
              <a:pathLst>
                <a:path extrusionOk="0" h="11065" w="11381">
                  <a:moveTo>
                    <a:pt x="0" y="6323"/>
                  </a:moveTo>
                  <a:lnTo>
                    <a:pt x="0" y="6323"/>
                  </a:lnTo>
                  <a:lnTo>
                    <a:pt x="0" y="8852"/>
                  </a:lnTo>
                  <a:cubicBezTo>
                    <a:pt x="0" y="8852"/>
                    <a:pt x="0" y="8852"/>
                    <a:pt x="0" y="10117"/>
                  </a:cubicBezTo>
                  <a:lnTo>
                    <a:pt x="0" y="10117"/>
                  </a:lnTo>
                  <a:lnTo>
                    <a:pt x="0" y="10117"/>
                  </a:lnTo>
                  <a:cubicBezTo>
                    <a:pt x="0" y="10117"/>
                    <a:pt x="0" y="10117"/>
                    <a:pt x="0" y="10117"/>
                  </a:cubicBezTo>
                  <a:lnTo>
                    <a:pt x="1265" y="10117"/>
                  </a:lnTo>
                  <a:cubicBezTo>
                    <a:pt x="2529" y="11381"/>
                    <a:pt x="5059" y="11381"/>
                    <a:pt x="6323" y="10117"/>
                  </a:cubicBezTo>
                  <a:lnTo>
                    <a:pt x="11382" y="7587"/>
                  </a:lnTo>
                  <a:lnTo>
                    <a:pt x="11382" y="7587"/>
                  </a:lnTo>
                  <a:cubicBezTo>
                    <a:pt x="8853" y="8852"/>
                    <a:pt x="6323" y="7587"/>
                    <a:pt x="5059" y="6323"/>
                  </a:cubicBezTo>
                  <a:cubicBezTo>
                    <a:pt x="3794" y="3794"/>
                    <a:pt x="5059" y="1265"/>
                    <a:pt x="7588" y="0"/>
                  </a:cubicBezTo>
                  <a:lnTo>
                    <a:pt x="7588" y="0"/>
                  </a:lnTo>
                  <a:lnTo>
                    <a:pt x="7588" y="0"/>
                  </a:lnTo>
                  <a:lnTo>
                    <a:pt x="2529" y="2529"/>
                  </a:lnTo>
                  <a:cubicBezTo>
                    <a:pt x="2529" y="2529"/>
                    <a:pt x="1265" y="3794"/>
                    <a:pt x="1265" y="3794"/>
                  </a:cubicBezTo>
                  <a:lnTo>
                    <a:pt x="1265" y="3794"/>
                  </a:lnTo>
                  <a:cubicBezTo>
                    <a:pt x="0" y="3794"/>
                    <a:pt x="0" y="6323"/>
                    <a:pt x="0" y="6323"/>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36" name="Google Shape;536;p153"/>
            <p:cNvSpPr/>
            <p:nvPr/>
          </p:nvSpPr>
          <p:spPr>
            <a:xfrm>
              <a:off x="12211325" y="3771689"/>
              <a:ext cx="5058" cy="6322"/>
            </a:xfrm>
            <a:custGeom>
              <a:rect b="b" l="l" r="r" t="t"/>
              <a:pathLst>
                <a:path extrusionOk="0" h="6322" w="5058">
                  <a:moveTo>
                    <a:pt x="3794" y="3794"/>
                  </a:moveTo>
                  <a:lnTo>
                    <a:pt x="3794" y="3794"/>
                  </a:lnTo>
                  <a:lnTo>
                    <a:pt x="3794" y="3794"/>
                  </a:lnTo>
                  <a:lnTo>
                    <a:pt x="3794" y="3794"/>
                  </a:lnTo>
                  <a:lnTo>
                    <a:pt x="5059" y="5059"/>
                  </a:lnTo>
                  <a:lnTo>
                    <a:pt x="5059" y="6323"/>
                  </a:lnTo>
                  <a:lnTo>
                    <a:pt x="5059" y="6323"/>
                  </a:lnTo>
                  <a:lnTo>
                    <a:pt x="5059" y="0"/>
                  </a:lnTo>
                  <a:lnTo>
                    <a:pt x="0" y="2529"/>
                  </a:lnTo>
                  <a:lnTo>
                    <a:pt x="3794" y="3794"/>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37" name="Google Shape;537;p153"/>
            <p:cNvSpPr/>
            <p:nvPr/>
          </p:nvSpPr>
          <p:spPr>
            <a:xfrm>
              <a:off x="11670050" y="5284099"/>
              <a:ext cx="75879" cy="53111"/>
            </a:xfrm>
            <a:custGeom>
              <a:rect b="b" l="l" r="r" t="t"/>
              <a:pathLst>
                <a:path extrusionOk="0" h="53111" w="75879">
                  <a:moveTo>
                    <a:pt x="73350" y="46789"/>
                  </a:moveTo>
                  <a:lnTo>
                    <a:pt x="72086" y="37937"/>
                  </a:lnTo>
                  <a:lnTo>
                    <a:pt x="3794" y="0"/>
                  </a:lnTo>
                  <a:lnTo>
                    <a:pt x="3794" y="2529"/>
                  </a:lnTo>
                  <a:lnTo>
                    <a:pt x="3794" y="2529"/>
                  </a:lnTo>
                  <a:cubicBezTo>
                    <a:pt x="3794" y="2529"/>
                    <a:pt x="3794" y="2529"/>
                    <a:pt x="3794" y="3794"/>
                  </a:cubicBezTo>
                  <a:cubicBezTo>
                    <a:pt x="3794" y="3794"/>
                    <a:pt x="3794" y="3794"/>
                    <a:pt x="3794" y="5058"/>
                  </a:cubicBezTo>
                  <a:cubicBezTo>
                    <a:pt x="3794" y="5058"/>
                    <a:pt x="3794" y="5058"/>
                    <a:pt x="3794" y="6323"/>
                  </a:cubicBezTo>
                  <a:cubicBezTo>
                    <a:pt x="3794" y="6323"/>
                    <a:pt x="3794" y="6323"/>
                    <a:pt x="3794" y="7587"/>
                  </a:cubicBezTo>
                  <a:lnTo>
                    <a:pt x="3794" y="7587"/>
                  </a:lnTo>
                  <a:lnTo>
                    <a:pt x="2529" y="8852"/>
                  </a:lnTo>
                  <a:lnTo>
                    <a:pt x="2529" y="8852"/>
                  </a:lnTo>
                  <a:lnTo>
                    <a:pt x="0" y="10117"/>
                  </a:lnTo>
                  <a:lnTo>
                    <a:pt x="75880" y="53112"/>
                  </a:lnTo>
                  <a:lnTo>
                    <a:pt x="75880" y="53112"/>
                  </a:lnTo>
                  <a:lnTo>
                    <a:pt x="75880" y="53112"/>
                  </a:lnTo>
                  <a:lnTo>
                    <a:pt x="75880" y="53112"/>
                  </a:lnTo>
                  <a:lnTo>
                    <a:pt x="75880" y="53112"/>
                  </a:lnTo>
                  <a:lnTo>
                    <a:pt x="75880" y="53112"/>
                  </a:lnTo>
                  <a:lnTo>
                    <a:pt x="75880" y="53112"/>
                  </a:lnTo>
                  <a:lnTo>
                    <a:pt x="75880" y="53112"/>
                  </a:lnTo>
                  <a:cubicBezTo>
                    <a:pt x="75880" y="53112"/>
                    <a:pt x="75880" y="53112"/>
                    <a:pt x="75880" y="51847"/>
                  </a:cubicBezTo>
                  <a:lnTo>
                    <a:pt x="73350" y="46789"/>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38" name="Google Shape;538;p153"/>
            <p:cNvSpPr/>
            <p:nvPr/>
          </p:nvSpPr>
          <p:spPr>
            <a:xfrm>
              <a:off x="11409529" y="3569360"/>
              <a:ext cx="12646" cy="12645"/>
            </a:xfrm>
            <a:custGeom>
              <a:rect b="b" l="l" r="r" t="t"/>
              <a:pathLst>
                <a:path extrusionOk="0" h="12645" w="12646">
                  <a:moveTo>
                    <a:pt x="0" y="0"/>
                  </a:move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39" name="Google Shape;539;p153"/>
            <p:cNvSpPr/>
            <p:nvPr/>
          </p:nvSpPr>
          <p:spPr>
            <a:xfrm>
              <a:off x="11410794" y="3568096"/>
              <a:ext cx="12646" cy="12645"/>
            </a:xfrm>
            <a:custGeom>
              <a:rect b="b" l="l" r="r" t="t"/>
              <a:pathLst>
                <a:path extrusionOk="0" h="12645" w="12646">
                  <a:moveTo>
                    <a:pt x="0" y="0"/>
                  </a:move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40" name="Google Shape;540;p153"/>
            <p:cNvSpPr/>
            <p:nvPr/>
          </p:nvSpPr>
          <p:spPr>
            <a:xfrm>
              <a:off x="11408265" y="3571890"/>
              <a:ext cx="12646" cy="12645"/>
            </a:xfrm>
            <a:custGeom>
              <a:rect b="b" l="l" r="r" t="t"/>
              <a:pathLst>
                <a:path extrusionOk="0" h="12645" w="12646">
                  <a:moveTo>
                    <a:pt x="0" y="0"/>
                  </a:moveTo>
                  <a:cubicBezTo>
                    <a:pt x="0" y="0"/>
                    <a:pt x="0" y="0"/>
                    <a:pt x="0" y="0"/>
                  </a:cubicBez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41" name="Google Shape;541;p153"/>
            <p:cNvSpPr/>
            <p:nvPr/>
          </p:nvSpPr>
          <p:spPr>
            <a:xfrm>
              <a:off x="11418382" y="3571890"/>
              <a:ext cx="75879" cy="40465"/>
            </a:xfrm>
            <a:custGeom>
              <a:rect b="b" l="l" r="r" t="t"/>
              <a:pathLst>
                <a:path extrusionOk="0" h="40465" w="75879">
                  <a:moveTo>
                    <a:pt x="0" y="7587"/>
                  </a:moveTo>
                  <a:lnTo>
                    <a:pt x="72086" y="40466"/>
                  </a:lnTo>
                  <a:lnTo>
                    <a:pt x="72086" y="37937"/>
                  </a:lnTo>
                  <a:lnTo>
                    <a:pt x="72086" y="37937"/>
                  </a:lnTo>
                  <a:cubicBezTo>
                    <a:pt x="72086" y="37937"/>
                    <a:pt x="72086" y="36672"/>
                    <a:pt x="72086" y="36672"/>
                  </a:cubicBezTo>
                  <a:cubicBezTo>
                    <a:pt x="72086" y="36672"/>
                    <a:pt x="72086" y="36672"/>
                    <a:pt x="72086" y="35407"/>
                  </a:cubicBezTo>
                  <a:lnTo>
                    <a:pt x="72086" y="34143"/>
                  </a:lnTo>
                  <a:lnTo>
                    <a:pt x="73350" y="34143"/>
                  </a:lnTo>
                  <a:lnTo>
                    <a:pt x="74615" y="34143"/>
                  </a:lnTo>
                  <a:lnTo>
                    <a:pt x="74615" y="34143"/>
                  </a:lnTo>
                  <a:lnTo>
                    <a:pt x="75880" y="32879"/>
                  </a:lnTo>
                  <a:lnTo>
                    <a:pt x="6323" y="0"/>
                  </a:lnTo>
                  <a:lnTo>
                    <a:pt x="0" y="2529"/>
                  </a:lnTo>
                  <a:lnTo>
                    <a:pt x="0" y="7587"/>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42" name="Google Shape;542;p153"/>
            <p:cNvSpPr/>
            <p:nvPr/>
          </p:nvSpPr>
          <p:spPr>
            <a:xfrm>
              <a:off x="11589111" y="5282834"/>
              <a:ext cx="85997" cy="49001"/>
            </a:xfrm>
            <a:custGeom>
              <a:rect b="b" l="l" r="r" t="t"/>
              <a:pathLst>
                <a:path extrusionOk="0" h="49001" w="85997">
                  <a:moveTo>
                    <a:pt x="77144" y="3794"/>
                  </a:moveTo>
                  <a:lnTo>
                    <a:pt x="77144" y="0"/>
                  </a:lnTo>
                  <a:lnTo>
                    <a:pt x="3794" y="40466"/>
                  </a:lnTo>
                  <a:lnTo>
                    <a:pt x="1265" y="41731"/>
                  </a:lnTo>
                  <a:lnTo>
                    <a:pt x="1265" y="41731"/>
                  </a:lnTo>
                  <a:lnTo>
                    <a:pt x="1265" y="41731"/>
                  </a:lnTo>
                  <a:lnTo>
                    <a:pt x="0" y="41731"/>
                  </a:lnTo>
                  <a:cubicBezTo>
                    <a:pt x="0" y="41731"/>
                    <a:pt x="0" y="41731"/>
                    <a:pt x="0" y="42995"/>
                  </a:cubicBezTo>
                  <a:lnTo>
                    <a:pt x="0" y="44259"/>
                  </a:lnTo>
                  <a:lnTo>
                    <a:pt x="0" y="45524"/>
                  </a:lnTo>
                  <a:cubicBezTo>
                    <a:pt x="0" y="45524"/>
                    <a:pt x="0" y="45524"/>
                    <a:pt x="0" y="46789"/>
                  </a:cubicBezTo>
                  <a:cubicBezTo>
                    <a:pt x="0" y="48053"/>
                    <a:pt x="0" y="46789"/>
                    <a:pt x="0" y="46789"/>
                  </a:cubicBezTo>
                  <a:lnTo>
                    <a:pt x="0" y="46789"/>
                  </a:lnTo>
                  <a:lnTo>
                    <a:pt x="1265" y="48053"/>
                  </a:lnTo>
                  <a:lnTo>
                    <a:pt x="1265" y="48053"/>
                  </a:lnTo>
                  <a:cubicBezTo>
                    <a:pt x="2529" y="49318"/>
                    <a:pt x="5059" y="49318"/>
                    <a:pt x="6323" y="48053"/>
                  </a:cubicBezTo>
                  <a:lnTo>
                    <a:pt x="13911" y="44259"/>
                  </a:lnTo>
                  <a:lnTo>
                    <a:pt x="83468" y="6323"/>
                  </a:lnTo>
                  <a:lnTo>
                    <a:pt x="85997" y="5059"/>
                  </a:lnTo>
                  <a:lnTo>
                    <a:pt x="85997" y="5059"/>
                  </a:lnTo>
                  <a:cubicBezTo>
                    <a:pt x="85997" y="5059"/>
                    <a:pt x="84732" y="5059"/>
                    <a:pt x="84732" y="5059"/>
                  </a:cubicBezTo>
                  <a:cubicBezTo>
                    <a:pt x="80938" y="7587"/>
                    <a:pt x="78409" y="6323"/>
                    <a:pt x="77144" y="3794"/>
                  </a:cubicBezTo>
                  <a:cubicBezTo>
                    <a:pt x="77144" y="3794"/>
                    <a:pt x="77144" y="3794"/>
                    <a:pt x="77144" y="3794"/>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43" name="Google Shape;543;p153"/>
            <p:cNvSpPr/>
            <p:nvPr/>
          </p:nvSpPr>
          <p:spPr>
            <a:xfrm>
              <a:off x="11601758" y="1398118"/>
              <a:ext cx="355370" cy="132778"/>
            </a:xfrm>
            <a:custGeom>
              <a:rect b="b" l="l" r="r" t="t"/>
              <a:pathLst>
                <a:path extrusionOk="0" h="132778" w="355370">
                  <a:moveTo>
                    <a:pt x="0" y="128985"/>
                  </a:moveTo>
                  <a:lnTo>
                    <a:pt x="2529" y="128985"/>
                  </a:lnTo>
                  <a:lnTo>
                    <a:pt x="15176" y="132778"/>
                  </a:lnTo>
                  <a:lnTo>
                    <a:pt x="355370" y="8852"/>
                  </a:lnTo>
                  <a:lnTo>
                    <a:pt x="354105" y="8852"/>
                  </a:lnTo>
                  <a:cubicBezTo>
                    <a:pt x="351576" y="7587"/>
                    <a:pt x="350311" y="5058"/>
                    <a:pt x="350311" y="3794"/>
                  </a:cubicBezTo>
                  <a:cubicBezTo>
                    <a:pt x="350311" y="2529"/>
                    <a:pt x="351576" y="1265"/>
                    <a:pt x="354105" y="0"/>
                  </a:cubicBezTo>
                  <a:lnTo>
                    <a:pt x="354105" y="0"/>
                  </a:lnTo>
                  <a:lnTo>
                    <a:pt x="0" y="128985"/>
                  </a:lnTo>
                  <a:lnTo>
                    <a:pt x="0" y="128985"/>
                  </a:lnTo>
                  <a:lnTo>
                    <a:pt x="0" y="128985"/>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44" name="Google Shape;544;p153"/>
            <p:cNvSpPr/>
            <p:nvPr/>
          </p:nvSpPr>
          <p:spPr>
            <a:xfrm>
              <a:off x="11597964" y="1530896"/>
              <a:ext cx="12646" cy="12645"/>
            </a:xfrm>
            <a:custGeom>
              <a:rect b="b" l="l" r="r" t="t"/>
              <a:pathLst>
                <a:path extrusionOk="0" h="12645" w="12646">
                  <a:moveTo>
                    <a:pt x="0" y="0"/>
                  </a:move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45" name="Google Shape;545;p153"/>
            <p:cNvSpPr/>
            <p:nvPr/>
          </p:nvSpPr>
          <p:spPr>
            <a:xfrm>
              <a:off x="11599229" y="1529632"/>
              <a:ext cx="12646" cy="12645"/>
            </a:xfrm>
            <a:custGeom>
              <a:rect b="b" l="l" r="r" t="t"/>
              <a:pathLst>
                <a:path extrusionOk="0" h="12645" w="12646">
                  <a:moveTo>
                    <a:pt x="0" y="0"/>
                  </a:move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46" name="Google Shape;546;p153"/>
            <p:cNvSpPr/>
            <p:nvPr/>
          </p:nvSpPr>
          <p:spPr>
            <a:xfrm>
              <a:off x="11600493" y="1528367"/>
              <a:ext cx="12646" cy="12645"/>
            </a:xfrm>
            <a:custGeom>
              <a:rect b="b" l="l" r="r" t="t"/>
              <a:pathLst>
                <a:path extrusionOk="0" h="12645" w="12646">
                  <a:moveTo>
                    <a:pt x="0" y="0"/>
                  </a:move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47" name="Google Shape;547;p153"/>
            <p:cNvSpPr/>
            <p:nvPr/>
          </p:nvSpPr>
          <p:spPr>
            <a:xfrm>
              <a:off x="11600493" y="1528367"/>
              <a:ext cx="12646" cy="12645"/>
            </a:xfrm>
            <a:custGeom>
              <a:rect b="b" l="l" r="r" t="t"/>
              <a:pathLst>
                <a:path extrusionOk="0" h="12645" w="12646">
                  <a:moveTo>
                    <a:pt x="0" y="0"/>
                  </a:move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48" name="Google Shape;548;p153"/>
            <p:cNvSpPr/>
            <p:nvPr/>
          </p:nvSpPr>
          <p:spPr>
            <a:xfrm>
              <a:off x="11599229" y="1528367"/>
              <a:ext cx="562" cy="12645"/>
            </a:xfrm>
            <a:custGeom>
              <a:rect b="b" l="l" r="r" t="t"/>
              <a:pathLst>
                <a:path extrusionOk="0" h="12645" w="562">
                  <a:moveTo>
                    <a:pt x="0" y="0"/>
                  </a:moveTo>
                  <a:lnTo>
                    <a:pt x="0" y="0"/>
                  </a:lnTo>
                  <a:cubicBezTo>
                    <a:pt x="0" y="0"/>
                    <a:pt x="1265" y="0"/>
                    <a:pt x="0" y="0"/>
                  </a:cubicBez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49" name="Google Shape;549;p153"/>
            <p:cNvSpPr/>
            <p:nvPr/>
          </p:nvSpPr>
          <p:spPr>
            <a:xfrm>
              <a:off x="11597964" y="1530896"/>
              <a:ext cx="12646" cy="12645"/>
            </a:xfrm>
            <a:custGeom>
              <a:rect b="b" l="l" r="r" t="t"/>
              <a:pathLst>
                <a:path extrusionOk="0" h="12645" w="12646">
                  <a:moveTo>
                    <a:pt x="0" y="0"/>
                  </a:moveTo>
                  <a:lnTo>
                    <a:pt x="0" y="0"/>
                  </a:ln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50" name="Google Shape;550;p153"/>
            <p:cNvSpPr/>
            <p:nvPr/>
          </p:nvSpPr>
          <p:spPr>
            <a:xfrm>
              <a:off x="11597964" y="1532161"/>
              <a:ext cx="12646" cy="12645"/>
            </a:xfrm>
            <a:custGeom>
              <a:rect b="b" l="l" r="r" t="t"/>
              <a:pathLst>
                <a:path extrusionOk="0" h="12645" w="12646">
                  <a:moveTo>
                    <a:pt x="0" y="0"/>
                  </a:moveTo>
                  <a:lnTo>
                    <a:pt x="0" y="0"/>
                  </a:lnTo>
                  <a:cubicBezTo>
                    <a:pt x="0" y="0"/>
                    <a:pt x="0" y="0"/>
                    <a:pt x="0" y="0"/>
                  </a:cubicBez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51" name="Google Shape;551;p153"/>
            <p:cNvSpPr/>
            <p:nvPr/>
          </p:nvSpPr>
          <p:spPr>
            <a:xfrm>
              <a:off x="11604287" y="1527103"/>
              <a:ext cx="614625" cy="197270"/>
            </a:xfrm>
            <a:custGeom>
              <a:rect b="b" l="l" r="r" t="t"/>
              <a:pathLst>
                <a:path extrusionOk="0" h="197270" w="614625">
                  <a:moveTo>
                    <a:pt x="0" y="0"/>
                  </a:moveTo>
                  <a:lnTo>
                    <a:pt x="0" y="0"/>
                  </a:lnTo>
                  <a:cubicBezTo>
                    <a:pt x="1265" y="0"/>
                    <a:pt x="2529" y="2529"/>
                    <a:pt x="3794" y="3794"/>
                  </a:cubicBezTo>
                  <a:lnTo>
                    <a:pt x="5059" y="11381"/>
                  </a:lnTo>
                  <a:lnTo>
                    <a:pt x="614626" y="197271"/>
                  </a:lnTo>
                  <a:lnTo>
                    <a:pt x="614626" y="187154"/>
                  </a:lnTo>
                  <a:lnTo>
                    <a:pt x="13911" y="3794"/>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52" name="Google Shape;552;p153"/>
            <p:cNvSpPr/>
            <p:nvPr/>
          </p:nvSpPr>
          <p:spPr>
            <a:xfrm>
              <a:off x="12053242" y="2250429"/>
              <a:ext cx="166935" cy="76369"/>
            </a:xfrm>
            <a:custGeom>
              <a:rect b="b" l="l" r="r" t="t"/>
              <a:pathLst>
                <a:path extrusionOk="0" h="76369" w="166935">
                  <a:moveTo>
                    <a:pt x="0" y="72080"/>
                  </a:moveTo>
                  <a:cubicBezTo>
                    <a:pt x="0" y="72080"/>
                    <a:pt x="0" y="73344"/>
                    <a:pt x="0" y="73344"/>
                  </a:cubicBezTo>
                  <a:cubicBezTo>
                    <a:pt x="1265" y="75873"/>
                    <a:pt x="3794" y="77138"/>
                    <a:pt x="6323" y="75873"/>
                  </a:cubicBezTo>
                  <a:lnTo>
                    <a:pt x="10117" y="74609"/>
                  </a:lnTo>
                  <a:lnTo>
                    <a:pt x="166935" y="10116"/>
                  </a:lnTo>
                  <a:lnTo>
                    <a:pt x="166935" y="0"/>
                  </a:lnTo>
                  <a:lnTo>
                    <a:pt x="5059" y="67022"/>
                  </a:lnTo>
                  <a:lnTo>
                    <a:pt x="2529" y="68286"/>
                  </a:lnTo>
                  <a:lnTo>
                    <a:pt x="2529" y="68286"/>
                  </a:lnTo>
                  <a:lnTo>
                    <a:pt x="1265" y="69551"/>
                  </a:lnTo>
                  <a:cubicBezTo>
                    <a:pt x="1265" y="69551"/>
                    <a:pt x="1265" y="69551"/>
                    <a:pt x="1265" y="69551"/>
                  </a:cubicBezTo>
                  <a:cubicBezTo>
                    <a:pt x="1265" y="69551"/>
                    <a:pt x="1265" y="69551"/>
                    <a:pt x="1265" y="70815"/>
                  </a:cubicBezTo>
                  <a:lnTo>
                    <a:pt x="1265" y="72080"/>
                  </a:lnTo>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53" name="Google Shape;553;p153"/>
            <p:cNvSpPr/>
            <p:nvPr/>
          </p:nvSpPr>
          <p:spPr>
            <a:xfrm>
              <a:off x="12070947" y="5863265"/>
              <a:ext cx="145436" cy="97370"/>
            </a:xfrm>
            <a:custGeom>
              <a:rect b="b" l="l" r="r" t="t"/>
              <a:pathLst>
                <a:path extrusionOk="0" h="97370" w="145436">
                  <a:moveTo>
                    <a:pt x="0" y="88519"/>
                  </a:moveTo>
                  <a:lnTo>
                    <a:pt x="2529" y="89783"/>
                  </a:lnTo>
                  <a:cubicBezTo>
                    <a:pt x="5059" y="91048"/>
                    <a:pt x="5059" y="93577"/>
                    <a:pt x="3794" y="96106"/>
                  </a:cubicBezTo>
                  <a:cubicBezTo>
                    <a:pt x="3794" y="96106"/>
                    <a:pt x="3794" y="96106"/>
                    <a:pt x="3794" y="96106"/>
                  </a:cubicBezTo>
                  <a:cubicBezTo>
                    <a:pt x="3794" y="97371"/>
                    <a:pt x="2529" y="97371"/>
                    <a:pt x="1265" y="97371"/>
                  </a:cubicBezTo>
                  <a:lnTo>
                    <a:pt x="1265" y="97371"/>
                  </a:lnTo>
                  <a:lnTo>
                    <a:pt x="1265" y="97371"/>
                  </a:lnTo>
                  <a:lnTo>
                    <a:pt x="1265" y="97371"/>
                  </a:lnTo>
                  <a:lnTo>
                    <a:pt x="145436" y="11381"/>
                  </a:lnTo>
                  <a:lnTo>
                    <a:pt x="145436" y="0"/>
                  </a:lnTo>
                  <a:lnTo>
                    <a:pt x="2529" y="84725"/>
                  </a:lnTo>
                  <a:lnTo>
                    <a:pt x="0" y="88519"/>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54" name="Google Shape;554;p153"/>
            <p:cNvSpPr/>
            <p:nvPr/>
          </p:nvSpPr>
          <p:spPr>
            <a:xfrm>
              <a:off x="12070947" y="5961901"/>
              <a:ext cx="12646" cy="12645"/>
            </a:xfrm>
            <a:custGeom>
              <a:rect b="b" l="l" r="r" t="t"/>
              <a:pathLst>
                <a:path extrusionOk="0" h="12645" w="12646">
                  <a:moveTo>
                    <a:pt x="0" y="0"/>
                  </a:move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55" name="Google Shape;555;p153"/>
            <p:cNvSpPr/>
            <p:nvPr/>
          </p:nvSpPr>
          <p:spPr>
            <a:xfrm>
              <a:off x="12069683" y="5961901"/>
              <a:ext cx="12646" cy="12645"/>
            </a:xfrm>
            <a:custGeom>
              <a:rect b="b" l="l" r="r" t="t"/>
              <a:pathLst>
                <a:path extrusionOk="0" h="12645" w="12646">
                  <a:moveTo>
                    <a:pt x="0" y="0"/>
                  </a:move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56" name="Google Shape;556;p153"/>
            <p:cNvSpPr/>
            <p:nvPr/>
          </p:nvSpPr>
          <p:spPr>
            <a:xfrm>
              <a:off x="11289386" y="5492750"/>
              <a:ext cx="784614" cy="471679"/>
            </a:xfrm>
            <a:custGeom>
              <a:rect b="b" l="l" r="r" t="t"/>
              <a:pathLst>
                <a:path extrusionOk="0" h="471679" w="784614">
                  <a:moveTo>
                    <a:pt x="3794" y="0"/>
                  </a:moveTo>
                  <a:lnTo>
                    <a:pt x="3794" y="2529"/>
                  </a:lnTo>
                  <a:lnTo>
                    <a:pt x="3794" y="2529"/>
                  </a:lnTo>
                  <a:cubicBezTo>
                    <a:pt x="3794" y="2529"/>
                    <a:pt x="3794" y="3794"/>
                    <a:pt x="3794" y="3794"/>
                  </a:cubicBezTo>
                  <a:lnTo>
                    <a:pt x="3794" y="5058"/>
                  </a:lnTo>
                  <a:lnTo>
                    <a:pt x="3794" y="6323"/>
                  </a:lnTo>
                  <a:lnTo>
                    <a:pt x="3794" y="7587"/>
                  </a:lnTo>
                  <a:lnTo>
                    <a:pt x="3794" y="7587"/>
                  </a:lnTo>
                  <a:lnTo>
                    <a:pt x="2529" y="8852"/>
                  </a:lnTo>
                  <a:lnTo>
                    <a:pt x="2529" y="8852"/>
                  </a:lnTo>
                  <a:lnTo>
                    <a:pt x="0" y="10117"/>
                  </a:lnTo>
                  <a:lnTo>
                    <a:pt x="777767" y="471680"/>
                  </a:lnTo>
                  <a:lnTo>
                    <a:pt x="777767" y="471680"/>
                  </a:lnTo>
                  <a:lnTo>
                    <a:pt x="779032" y="471680"/>
                  </a:lnTo>
                  <a:lnTo>
                    <a:pt x="780296" y="471680"/>
                  </a:lnTo>
                  <a:lnTo>
                    <a:pt x="781561" y="471680"/>
                  </a:lnTo>
                  <a:lnTo>
                    <a:pt x="781561" y="471680"/>
                  </a:lnTo>
                  <a:cubicBezTo>
                    <a:pt x="782826" y="471680"/>
                    <a:pt x="782826" y="470415"/>
                    <a:pt x="784090" y="470415"/>
                  </a:cubicBezTo>
                  <a:cubicBezTo>
                    <a:pt x="785355" y="467886"/>
                    <a:pt x="784090" y="465357"/>
                    <a:pt x="782826" y="464092"/>
                  </a:cubicBezTo>
                  <a:cubicBezTo>
                    <a:pt x="782826" y="464092"/>
                    <a:pt x="782826" y="464092"/>
                    <a:pt x="782826" y="464092"/>
                  </a:cubicBezTo>
                  <a:lnTo>
                    <a:pt x="780296" y="462828"/>
                  </a:lnTo>
                  <a:lnTo>
                    <a:pt x="775238" y="456505"/>
                  </a:lnTo>
                  <a:lnTo>
                    <a:pt x="3794"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57" name="Google Shape;557;p153"/>
            <p:cNvSpPr/>
            <p:nvPr/>
          </p:nvSpPr>
          <p:spPr>
            <a:xfrm>
              <a:off x="10605205" y="5867059"/>
              <a:ext cx="12646" cy="12645"/>
            </a:xfrm>
            <a:custGeom>
              <a:rect b="b" l="l" r="r" t="t"/>
              <a:pathLst>
                <a:path extrusionOk="0" h="12645" w="12646">
                  <a:moveTo>
                    <a:pt x="0" y="0"/>
                  </a:move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58" name="Google Shape;558;p153"/>
            <p:cNvSpPr/>
            <p:nvPr/>
          </p:nvSpPr>
          <p:spPr>
            <a:xfrm>
              <a:off x="10603940" y="5868324"/>
              <a:ext cx="12646" cy="12645"/>
            </a:xfrm>
            <a:custGeom>
              <a:rect b="b" l="l" r="r" t="t"/>
              <a:pathLst>
                <a:path extrusionOk="0" h="12645" w="12646">
                  <a:moveTo>
                    <a:pt x="0" y="0"/>
                  </a:move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59" name="Google Shape;559;p153"/>
            <p:cNvSpPr/>
            <p:nvPr/>
          </p:nvSpPr>
          <p:spPr>
            <a:xfrm>
              <a:off x="10614057" y="5868324"/>
              <a:ext cx="1121754" cy="734707"/>
            </a:xfrm>
            <a:custGeom>
              <a:rect b="b" l="l" r="r" t="t"/>
              <a:pathLst>
                <a:path extrusionOk="0" h="734707" w="1121754">
                  <a:moveTo>
                    <a:pt x="1265" y="10116"/>
                  </a:moveTo>
                  <a:lnTo>
                    <a:pt x="1117961" y="733443"/>
                  </a:lnTo>
                  <a:lnTo>
                    <a:pt x="1119225" y="734707"/>
                  </a:lnTo>
                  <a:lnTo>
                    <a:pt x="1119225" y="734707"/>
                  </a:lnTo>
                  <a:cubicBezTo>
                    <a:pt x="1116696" y="733443"/>
                    <a:pt x="1116696" y="730913"/>
                    <a:pt x="1116696" y="728384"/>
                  </a:cubicBezTo>
                  <a:cubicBezTo>
                    <a:pt x="1116696" y="727120"/>
                    <a:pt x="1117961" y="727120"/>
                    <a:pt x="1119225" y="725855"/>
                  </a:cubicBezTo>
                  <a:lnTo>
                    <a:pt x="1121755" y="724590"/>
                  </a:lnTo>
                  <a:lnTo>
                    <a:pt x="3794" y="0"/>
                  </a:lnTo>
                  <a:lnTo>
                    <a:pt x="0" y="2529"/>
                  </a:lnTo>
                  <a:lnTo>
                    <a:pt x="1265" y="10116"/>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60" name="Google Shape;560;p153"/>
            <p:cNvSpPr/>
            <p:nvPr/>
          </p:nvSpPr>
          <p:spPr>
            <a:xfrm>
              <a:off x="11730753" y="6298273"/>
              <a:ext cx="485630" cy="306022"/>
            </a:xfrm>
            <a:custGeom>
              <a:rect b="b" l="l" r="r" t="t"/>
              <a:pathLst>
                <a:path extrusionOk="0" h="306022" w="485630">
                  <a:moveTo>
                    <a:pt x="2529" y="297171"/>
                  </a:moveTo>
                  <a:cubicBezTo>
                    <a:pt x="0" y="298435"/>
                    <a:pt x="0" y="300964"/>
                    <a:pt x="0" y="303493"/>
                  </a:cubicBezTo>
                  <a:cubicBezTo>
                    <a:pt x="0" y="304758"/>
                    <a:pt x="1265" y="304758"/>
                    <a:pt x="2529" y="306022"/>
                  </a:cubicBezTo>
                  <a:lnTo>
                    <a:pt x="3794" y="306022"/>
                  </a:lnTo>
                  <a:lnTo>
                    <a:pt x="5059" y="306022"/>
                  </a:lnTo>
                  <a:lnTo>
                    <a:pt x="6323" y="306022"/>
                  </a:lnTo>
                  <a:lnTo>
                    <a:pt x="6323" y="306022"/>
                  </a:lnTo>
                  <a:lnTo>
                    <a:pt x="6323" y="306022"/>
                  </a:lnTo>
                  <a:lnTo>
                    <a:pt x="8852" y="304758"/>
                  </a:lnTo>
                  <a:lnTo>
                    <a:pt x="485630" y="11381"/>
                  </a:lnTo>
                  <a:lnTo>
                    <a:pt x="485630" y="0"/>
                  </a:lnTo>
                  <a:lnTo>
                    <a:pt x="5059" y="295906"/>
                  </a:lnTo>
                  <a:lnTo>
                    <a:pt x="2529" y="297171"/>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61" name="Google Shape;561;p153"/>
            <p:cNvSpPr/>
            <p:nvPr/>
          </p:nvSpPr>
          <p:spPr>
            <a:xfrm>
              <a:off x="11898953" y="5244897"/>
              <a:ext cx="319959" cy="182096"/>
            </a:xfrm>
            <a:custGeom>
              <a:rect b="b" l="l" r="r" t="t"/>
              <a:pathLst>
                <a:path extrusionOk="0" h="182096" w="319959">
                  <a:moveTo>
                    <a:pt x="3794" y="2529"/>
                  </a:moveTo>
                  <a:lnTo>
                    <a:pt x="3794" y="2529"/>
                  </a:lnTo>
                  <a:cubicBezTo>
                    <a:pt x="3794" y="2529"/>
                    <a:pt x="3794" y="3794"/>
                    <a:pt x="3794" y="3794"/>
                  </a:cubicBezTo>
                  <a:lnTo>
                    <a:pt x="3794" y="3794"/>
                  </a:lnTo>
                  <a:lnTo>
                    <a:pt x="3794" y="5059"/>
                  </a:lnTo>
                  <a:lnTo>
                    <a:pt x="3794" y="5059"/>
                  </a:lnTo>
                  <a:lnTo>
                    <a:pt x="3794" y="5059"/>
                  </a:lnTo>
                  <a:cubicBezTo>
                    <a:pt x="3794" y="5059"/>
                    <a:pt x="3794" y="5059"/>
                    <a:pt x="2529" y="5059"/>
                  </a:cubicBezTo>
                  <a:lnTo>
                    <a:pt x="2529" y="5059"/>
                  </a:lnTo>
                  <a:lnTo>
                    <a:pt x="0" y="6323"/>
                  </a:lnTo>
                  <a:lnTo>
                    <a:pt x="319960" y="182096"/>
                  </a:lnTo>
                  <a:lnTo>
                    <a:pt x="319960" y="173244"/>
                  </a:lnTo>
                  <a:lnTo>
                    <a:pt x="5059" y="0"/>
                  </a:lnTo>
                  <a:lnTo>
                    <a:pt x="3794" y="2529"/>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62" name="Google Shape;562;p153"/>
            <p:cNvSpPr/>
            <p:nvPr/>
          </p:nvSpPr>
          <p:spPr>
            <a:xfrm>
              <a:off x="11657403" y="3528895"/>
              <a:ext cx="12646" cy="12645"/>
            </a:xfrm>
            <a:custGeom>
              <a:rect b="b" l="l" r="r" t="t"/>
              <a:pathLst>
                <a:path extrusionOk="0" h="12645" w="12646">
                  <a:moveTo>
                    <a:pt x="0" y="0"/>
                  </a:move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63" name="Google Shape;563;p153"/>
            <p:cNvSpPr/>
            <p:nvPr/>
          </p:nvSpPr>
          <p:spPr>
            <a:xfrm>
              <a:off x="11658668" y="3526366"/>
              <a:ext cx="555186" cy="252911"/>
            </a:xfrm>
            <a:custGeom>
              <a:rect b="b" l="l" r="r" t="t"/>
              <a:pathLst>
                <a:path extrusionOk="0" h="252911" w="555186">
                  <a:moveTo>
                    <a:pt x="1265" y="3794"/>
                  </a:moveTo>
                  <a:lnTo>
                    <a:pt x="1265" y="3794"/>
                  </a:lnTo>
                  <a:lnTo>
                    <a:pt x="1265" y="3794"/>
                  </a:lnTo>
                  <a:lnTo>
                    <a:pt x="1265" y="3794"/>
                  </a:lnTo>
                  <a:cubicBezTo>
                    <a:pt x="1265" y="5058"/>
                    <a:pt x="1265" y="5058"/>
                    <a:pt x="1265" y="5058"/>
                  </a:cubicBezTo>
                  <a:cubicBezTo>
                    <a:pt x="1265" y="5058"/>
                    <a:pt x="1265" y="5058"/>
                    <a:pt x="1265" y="5058"/>
                  </a:cubicBezTo>
                  <a:lnTo>
                    <a:pt x="2529" y="12646"/>
                  </a:lnTo>
                  <a:lnTo>
                    <a:pt x="548863" y="252911"/>
                  </a:lnTo>
                  <a:lnTo>
                    <a:pt x="548863" y="250382"/>
                  </a:lnTo>
                  <a:cubicBezTo>
                    <a:pt x="548863" y="247853"/>
                    <a:pt x="550128" y="245324"/>
                    <a:pt x="552657" y="245324"/>
                  </a:cubicBezTo>
                  <a:cubicBezTo>
                    <a:pt x="553922" y="245324"/>
                    <a:pt x="555186" y="245324"/>
                    <a:pt x="555186" y="245324"/>
                  </a:cubicBezTo>
                  <a:lnTo>
                    <a:pt x="555186" y="245324"/>
                  </a:lnTo>
                  <a:lnTo>
                    <a:pt x="553922" y="244060"/>
                  </a:lnTo>
                  <a:lnTo>
                    <a:pt x="0" y="0"/>
                  </a:lnTo>
                  <a:lnTo>
                    <a:pt x="0" y="0"/>
                  </a:lnTo>
                  <a:lnTo>
                    <a:pt x="0" y="0"/>
                  </a:lnTo>
                  <a:lnTo>
                    <a:pt x="1265" y="3794"/>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64" name="Google Shape;564;p153"/>
            <p:cNvSpPr/>
            <p:nvPr/>
          </p:nvSpPr>
          <p:spPr>
            <a:xfrm>
              <a:off x="11656138" y="3530160"/>
              <a:ext cx="12646" cy="12645"/>
            </a:xfrm>
            <a:custGeom>
              <a:rect b="b" l="l" r="r" t="t"/>
              <a:pathLst>
                <a:path extrusionOk="0" h="12645" w="12646">
                  <a:moveTo>
                    <a:pt x="0" y="0"/>
                  </a:move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65" name="Google Shape;565;p153"/>
            <p:cNvSpPr/>
            <p:nvPr/>
          </p:nvSpPr>
          <p:spPr>
            <a:xfrm>
              <a:off x="12210060" y="3776186"/>
              <a:ext cx="8852" cy="81493"/>
            </a:xfrm>
            <a:custGeom>
              <a:rect b="b" l="l" r="r" t="t"/>
              <a:pathLst>
                <a:path extrusionOk="0" h="81493" w="8852">
                  <a:moveTo>
                    <a:pt x="7588" y="1826"/>
                  </a:moveTo>
                  <a:lnTo>
                    <a:pt x="7588" y="1826"/>
                  </a:lnTo>
                  <a:lnTo>
                    <a:pt x="7588" y="562"/>
                  </a:lnTo>
                  <a:lnTo>
                    <a:pt x="7588" y="562"/>
                  </a:lnTo>
                  <a:lnTo>
                    <a:pt x="6323" y="562"/>
                  </a:lnTo>
                  <a:cubicBezTo>
                    <a:pt x="5059" y="562"/>
                    <a:pt x="3794" y="-703"/>
                    <a:pt x="3794" y="562"/>
                  </a:cubicBezTo>
                  <a:cubicBezTo>
                    <a:pt x="1265" y="562"/>
                    <a:pt x="0" y="3091"/>
                    <a:pt x="0" y="5620"/>
                  </a:cubicBezTo>
                  <a:lnTo>
                    <a:pt x="0" y="8149"/>
                  </a:lnTo>
                  <a:lnTo>
                    <a:pt x="8853" y="81494"/>
                  </a:lnTo>
                  <a:lnTo>
                    <a:pt x="7588" y="1826"/>
                  </a:lnTo>
                  <a:cubicBezTo>
                    <a:pt x="8853" y="3091"/>
                    <a:pt x="7588" y="1826"/>
                    <a:pt x="7588" y="1826"/>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66" name="Google Shape;566;p153"/>
            <p:cNvSpPr/>
            <p:nvPr/>
          </p:nvSpPr>
          <p:spPr>
            <a:xfrm>
              <a:off x="11492997" y="3530160"/>
              <a:ext cx="161876" cy="82196"/>
            </a:xfrm>
            <a:custGeom>
              <a:rect b="b" l="l" r="r" t="t"/>
              <a:pathLst>
                <a:path extrusionOk="0" h="82196" w="161876">
                  <a:moveTo>
                    <a:pt x="0" y="74609"/>
                  </a:moveTo>
                  <a:lnTo>
                    <a:pt x="1265" y="74609"/>
                  </a:lnTo>
                  <a:cubicBezTo>
                    <a:pt x="3794" y="74609"/>
                    <a:pt x="6323" y="75873"/>
                    <a:pt x="6323" y="78402"/>
                  </a:cubicBezTo>
                  <a:cubicBezTo>
                    <a:pt x="6323" y="78402"/>
                    <a:pt x="6323" y="78402"/>
                    <a:pt x="6323" y="78402"/>
                  </a:cubicBezTo>
                  <a:lnTo>
                    <a:pt x="6323" y="82196"/>
                  </a:lnTo>
                  <a:lnTo>
                    <a:pt x="159347" y="11381"/>
                  </a:lnTo>
                  <a:lnTo>
                    <a:pt x="158083" y="5058"/>
                  </a:lnTo>
                  <a:cubicBezTo>
                    <a:pt x="158083" y="2529"/>
                    <a:pt x="159347" y="0"/>
                    <a:pt x="161877" y="0"/>
                  </a:cubicBezTo>
                  <a:lnTo>
                    <a:pt x="160612" y="0"/>
                  </a:lnTo>
                  <a:lnTo>
                    <a:pt x="1265" y="73344"/>
                  </a:lnTo>
                  <a:lnTo>
                    <a:pt x="0" y="74609"/>
                  </a:lnTo>
                  <a:lnTo>
                    <a:pt x="0" y="74609"/>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67" name="Google Shape;567;p153"/>
            <p:cNvSpPr/>
            <p:nvPr/>
          </p:nvSpPr>
          <p:spPr>
            <a:xfrm>
              <a:off x="11658668" y="3530160"/>
              <a:ext cx="12646" cy="12645"/>
            </a:xfrm>
            <a:custGeom>
              <a:rect b="b" l="l" r="r" t="t"/>
              <a:pathLst>
                <a:path extrusionOk="0" h="12645" w="12646">
                  <a:moveTo>
                    <a:pt x="0" y="0"/>
                  </a:move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68" name="Google Shape;568;p153"/>
            <p:cNvSpPr/>
            <p:nvPr/>
          </p:nvSpPr>
          <p:spPr>
            <a:xfrm>
              <a:off x="11661197" y="3531424"/>
              <a:ext cx="12646" cy="948"/>
            </a:xfrm>
            <a:custGeom>
              <a:rect b="b" l="l" r="r" t="t"/>
              <a:pathLst>
                <a:path extrusionOk="0" h="948" w="12646">
                  <a:moveTo>
                    <a:pt x="0" y="0"/>
                  </a:moveTo>
                  <a:cubicBezTo>
                    <a:pt x="0" y="1265"/>
                    <a:pt x="0" y="1265"/>
                    <a:pt x="0" y="0"/>
                  </a:cubicBezTo>
                  <a:cubicBezTo>
                    <a:pt x="0" y="1265"/>
                    <a:pt x="0" y="1265"/>
                    <a:pt x="0" y="0"/>
                  </a:cubicBez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69" name="Google Shape;569;p153"/>
            <p:cNvSpPr/>
            <p:nvPr/>
          </p:nvSpPr>
          <p:spPr>
            <a:xfrm>
              <a:off x="11656138" y="3528895"/>
              <a:ext cx="12646" cy="12645"/>
            </a:xfrm>
            <a:custGeom>
              <a:rect b="b" l="l" r="r" t="t"/>
              <a:pathLst>
                <a:path extrusionOk="0" h="12645" w="12646">
                  <a:moveTo>
                    <a:pt x="0" y="0"/>
                  </a:move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70" name="Google Shape;570;p153"/>
            <p:cNvSpPr/>
            <p:nvPr/>
          </p:nvSpPr>
          <p:spPr>
            <a:xfrm>
              <a:off x="11652344" y="3531424"/>
              <a:ext cx="250403" cy="1716002"/>
            </a:xfrm>
            <a:custGeom>
              <a:rect b="b" l="l" r="r" t="t"/>
              <a:pathLst>
                <a:path extrusionOk="0" h="1716002" w="250403">
                  <a:moveTo>
                    <a:pt x="0" y="3794"/>
                  </a:moveTo>
                  <a:lnTo>
                    <a:pt x="1265" y="10117"/>
                  </a:lnTo>
                  <a:lnTo>
                    <a:pt x="241550" y="1714738"/>
                  </a:lnTo>
                  <a:lnTo>
                    <a:pt x="244080" y="1713474"/>
                  </a:lnTo>
                  <a:cubicBezTo>
                    <a:pt x="246609" y="1712209"/>
                    <a:pt x="249139" y="1713474"/>
                    <a:pt x="250403" y="1714738"/>
                  </a:cubicBezTo>
                  <a:cubicBezTo>
                    <a:pt x="250403" y="1714738"/>
                    <a:pt x="250403" y="1714738"/>
                    <a:pt x="250403" y="1714738"/>
                  </a:cubicBezTo>
                  <a:cubicBezTo>
                    <a:pt x="250403" y="1714738"/>
                    <a:pt x="250403" y="1716003"/>
                    <a:pt x="250403" y="1716003"/>
                  </a:cubicBezTo>
                  <a:lnTo>
                    <a:pt x="250403" y="1716003"/>
                  </a:lnTo>
                  <a:lnTo>
                    <a:pt x="250403" y="1713474"/>
                  </a:lnTo>
                  <a:lnTo>
                    <a:pt x="10117" y="10117"/>
                  </a:lnTo>
                  <a:lnTo>
                    <a:pt x="8853" y="2529"/>
                  </a:lnTo>
                  <a:lnTo>
                    <a:pt x="8853" y="2529"/>
                  </a:lnTo>
                  <a:cubicBezTo>
                    <a:pt x="8853" y="2529"/>
                    <a:pt x="8853" y="2529"/>
                    <a:pt x="8853" y="1265"/>
                  </a:cubicBezTo>
                  <a:lnTo>
                    <a:pt x="8853" y="0"/>
                  </a:lnTo>
                  <a:lnTo>
                    <a:pt x="8853" y="0"/>
                  </a:lnTo>
                  <a:lnTo>
                    <a:pt x="7588" y="0"/>
                  </a:lnTo>
                  <a:lnTo>
                    <a:pt x="7588" y="0"/>
                  </a:lnTo>
                  <a:lnTo>
                    <a:pt x="5059" y="0"/>
                  </a:lnTo>
                  <a:lnTo>
                    <a:pt x="5059" y="0"/>
                  </a:lnTo>
                  <a:lnTo>
                    <a:pt x="5059" y="0"/>
                  </a:lnTo>
                  <a:cubicBezTo>
                    <a:pt x="2529" y="0"/>
                    <a:pt x="0" y="1265"/>
                    <a:pt x="0" y="3794"/>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71" name="Google Shape;571;p153"/>
            <p:cNvSpPr/>
            <p:nvPr/>
          </p:nvSpPr>
          <p:spPr>
            <a:xfrm>
              <a:off x="11745929" y="5334681"/>
              <a:ext cx="12646" cy="12645"/>
            </a:xfrm>
            <a:custGeom>
              <a:rect b="b" l="l" r="r" t="t"/>
              <a:pathLst>
                <a:path extrusionOk="0" h="12645" w="12646">
                  <a:moveTo>
                    <a:pt x="0" y="0"/>
                  </a:move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72" name="Google Shape;572;p153"/>
            <p:cNvSpPr/>
            <p:nvPr/>
          </p:nvSpPr>
          <p:spPr>
            <a:xfrm>
              <a:off x="11744665" y="5333416"/>
              <a:ext cx="12646" cy="12645"/>
            </a:xfrm>
            <a:custGeom>
              <a:rect b="b" l="l" r="r" t="t"/>
              <a:pathLst>
                <a:path extrusionOk="0" h="12645" w="12646">
                  <a:moveTo>
                    <a:pt x="0" y="0"/>
                  </a:move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73" name="Google Shape;573;p153"/>
            <p:cNvSpPr/>
            <p:nvPr/>
          </p:nvSpPr>
          <p:spPr>
            <a:xfrm>
              <a:off x="11489203" y="3603504"/>
              <a:ext cx="260520" cy="1727383"/>
            </a:xfrm>
            <a:custGeom>
              <a:rect b="b" l="l" r="r" t="t"/>
              <a:pathLst>
                <a:path extrusionOk="0" h="1727383" w="260520">
                  <a:moveTo>
                    <a:pt x="254197" y="1727384"/>
                  </a:moveTo>
                  <a:lnTo>
                    <a:pt x="254197" y="1727384"/>
                  </a:lnTo>
                  <a:lnTo>
                    <a:pt x="254197" y="1727384"/>
                  </a:lnTo>
                  <a:cubicBezTo>
                    <a:pt x="254197" y="1727384"/>
                    <a:pt x="254197" y="1727384"/>
                    <a:pt x="254197" y="1727384"/>
                  </a:cubicBezTo>
                  <a:cubicBezTo>
                    <a:pt x="254197" y="1726119"/>
                    <a:pt x="254197" y="1726119"/>
                    <a:pt x="254197" y="1726119"/>
                  </a:cubicBezTo>
                  <a:cubicBezTo>
                    <a:pt x="254197" y="1726119"/>
                    <a:pt x="254197" y="1726119"/>
                    <a:pt x="254197" y="1724854"/>
                  </a:cubicBezTo>
                  <a:lnTo>
                    <a:pt x="254197" y="1724854"/>
                  </a:lnTo>
                  <a:lnTo>
                    <a:pt x="254197" y="1724854"/>
                  </a:lnTo>
                  <a:lnTo>
                    <a:pt x="254197" y="1723590"/>
                  </a:lnTo>
                  <a:cubicBezTo>
                    <a:pt x="254197" y="1723590"/>
                    <a:pt x="254197" y="1723590"/>
                    <a:pt x="254197" y="1723590"/>
                  </a:cubicBezTo>
                  <a:lnTo>
                    <a:pt x="254197" y="1723590"/>
                  </a:lnTo>
                  <a:lnTo>
                    <a:pt x="260520" y="1719796"/>
                  </a:lnTo>
                  <a:lnTo>
                    <a:pt x="8853" y="7587"/>
                  </a:lnTo>
                  <a:lnTo>
                    <a:pt x="8853" y="3794"/>
                  </a:lnTo>
                  <a:cubicBezTo>
                    <a:pt x="8853" y="1265"/>
                    <a:pt x="6323" y="0"/>
                    <a:pt x="3794" y="0"/>
                  </a:cubicBezTo>
                  <a:cubicBezTo>
                    <a:pt x="3794" y="0"/>
                    <a:pt x="3794" y="0"/>
                    <a:pt x="3794" y="0"/>
                  </a:cubicBezTo>
                  <a:lnTo>
                    <a:pt x="2529" y="0"/>
                  </a:lnTo>
                  <a:lnTo>
                    <a:pt x="1265" y="0"/>
                  </a:lnTo>
                  <a:lnTo>
                    <a:pt x="0" y="0"/>
                  </a:lnTo>
                  <a:lnTo>
                    <a:pt x="0" y="1265"/>
                  </a:lnTo>
                  <a:cubicBezTo>
                    <a:pt x="0" y="1265"/>
                    <a:pt x="0" y="1265"/>
                    <a:pt x="0" y="2529"/>
                  </a:cubicBezTo>
                  <a:cubicBezTo>
                    <a:pt x="0" y="2529"/>
                    <a:pt x="0" y="3794"/>
                    <a:pt x="0" y="3794"/>
                  </a:cubicBezTo>
                  <a:lnTo>
                    <a:pt x="0" y="3794"/>
                  </a:lnTo>
                  <a:lnTo>
                    <a:pt x="0" y="6323"/>
                  </a:lnTo>
                  <a:lnTo>
                    <a:pt x="251668" y="1716003"/>
                  </a:lnTo>
                  <a:lnTo>
                    <a:pt x="254197" y="1727384"/>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74" name="Google Shape;574;p153"/>
            <p:cNvSpPr/>
            <p:nvPr/>
          </p:nvSpPr>
          <p:spPr>
            <a:xfrm>
              <a:off x="11745929" y="5330887"/>
              <a:ext cx="350311" cy="198535"/>
            </a:xfrm>
            <a:custGeom>
              <a:rect b="b" l="l" r="r" t="t"/>
              <a:pathLst>
                <a:path extrusionOk="0" h="198535" w="350311">
                  <a:moveTo>
                    <a:pt x="0" y="3794"/>
                  </a:moveTo>
                  <a:lnTo>
                    <a:pt x="0" y="3794"/>
                  </a:lnTo>
                  <a:lnTo>
                    <a:pt x="0" y="3794"/>
                  </a:lnTo>
                  <a:lnTo>
                    <a:pt x="341459" y="194742"/>
                  </a:lnTo>
                  <a:lnTo>
                    <a:pt x="349047" y="198535"/>
                  </a:lnTo>
                  <a:lnTo>
                    <a:pt x="349047" y="198535"/>
                  </a:lnTo>
                  <a:cubicBezTo>
                    <a:pt x="347782" y="198535"/>
                    <a:pt x="347782" y="197271"/>
                    <a:pt x="346518" y="197271"/>
                  </a:cubicBezTo>
                  <a:cubicBezTo>
                    <a:pt x="345253" y="194742"/>
                    <a:pt x="346518" y="192212"/>
                    <a:pt x="347782" y="190948"/>
                  </a:cubicBezTo>
                  <a:lnTo>
                    <a:pt x="350311" y="189683"/>
                  </a:lnTo>
                  <a:lnTo>
                    <a:pt x="11382" y="0"/>
                  </a:lnTo>
                  <a:lnTo>
                    <a:pt x="3794" y="3794"/>
                  </a:lnTo>
                  <a:cubicBezTo>
                    <a:pt x="2529" y="3794"/>
                    <a:pt x="1265" y="3794"/>
                    <a:pt x="0" y="3794"/>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75" name="Google Shape;575;p153"/>
            <p:cNvSpPr/>
            <p:nvPr/>
          </p:nvSpPr>
          <p:spPr>
            <a:xfrm>
              <a:off x="11744665" y="5333416"/>
              <a:ext cx="12646" cy="12645"/>
            </a:xfrm>
            <a:custGeom>
              <a:rect b="b" l="l" r="r" t="t"/>
              <a:pathLst>
                <a:path extrusionOk="0" h="12645" w="12646">
                  <a:moveTo>
                    <a:pt x="0" y="0"/>
                  </a:move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76" name="Google Shape;576;p153"/>
            <p:cNvSpPr/>
            <p:nvPr/>
          </p:nvSpPr>
          <p:spPr>
            <a:xfrm>
              <a:off x="11744665" y="5331590"/>
              <a:ext cx="12646" cy="562"/>
            </a:xfrm>
            <a:custGeom>
              <a:rect b="b" l="l" r="r" t="t"/>
              <a:pathLst>
                <a:path extrusionOk="0" h="562" w="12646">
                  <a:moveTo>
                    <a:pt x="0" y="562"/>
                  </a:moveTo>
                  <a:cubicBezTo>
                    <a:pt x="0" y="562"/>
                    <a:pt x="0" y="-703"/>
                    <a:pt x="0" y="562"/>
                  </a:cubicBezTo>
                  <a:lnTo>
                    <a:pt x="0" y="562"/>
                  </a:lnTo>
                  <a:cubicBezTo>
                    <a:pt x="0" y="-703"/>
                    <a:pt x="0" y="562"/>
                    <a:pt x="0" y="562"/>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77" name="Google Shape;577;p153"/>
            <p:cNvSpPr/>
            <p:nvPr/>
          </p:nvSpPr>
          <p:spPr>
            <a:xfrm>
              <a:off x="11744665" y="5328358"/>
              <a:ext cx="12646" cy="12645"/>
            </a:xfrm>
            <a:custGeom>
              <a:rect b="b" l="l" r="r" t="t"/>
              <a:pathLst>
                <a:path extrusionOk="0" h="12645" w="12646">
                  <a:moveTo>
                    <a:pt x="0" y="0"/>
                  </a:moveTo>
                  <a:lnTo>
                    <a:pt x="0" y="0"/>
                  </a:lnTo>
                  <a:lnTo>
                    <a:pt x="0" y="0"/>
                  </a:lnTo>
                  <a:cubicBezTo>
                    <a:pt x="0" y="0"/>
                    <a:pt x="0" y="0"/>
                    <a:pt x="0" y="0"/>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78" name="Google Shape;578;p153"/>
            <p:cNvSpPr/>
            <p:nvPr/>
          </p:nvSpPr>
          <p:spPr>
            <a:xfrm>
              <a:off x="11561289" y="3164703"/>
              <a:ext cx="54380" cy="312345"/>
            </a:xfrm>
            <a:custGeom>
              <a:rect b="b" l="l" r="r" t="t"/>
              <a:pathLst>
                <a:path extrusionOk="0" h="312345" w="54380">
                  <a:moveTo>
                    <a:pt x="46792" y="312345"/>
                  </a:moveTo>
                  <a:lnTo>
                    <a:pt x="49322" y="311081"/>
                  </a:lnTo>
                  <a:lnTo>
                    <a:pt x="54380" y="308552"/>
                  </a:lnTo>
                  <a:lnTo>
                    <a:pt x="11382" y="5058"/>
                  </a:lnTo>
                  <a:lnTo>
                    <a:pt x="3794" y="2529"/>
                  </a:lnTo>
                  <a:lnTo>
                    <a:pt x="2529" y="2529"/>
                  </a:lnTo>
                  <a:lnTo>
                    <a:pt x="1265" y="2529"/>
                  </a:lnTo>
                  <a:cubicBezTo>
                    <a:pt x="1265" y="2529"/>
                    <a:pt x="1265" y="1264"/>
                    <a:pt x="0" y="1264"/>
                  </a:cubicBezTo>
                  <a:lnTo>
                    <a:pt x="0" y="1264"/>
                  </a:lnTo>
                  <a:lnTo>
                    <a:pt x="0" y="1264"/>
                  </a:lnTo>
                  <a:cubicBezTo>
                    <a:pt x="0" y="1264"/>
                    <a:pt x="0" y="0"/>
                    <a:pt x="0" y="0"/>
                  </a:cubicBezTo>
                  <a:lnTo>
                    <a:pt x="0" y="0"/>
                  </a:lnTo>
                  <a:lnTo>
                    <a:pt x="46792" y="312345"/>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79" name="Google Shape;579;p153"/>
            <p:cNvSpPr/>
            <p:nvPr/>
          </p:nvSpPr>
          <p:spPr>
            <a:xfrm>
              <a:off x="11566347" y="3158380"/>
              <a:ext cx="12646" cy="12645"/>
            </a:xfrm>
            <a:custGeom>
              <a:rect b="b" l="l" r="r" t="t"/>
              <a:pathLst>
                <a:path extrusionOk="0" h="12645" w="12646">
                  <a:moveTo>
                    <a:pt x="0" y="0"/>
                  </a:move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80" name="Google Shape;580;p153"/>
            <p:cNvSpPr/>
            <p:nvPr/>
          </p:nvSpPr>
          <p:spPr>
            <a:xfrm>
              <a:off x="11563818" y="3159644"/>
              <a:ext cx="12646" cy="12645"/>
            </a:xfrm>
            <a:custGeom>
              <a:rect b="b" l="l" r="r" t="t"/>
              <a:pathLst>
                <a:path extrusionOk="0" h="12645" w="12646">
                  <a:moveTo>
                    <a:pt x="0" y="0"/>
                  </a:move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81" name="Google Shape;581;p153"/>
            <p:cNvSpPr/>
            <p:nvPr/>
          </p:nvSpPr>
          <p:spPr>
            <a:xfrm>
              <a:off x="11958393" y="3325301"/>
              <a:ext cx="12646" cy="12645"/>
            </a:xfrm>
            <a:custGeom>
              <a:rect b="b" l="l" r="r" t="t"/>
              <a:pathLst>
                <a:path extrusionOk="0" h="12645" w="12646">
                  <a:moveTo>
                    <a:pt x="0" y="0"/>
                  </a:moveTo>
                  <a:lnTo>
                    <a:pt x="0" y="0"/>
                  </a:lnTo>
                  <a:cubicBezTo>
                    <a:pt x="0" y="0"/>
                    <a:pt x="0" y="0"/>
                    <a:pt x="0" y="0"/>
                  </a:cubicBez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82" name="Google Shape;582;p153"/>
            <p:cNvSpPr/>
            <p:nvPr/>
          </p:nvSpPr>
          <p:spPr>
            <a:xfrm>
              <a:off x="11566347" y="3160909"/>
              <a:ext cx="390780" cy="161863"/>
            </a:xfrm>
            <a:custGeom>
              <a:rect b="b" l="l" r="r" t="t"/>
              <a:pathLst>
                <a:path extrusionOk="0" h="161863" w="390780">
                  <a:moveTo>
                    <a:pt x="0" y="5058"/>
                  </a:moveTo>
                  <a:lnTo>
                    <a:pt x="0" y="5058"/>
                  </a:lnTo>
                  <a:lnTo>
                    <a:pt x="7588" y="7587"/>
                  </a:lnTo>
                  <a:lnTo>
                    <a:pt x="376869" y="161863"/>
                  </a:lnTo>
                  <a:lnTo>
                    <a:pt x="386987" y="156805"/>
                  </a:lnTo>
                  <a:cubicBezTo>
                    <a:pt x="388251" y="155540"/>
                    <a:pt x="389516" y="155540"/>
                    <a:pt x="390780" y="156805"/>
                  </a:cubicBezTo>
                  <a:lnTo>
                    <a:pt x="390780" y="156805"/>
                  </a:lnTo>
                  <a:lnTo>
                    <a:pt x="13911" y="0"/>
                  </a:lnTo>
                  <a:lnTo>
                    <a:pt x="3794" y="3794"/>
                  </a:lnTo>
                  <a:cubicBezTo>
                    <a:pt x="2529" y="5058"/>
                    <a:pt x="1265" y="5058"/>
                    <a:pt x="0" y="5058"/>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83" name="Google Shape;583;p153"/>
            <p:cNvSpPr/>
            <p:nvPr/>
          </p:nvSpPr>
          <p:spPr>
            <a:xfrm>
              <a:off x="11563818" y="3159644"/>
              <a:ext cx="12646" cy="12645"/>
            </a:xfrm>
            <a:custGeom>
              <a:rect b="b" l="l" r="r" t="t"/>
              <a:pathLst>
                <a:path extrusionOk="0" h="12645" w="12646">
                  <a:moveTo>
                    <a:pt x="0" y="0"/>
                  </a:moveTo>
                  <a:lnTo>
                    <a:pt x="0" y="0"/>
                  </a:ln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84" name="Google Shape;584;p153"/>
            <p:cNvSpPr/>
            <p:nvPr/>
          </p:nvSpPr>
          <p:spPr>
            <a:xfrm>
              <a:off x="11565083" y="3158380"/>
              <a:ext cx="12646" cy="12645"/>
            </a:xfrm>
            <a:custGeom>
              <a:rect b="b" l="l" r="r" t="t"/>
              <a:pathLst>
                <a:path extrusionOk="0" h="12645" w="12646">
                  <a:moveTo>
                    <a:pt x="0" y="0"/>
                  </a:move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85" name="Google Shape;585;p153"/>
            <p:cNvSpPr/>
            <p:nvPr/>
          </p:nvSpPr>
          <p:spPr>
            <a:xfrm>
              <a:off x="11592905" y="4914848"/>
              <a:ext cx="17705" cy="17269"/>
            </a:xfrm>
            <a:custGeom>
              <a:rect b="b" l="l" r="r" t="t"/>
              <a:pathLst>
                <a:path extrusionOk="0" h="17269" w="17705">
                  <a:moveTo>
                    <a:pt x="2529" y="8852"/>
                  </a:moveTo>
                  <a:lnTo>
                    <a:pt x="2529" y="8852"/>
                  </a:lnTo>
                  <a:cubicBezTo>
                    <a:pt x="0" y="10116"/>
                    <a:pt x="0" y="12646"/>
                    <a:pt x="0" y="15174"/>
                  </a:cubicBezTo>
                  <a:cubicBezTo>
                    <a:pt x="1265" y="17704"/>
                    <a:pt x="3794" y="17704"/>
                    <a:pt x="6323" y="16439"/>
                  </a:cubicBezTo>
                  <a:lnTo>
                    <a:pt x="6323" y="16439"/>
                  </a:lnTo>
                  <a:lnTo>
                    <a:pt x="6323" y="16439"/>
                  </a:lnTo>
                  <a:lnTo>
                    <a:pt x="7588" y="15174"/>
                  </a:lnTo>
                  <a:lnTo>
                    <a:pt x="13911" y="12646"/>
                  </a:lnTo>
                  <a:lnTo>
                    <a:pt x="17705" y="10116"/>
                  </a:lnTo>
                  <a:lnTo>
                    <a:pt x="16441" y="3794"/>
                  </a:lnTo>
                  <a:lnTo>
                    <a:pt x="16441" y="3794"/>
                  </a:lnTo>
                  <a:lnTo>
                    <a:pt x="16441" y="0"/>
                  </a:lnTo>
                  <a:lnTo>
                    <a:pt x="3794" y="6323"/>
                  </a:lnTo>
                  <a:lnTo>
                    <a:pt x="2529" y="8852"/>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86" name="Google Shape;586;p153"/>
            <p:cNvSpPr/>
            <p:nvPr/>
          </p:nvSpPr>
          <p:spPr>
            <a:xfrm>
              <a:off x="11745929" y="5243633"/>
              <a:ext cx="156818" cy="91996"/>
            </a:xfrm>
            <a:custGeom>
              <a:rect b="b" l="l" r="r" t="t"/>
              <a:pathLst>
                <a:path extrusionOk="0" h="91996" w="156818">
                  <a:moveTo>
                    <a:pt x="150495" y="0"/>
                  </a:moveTo>
                  <a:lnTo>
                    <a:pt x="147966" y="1264"/>
                  </a:lnTo>
                  <a:lnTo>
                    <a:pt x="6323" y="79667"/>
                  </a:lnTo>
                  <a:lnTo>
                    <a:pt x="0" y="83460"/>
                  </a:lnTo>
                  <a:lnTo>
                    <a:pt x="0" y="83460"/>
                  </a:lnTo>
                  <a:cubicBezTo>
                    <a:pt x="0" y="83460"/>
                    <a:pt x="0" y="83460"/>
                    <a:pt x="0" y="83460"/>
                  </a:cubicBezTo>
                  <a:lnTo>
                    <a:pt x="0" y="84725"/>
                  </a:lnTo>
                  <a:lnTo>
                    <a:pt x="0" y="85990"/>
                  </a:lnTo>
                  <a:cubicBezTo>
                    <a:pt x="0" y="85990"/>
                    <a:pt x="0" y="85990"/>
                    <a:pt x="0" y="87254"/>
                  </a:cubicBezTo>
                  <a:cubicBezTo>
                    <a:pt x="0" y="87254"/>
                    <a:pt x="0" y="87254"/>
                    <a:pt x="0" y="88519"/>
                  </a:cubicBezTo>
                  <a:cubicBezTo>
                    <a:pt x="0" y="88519"/>
                    <a:pt x="0" y="88519"/>
                    <a:pt x="0" y="89783"/>
                  </a:cubicBezTo>
                  <a:cubicBezTo>
                    <a:pt x="0" y="89783"/>
                    <a:pt x="0" y="91048"/>
                    <a:pt x="0" y="91048"/>
                  </a:cubicBezTo>
                  <a:lnTo>
                    <a:pt x="0" y="91048"/>
                  </a:lnTo>
                  <a:lnTo>
                    <a:pt x="0" y="91048"/>
                  </a:lnTo>
                  <a:lnTo>
                    <a:pt x="0" y="91048"/>
                  </a:lnTo>
                  <a:lnTo>
                    <a:pt x="0" y="91048"/>
                  </a:lnTo>
                  <a:lnTo>
                    <a:pt x="0" y="91048"/>
                  </a:lnTo>
                  <a:lnTo>
                    <a:pt x="0" y="91048"/>
                  </a:lnTo>
                  <a:cubicBezTo>
                    <a:pt x="1265" y="92312"/>
                    <a:pt x="3794" y="92312"/>
                    <a:pt x="5059" y="91048"/>
                  </a:cubicBezTo>
                  <a:lnTo>
                    <a:pt x="12647" y="87254"/>
                  </a:lnTo>
                  <a:lnTo>
                    <a:pt x="153024" y="10116"/>
                  </a:lnTo>
                  <a:lnTo>
                    <a:pt x="155554" y="8852"/>
                  </a:lnTo>
                  <a:lnTo>
                    <a:pt x="155554" y="8852"/>
                  </a:lnTo>
                  <a:cubicBezTo>
                    <a:pt x="155554" y="8852"/>
                    <a:pt x="156818" y="8852"/>
                    <a:pt x="156818" y="8852"/>
                  </a:cubicBezTo>
                  <a:lnTo>
                    <a:pt x="156818" y="8852"/>
                  </a:lnTo>
                  <a:lnTo>
                    <a:pt x="156818" y="8852"/>
                  </a:lnTo>
                  <a:lnTo>
                    <a:pt x="156818" y="7587"/>
                  </a:lnTo>
                  <a:lnTo>
                    <a:pt x="156818" y="7587"/>
                  </a:lnTo>
                  <a:cubicBezTo>
                    <a:pt x="156818" y="7587"/>
                    <a:pt x="156818" y="6323"/>
                    <a:pt x="156818" y="6323"/>
                  </a:cubicBezTo>
                  <a:cubicBezTo>
                    <a:pt x="156818" y="6323"/>
                    <a:pt x="156818" y="5058"/>
                    <a:pt x="156818" y="5058"/>
                  </a:cubicBezTo>
                  <a:cubicBezTo>
                    <a:pt x="153024" y="0"/>
                    <a:pt x="151759" y="0"/>
                    <a:pt x="150495" y="0"/>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87" name="Google Shape;587;p153"/>
            <p:cNvSpPr/>
            <p:nvPr/>
          </p:nvSpPr>
          <p:spPr>
            <a:xfrm>
              <a:off x="12092881" y="5449755"/>
              <a:ext cx="126032" cy="79666"/>
            </a:xfrm>
            <a:custGeom>
              <a:rect b="b" l="l" r="r" t="t"/>
              <a:pathLst>
                <a:path extrusionOk="0" h="79666" w="126032">
                  <a:moveTo>
                    <a:pt x="2095" y="72080"/>
                  </a:moveTo>
                  <a:cubicBezTo>
                    <a:pt x="-434" y="73344"/>
                    <a:pt x="-434" y="75873"/>
                    <a:pt x="830" y="78403"/>
                  </a:cubicBezTo>
                  <a:cubicBezTo>
                    <a:pt x="830" y="79667"/>
                    <a:pt x="2095" y="79667"/>
                    <a:pt x="3360" y="79667"/>
                  </a:cubicBezTo>
                  <a:lnTo>
                    <a:pt x="4625" y="79667"/>
                  </a:lnTo>
                  <a:lnTo>
                    <a:pt x="5889" y="79667"/>
                  </a:lnTo>
                  <a:lnTo>
                    <a:pt x="7154" y="79667"/>
                  </a:lnTo>
                  <a:lnTo>
                    <a:pt x="7154" y="79667"/>
                  </a:lnTo>
                  <a:lnTo>
                    <a:pt x="126032" y="11381"/>
                  </a:lnTo>
                  <a:lnTo>
                    <a:pt x="126032" y="0"/>
                  </a:lnTo>
                  <a:lnTo>
                    <a:pt x="4625" y="69551"/>
                  </a:lnTo>
                  <a:lnTo>
                    <a:pt x="2095" y="7208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88" name="Google Shape;588;p153"/>
            <p:cNvSpPr/>
            <p:nvPr/>
          </p:nvSpPr>
          <p:spPr>
            <a:xfrm>
              <a:off x="10694995" y="6322299"/>
              <a:ext cx="789149" cy="531113"/>
            </a:xfrm>
            <a:custGeom>
              <a:rect b="b" l="l" r="r" t="t"/>
              <a:pathLst>
                <a:path extrusionOk="0" h="531113" w="789149">
                  <a:moveTo>
                    <a:pt x="7588" y="3794"/>
                  </a:moveTo>
                  <a:cubicBezTo>
                    <a:pt x="7588" y="6323"/>
                    <a:pt x="6323" y="8852"/>
                    <a:pt x="3794" y="8852"/>
                  </a:cubicBezTo>
                  <a:cubicBezTo>
                    <a:pt x="3794" y="8852"/>
                    <a:pt x="3794" y="8852"/>
                    <a:pt x="3794" y="8852"/>
                  </a:cubicBezTo>
                  <a:cubicBezTo>
                    <a:pt x="2529" y="8852"/>
                    <a:pt x="1265" y="8852"/>
                    <a:pt x="0" y="7587"/>
                  </a:cubicBezTo>
                  <a:lnTo>
                    <a:pt x="772708" y="531114"/>
                  </a:lnTo>
                  <a:lnTo>
                    <a:pt x="789149" y="531114"/>
                  </a:lnTo>
                  <a:lnTo>
                    <a:pt x="6323" y="0"/>
                  </a:lnTo>
                  <a:lnTo>
                    <a:pt x="7588" y="3794"/>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89" name="Google Shape;589;p153"/>
            <p:cNvSpPr/>
            <p:nvPr/>
          </p:nvSpPr>
          <p:spPr>
            <a:xfrm>
              <a:off x="10364919" y="6280569"/>
              <a:ext cx="322488" cy="190947"/>
            </a:xfrm>
            <a:custGeom>
              <a:rect b="b" l="l" r="r" t="t"/>
              <a:pathLst>
                <a:path extrusionOk="0" h="190947" w="322488">
                  <a:moveTo>
                    <a:pt x="319959" y="0"/>
                  </a:moveTo>
                  <a:lnTo>
                    <a:pt x="2529" y="180831"/>
                  </a:lnTo>
                  <a:lnTo>
                    <a:pt x="0" y="182096"/>
                  </a:lnTo>
                  <a:lnTo>
                    <a:pt x="2529" y="183361"/>
                  </a:lnTo>
                  <a:cubicBezTo>
                    <a:pt x="5059" y="184625"/>
                    <a:pt x="5059" y="187154"/>
                    <a:pt x="3794" y="189683"/>
                  </a:cubicBezTo>
                  <a:cubicBezTo>
                    <a:pt x="3794" y="190948"/>
                    <a:pt x="2529" y="190948"/>
                    <a:pt x="1265" y="190948"/>
                  </a:cubicBezTo>
                  <a:lnTo>
                    <a:pt x="2529" y="190948"/>
                  </a:lnTo>
                  <a:lnTo>
                    <a:pt x="322489" y="8852"/>
                  </a:lnTo>
                  <a:lnTo>
                    <a:pt x="321224" y="2529"/>
                  </a:lnTo>
                  <a:lnTo>
                    <a:pt x="319959"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90" name="Google Shape;590;p153"/>
            <p:cNvSpPr/>
            <p:nvPr/>
          </p:nvSpPr>
          <p:spPr>
            <a:xfrm>
              <a:off x="10362389" y="6471517"/>
              <a:ext cx="12646" cy="12645"/>
            </a:xfrm>
            <a:custGeom>
              <a:rect b="b" l="l" r="r" t="t"/>
              <a:pathLst>
                <a:path extrusionOk="0" h="12645" w="12646">
                  <a:moveTo>
                    <a:pt x="0" y="0"/>
                  </a:move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91" name="Google Shape;591;p153"/>
            <p:cNvSpPr/>
            <p:nvPr/>
          </p:nvSpPr>
          <p:spPr>
            <a:xfrm>
              <a:off x="9928927" y="6159605"/>
              <a:ext cx="438521" cy="313175"/>
            </a:xfrm>
            <a:custGeom>
              <a:rect b="b" l="l" r="r" t="t"/>
              <a:pathLst>
                <a:path extrusionOk="0" h="313175" w="438521">
                  <a:moveTo>
                    <a:pt x="438522" y="304324"/>
                  </a:moveTo>
                  <a:lnTo>
                    <a:pt x="435992" y="303060"/>
                  </a:lnTo>
                  <a:lnTo>
                    <a:pt x="428404" y="298001"/>
                  </a:lnTo>
                  <a:lnTo>
                    <a:pt x="8537" y="2095"/>
                  </a:lnTo>
                  <a:lnTo>
                    <a:pt x="7272" y="831"/>
                  </a:lnTo>
                  <a:cubicBezTo>
                    <a:pt x="4743" y="-434"/>
                    <a:pt x="2213" y="-434"/>
                    <a:pt x="948" y="2095"/>
                  </a:cubicBezTo>
                  <a:cubicBezTo>
                    <a:pt x="948" y="2095"/>
                    <a:pt x="948" y="2095"/>
                    <a:pt x="948" y="2095"/>
                  </a:cubicBezTo>
                  <a:cubicBezTo>
                    <a:pt x="-316" y="3360"/>
                    <a:pt x="-316" y="4624"/>
                    <a:pt x="948" y="7153"/>
                  </a:cubicBezTo>
                  <a:lnTo>
                    <a:pt x="948" y="8418"/>
                  </a:lnTo>
                  <a:lnTo>
                    <a:pt x="2213" y="9682"/>
                  </a:lnTo>
                  <a:lnTo>
                    <a:pt x="2213" y="9682"/>
                  </a:lnTo>
                  <a:lnTo>
                    <a:pt x="432198" y="313176"/>
                  </a:lnTo>
                  <a:lnTo>
                    <a:pt x="432198" y="313176"/>
                  </a:lnTo>
                  <a:lnTo>
                    <a:pt x="432198" y="313176"/>
                  </a:lnTo>
                  <a:lnTo>
                    <a:pt x="433463" y="313176"/>
                  </a:lnTo>
                  <a:lnTo>
                    <a:pt x="435992" y="313176"/>
                  </a:lnTo>
                  <a:lnTo>
                    <a:pt x="435992" y="313176"/>
                  </a:lnTo>
                  <a:lnTo>
                    <a:pt x="435992" y="313176"/>
                  </a:lnTo>
                  <a:cubicBezTo>
                    <a:pt x="437257" y="310647"/>
                    <a:pt x="438522" y="308118"/>
                    <a:pt x="438522" y="304324"/>
                  </a:cubicBezTo>
                  <a:cubicBezTo>
                    <a:pt x="437257" y="304324"/>
                    <a:pt x="437257" y="304324"/>
                    <a:pt x="435992" y="303060"/>
                  </a:cubicBezTo>
                  <a:lnTo>
                    <a:pt x="438522" y="304324"/>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92" name="Google Shape;592;p153"/>
            <p:cNvSpPr/>
            <p:nvPr/>
          </p:nvSpPr>
          <p:spPr>
            <a:xfrm>
              <a:off x="9217871" y="2471726"/>
              <a:ext cx="552657" cy="2458296"/>
            </a:xfrm>
            <a:custGeom>
              <a:rect b="b" l="l" r="r" t="t"/>
              <a:pathLst>
                <a:path extrusionOk="0" h="2458296" w="552657">
                  <a:moveTo>
                    <a:pt x="547598" y="2453239"/>
                  </a:moveTo>
                  <a:cubicBezTo>
                    <a:pt x="550128" y="2453239"/>
                    <a:pt x="552657" y="2454504"/>
                    <a:pt x="552657" y="2457032"/>
                  </a:cubicBezTo>
                  <a:cubicBezTo>
                    <a:pt x="552657" y="2457032"/>
                    <a:pt x="552657" y="2457032"/>
                    <a:pt x="552657" y="2457032"/>
                  </a:cubicBezTo>
                  <a:lnTo>
                    <a:pt x="11382" y="7587"/>
                  </a:lnTo>
                  <a:lnTo>
                    <a:pt x="10117" y="2529"/>
                  </a:lnTo>
                  <a:lnTo>
                    <a:pt x="6323" y="3794"/>
                  </a:lnTo>
                  <a:cubicBezTo>
                    <a:pt x="3794" y="5058"/>
                    <a:pt x="1265" y="3794"/>
                    <a:pt x="0" y="1265"/>
                  </a:cubicBezTo>
                  <a:cubicBezTo>
                    <a:pt x="0" y="1265"/>
                    <a:pt x="0" y="1265"/>
                    <a:pt x="0" y="1265"/>
                  </a:cubicBezTo>
                  <a:cubicBezTo>
                    <a:pt x="0" y="1265"/>
                    <a:pt x="0" y="0"/>
                    <a:pt x="0" y="0"/>
                  </a:cubicBezTo>
                  <a:lnTo>
                    <a:pt x="0" y="0"/>
                  </a:lnTo>
                  <a:lnTo>
                    <a:pt x="0" y="0"/>
                  </a:lnTo>
                  <a:lnTo>
                    <a:pt x="542540" y="2454504"/>
                  </a:lnTo>
                  <a:lnTo>
                    <a:pt x="543805" y="2458297"/>
                  </a:lnTo>
                  <a:cubicBezTo>
                    <a:pt x="543805" y="2455768"/>
                    <a:pt x="545069" y="2453239"/>
                    <a:pt x="547598" y="2453239"/>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93" name="Google Shape;593;p153"/>
            <p:cNvSpPr/>
            <p:nvPr/>
          </p:nvSpPr>
          <p:spPr>
            <a:xfrm>
              <a:off x="9221665" y="2466668"/>
              <a:ext cx="12646" cy="12645"/>
            </a:xfrm>
            <a:custGeom>
              <a:rect b="b" l="l" r="r" t="t"/>
              <a:pathLst>
                <a:path extrusionOk="0" h="12645" w="12646">
                  <a:moveTo>
                    <a:pt x="0" y="0"/>
                  </a:moveTo>
                  <a:lnTo>
                    <a:pt x="0" y="0"/>
                  </a:ln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94" name="Google Shape;594;p153"/>
            <p:cNvSpPr/>
            <p:nvPr/>
          </p:nvSpPr>
          <p:spPr>
            <a:xfrm>
              <a:off x="9219135" y="2467932"/>
              <a:ext cx="12646" cy="12645"/>
            </a:xfrm>
            <a:custGeom>
              <a:rect b="b" l="l" r="r" t="t"/>
              <a:pathLst>
                <a:path extrusionOk="0" h="12645" w="12646">
                  <a:moveTo>
                    <a:pt x="0" y="0"/>
                  </a:move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95" name="Google Shape;595;p153"/>
            <p:cNvSpPr/>
            <p:nvPr/>
          </p:nvSpPr>
          <p:spPr>
            <a:xfrm>
              <a:off x="9219135" y="2469197"/>
              <a:ext cx="12646" cy="948"/>
            </a:xfrm>
            <a:custGeom>
              <a:rect b="b" l="l" r="r" t="t"/>
              <a:pathLst>
                <a:path extrusionOk="0" h="948" w="12646">
                  <a:moveTo>
                    <a:pt x="0" y="0"/>
                  </a:moveTo>
                  <a:cubicBezTo>
                    <a:pt x="0" y="0"/>
                    <a:pt x="0" y="1264"/>
                    <a:pt x="0" y="0"/>
                  </a:cubicBezTo>
                  <a:cubicBezTo>
                    <a:pt x="0" y="1264"/>
                    <a:pt x="0" y="1264"/>
                    <a:pt x="0" y="0"/>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96" name="Google Shape;596;p153"/>
            <p:cNvSpPr/>
            <p:nvPr/>
          </p:nvSpPr>
          <p:spPr>
            <a:xfrm>
              <a:off x="10684878" y="6281833"/>
              <a:ext cx="17705" cy="49317"/>
            </a:xfrm>
            <a:custGeom>
              <a:rect b="b" l="l" r="r" t="t"/>
              <a:pathLst>
                <a:path extrusionOk="0" h="49317" w="17705">
                  <a:moveTo>
                    <a:pt x="17705" y="44259"/>
                  </a:moveTo>
                  <a:lnTo>
                    <a:pt x="17705" y="42995"/>
                  </a:lnTo>
                  <a:lnTo>
                    <a:pt x="8853" y="0"/>
                  </a:lnTo>
                  <a:cubicBezTo>
                    <a:pt x="8853" y="2529"/>
                    <a:pt x="7588" y="5059"/>
                    <a:pt x="5059" y="5059"/>
                  </a:cubicBezTo>
                  <a:cubicBezTo>
                    <a:pt x="2529" y="5059"/>
                    <a:pt x="1265" y="3794"/>
                    <a:pt x="0" y="1265"/>
                  </a:cubicBezTo>
                  <a:lnTo>
                    <a:pt x="1265" y="7587"/>
                  </a:lnTo>
                  <a:lnTo>
                    <a:pt x="8853" y="45524"/>
                  </a:lnTo>
                  <a:lnTo>
                    <a:pt x="8853" y="45524"/>
                  </a:lnTo>
                  <a:lnTo>
                    <a:pt x="8853" y="45524"/>
                  </a:lnTo>
                  <a:cubicBezTo>
                    <a:pt x="8853" y="45524"/>
                    <a:pt x="8853" y="46789"/>
                    <a:pt x="10117" y="46789"/>
                  </a:cubicBezTo>
                  <a:cubicBezTo>
                    <a:pt x="10117" y="46789"/>
                    <a:pt x="10117" y="48053"/>
                    <a:pt x="11382" y="48053"/>
                  </a:cubicBezTo>
                  <a:lnTo>
                    <a:pt x="11382" y="48053"/>
                  </a:lnTo>
                  <a:cubicBezTo>
                    <a:pt x="12647" y="49318"/>
                    <a:pt x="13911" y="49318"/>
                    <a:pt x="15176" y="49318"/>
                  </a:cubicBezTo>
                  <a:cubicBezTo>
                    <a:pt x="16441" y="48053"/>
                    <a:pt x="17705" y="46789"/>
                    <a:pt x="17705" y="44259"/>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97" name="Google Shape;597;p153"/>
            <p:cNvSpPr/>
            <p:nvPr/>
          </p:nvSpPr>
          <p:spPr>
            <a:xfrm>
              <a:off x="10603940" y="5870852"/>
              <a:ext cx="92320" cy="416535"/>
            </a:xfrm>
            <a:custGeom>
              <a:rect b="b" l="l" r="r" t="t"/>
              <a:pathLst>
                <a:path extrusionOk="0" h="416535" w="92320">
                  <a:moveTo>
                    <a:pt x="6323" y="2529"/>
                  </a:moveTo>
                  <a:cubicBezTo>
                    <a:pt x="3794" y="3794"/>
                    <a:pt x="1265" y="2529"/>
                    <a:pt x="0" y="1265"/>
                  </a:cubicBezTo>
                  <a:cubicBezTo>
                    <a:pt x="0" y="1265"/>
                    <a:pt x="0" y="0"/>
                    <a:pt x="0" y="0"/>
                  </a:cubicBezTo>
                  <a:lnTo>
                    <a:pt x="0" y="0"/>
                  </a:lnTo>
                  <a:lnTo>
                    <a:pt x="0" y="0"/>
                  </a:lnTo>
                  <a:lnTo>
                    <a:pt x="80938" y="409716"/>
                  </a:lnTo>
                  <a:lnTo>
                    <a:pt x="82203" y="413510"/>
                  </a:lnTo>
                  <a:cubicBezTo>
                    <a:pt x="83468" y="416039"/>
                    <a:pt x="85997" y="417304"/>
                    <a:pt x="88526" y="416039"/>
                  </a:cubicBezTo>
                  <a:cubicBezTo>
                    <a:pt x="91056" y="414775"/>
                    <a:pt x="92320" y="413510"/>
                    <a:pt x="92320" y="410981"/>
                  </a:cubicBezTo>
                  <a:lnTo>
                    <a:pt x="13911" y="7587"/>
                  </a:lnTo>
                  <a:lnTo>
                    <a:pt x="12647" y="0"/>
                  </a:lnTo>
                  <a:lnTo>
                    <a:pt x="6323" y="2529"/>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98" name="Google Shape;598;p153"/>
            <p:cNvSpPr/>
            <p:nvPr/>
          </p:nvSpPr>
          <p:spPr>
            <a:xfrm>
              <a:off x="10605205" y="5865794"/>
              <a:ext cx="12646" cy="12645"/>
            </a:xfrm>
            <a:custGeom>
              <a:rect b="b" l="l" r="r" t="t"/>
              <a:pathLst>
                <a:path extrusionOk="0" h="12645" w="12646">
                  <a:moveTo>
                    <a:pt x="0" y="0"/>
                  </a:moveTo>
                  <a:lnTo>
                    <a:pt x="0" y="0"/>
                  </a:lnTo>
                  <a:lnTo>
                    <a:pt x="0" y="0"/>
                  </a:ln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599" name="Google Shape;599;p153"/>
            <p:cNvSpPr/>
            <p:nvPr/>
          </p:nvSpPr>
          <p:spPr>
            <a:xfrm>
              <a:off x="10603940" y="5868324"/>
              <a:ext cx="12646" cy="12645"/>
            </a:xfrm>
            <a:custGeom>
              <a:rect b="b" l="l" r="r" t="t"/>
              <a:pathLst>
                <a:path extrusionOk="0" h="12645" w="12646">
                  <a:moveTo>
                    <a:pt x="0" y="0"/>
                  </a:moveTo>
                  <a:cubicBezTo>
                    <a:pt x="0" y="0"/>
                    <a:pt x="0" y="0"/>
                    <a:pt x="0" y="0"/>
                  </a:cubicBez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00" name="Google Shape;600;p153"/>
            <p:cNvSpPr/>
            <p:nvPr/>
          </p:nvSpPr>
          <p:spPr>
            <a:xfrm>
              <a:off x="10603940" y="5866497"/>
              <a:ext cx="12646" cy="562"/>
            </a:xfrm>
            <a:custGeom>
              <a:rect b="b" l="l" r="r" t="t"/>
              <a:pathLst>
                <a:path extrusionOk="0" h="562" w="12646">
                  <a:moveTo>
                    <a:pt x="0" y="562"/>
                  </a:moveTo>
                  <a:lnTo>
                    <a:pt x="0" y="562"/>
                  </a:lnTo>
                  <a:lnTo>
                    <a:pt x="0" y="562"/>
                  </a:lnTo>
                  <a:lnTo>
                    <a:pt x="0" y="562"/>
                  </a:lnTo>
                  <a:cubicBezTo>
                    <a:pt x="0" y="-703"/>
                    <a:pt x="0" y="562"/>
                    <a:pt x="0" y="562"/>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01" name="Google Shape;601;p153"/>
            <p:cNvSpPr/>
            <p:nvPr/>
          </p:nvSpPr>
          <p:spPr>
            <a:xfrm>
              <a:off x="11223624" y="5118442"/>
              <a:ext cx="67027" cy="362927"/>
            </a:xfrm>
            <a:custGeom>
              <a:rect b="b" l="l" r="r" t="t"/>
              <a:pathLst>
                <a:path extrusionOk="0" h="362927" w="67027">
                  <a:moveTo>
                    <a:pt x="5059" y="0"/>
                  </a:moveTo>
                  <a:lnTo>
                    <a:pt x="5059" y="0"/>
                  </a:lnTo>
                  <a:lnTo>
                    <a:pt x="2529" y="0"/>
                  </a:lnTo>
                  <a:lnTo>
                    <a:pt x="1265" y="0"/>
                  </a:lnTo>
                  <a:lnTo>
                    <a:pt x="1265" y="0"/>
                  </a:lnTo>
                  <a:lnTo>
                    <a:pt x="0" y="0"/>
                  </a:lnTo>
                  <a:lnTo>
                    <a:pt x="0" y="0"/>
                  </a:lnTo>
                  <a:lnTo>
                    <a:pt x="0" y="1265"/>
                  </a:lnTo>
                  <a:cubicBezTo>
                    <a:pt x="0" y="1265"/>
                    <a:pt x="0" y="2529"/>
                    <a:pt x="0" y="2529"/>
                  </a:cubicBezTo>
                  <a:cubicBezTo>
                    <a:pt x="0" y="2529"/>
                    <a:pt x="0" y="2529"/>
                    <a:pt x="0" y="3794"/>
                  </a:cubicBezTo>
                  <a:lnTo>
                    <a:pt x="0" y="3794"/>
                  </a:lnTo>
                  <a:lnTo>
                    <a:pt x="0" y="6323"/>
                  </a:lnTo>
                  <a:lnTo>
                    <a:pt x="58175" y="359134"/>
                  </a:lnTo>
                  <a:lnTo>
                    <a:pt x="58175" y="362928"/>
                  </a:lnTo>
                  <a:cubicBezTo>
                    <a:pt x="58175" y="360398"/>
                    <a:pt x="59439" y="357870"/>
                    <a:pt x="61968" y="357870"/>
                  </a:cubicBezTo>
                  <a:cubicBezTo>
                    <a:pt x="61968" y="357870"/>
                    <a:pt x="61968" y="357870"/>
                    <a:pt x="61968" y="357870"/>
                  </a:cubicBezTo>
                  <a:cubicBezTo>
                    <a:pt x="64498" y="357870"/>
                    <a:pt x="67027" y="359134"/>
                    <a:pt x="67027" y="361663"/>
                  </a:cubicBezTo>
                  <a:cubicBezTo>
                    <a:pt x="67027" y="361663"/>
                    <a:pt x="67027" y="361663"/>
                    <a:pt x="67027" y="361663"/>
                  </a:cubicBezTo>
                  <a:lnTo>
                    <a:pt x="8853" y="13910"/>
                  </a:lnTo>
                  <a:lnTo>
                    <a:pt x="7588" y="3794"/>
                  </a:lnTo>
                  <a:cubicBezTo>
                    <a:pt x="8853" y="1265"/>
                    <a:pt x="7588" y="1265"/>
                    <a:pt x="5059" y="0"/>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02" name="Google Shape;602;p153"/>
            <p:cNvSpPr/>
            <p:nvPr/>
          </p:nvSpPr>
          <p:spPr>
            <a:xfrm>
              <a:off x="11281799" y="5476311"/>
              <a:ext cx="11381" cy="17703"/>
            </a:xfrm>
            <a:custGeom>
              <a:rect b="b" l="l" r="r" t="t"/>
              <a:pathLst>
                <a:path extrusionOk="0" h="17703" w="11381">
                  <a:moveTo>
                    <a:pt x="3794" y="0"/>
                  </a:moveTo>
                  <a:cubicBezTo>
                    <a:pt x="1265" y="0"/>
                    <a:pt x="0" y="2529"/>
                    <a:pt x="0" y="5058"/>
                  </a:cubicBezTo>
                  <a:cubicBezTo>
                    <a:pt x="0" y="5058"/>
                    <a:pt x="0" y="5058"/>
                    <a:pt x="0" y="5058"/>
                  </a:cubicBezTo>
                  <a:lnTo>
                    <a:pt x="1265" y="11381"/>
                  </a:lnTo>
                  <a:lnTo>
                    <a:pt x="2529" y="16439"/>
                  </a:lnTo>
                  <a:lnTo>
                    <a:pt x="5059" y="15174"/>
                  </a:lnTo>
                  <a:cubicBezTo>
                    <a:pt x="7588" y="13910"/>
                    <a:pt x="10117" y="15174"/>
                    <a:pt x="11382" y="16439"/>
                  </a:cubicBezTo>
                  <a:cubicBezTo>
                    <a:pt x="11382" y="16439"/>
                    <a:pt x="11382" y="16439"/>
                    <a:pt x="11382" y="16439"/>
                  </a:cubicBezTo>
                  <a:cubicBezTo>
                    <a:pt x="11382" y="16439"/>
                    <a:pt x="11382" y="17704"/>
                    <a:pt x="11382" y="17704"/>
                  </a:cubicBezTo>
                  <a:lnTo>
                    <a:pt x="11382" y="17704"/>
                  </a:lnTo>
                  <a:lnTo>
                    <a:pt x="11382" y="15174"/>
                  </a:lnTo>
                  <a:lnTo>
                    <a:pt x="8853" y="2529"/>
                  </a:lnTo>
                  <a:cubicBezTo>
                    <a:pt x="8853" y="1265"/>
                    <a:pt x="6323" y="0"/>
                    <a:pt x="3794" y="0"/>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03" name="Google Shape;603;p153"/>
            <p:cNvSpPr/>
            <p:nvPr/>
          </p:nvSpPr>
          <p:spPr>
            <a:xfrm>
              <a:off x="11496791" y="4517778"/>
              <a:ext cx="67026" cy="388742"/>
            </a:xfrm>
            <a:custGeom>
              <a:rect b="b" l="l" r="r" t="t"/>
              <a:pathLst>
                <a:path extrusionOk="0" h="388742" w="67026">
                  <a:moveTo>
                    <a:pt x="56910" y="385690"/>
                  </a:moveTo>
                  <a:cubicBezTo>
                    <a:pt x="56910" y="386954"/>
                    <a:pt x="56910" y="386954"/>
                    <a:pt x="58174" y="386954"/>
                  </a:cubicBezTo>
                  <a:cubicBezTo>
                    <a:pt x="59439" y="388219"/>
                    <a:pt x="60704" y="389484"/>
                    <a:pt x="63233" y="388219"/>
                  </a:cubicBezTo>
                  <a:cubicBezTo>
                    <a:pt x="65762" y="388219"/>
                    <a:pt x="67027" y="386954"/>
                    <a:pt x="67027" y="384425"/>
                  </a:cubicBezTo>
                  <a:lnTo>
                    <a:pt x="67027" y="384425"/>
                  </a:lnTo>
                  <a:cubicBezTo>
                    <a:pt x="67027" y="384425"/>
                    <a:pt x="67027" y="384425"/>
                    <a:pt x="67027" y="383161"/>
                  </a:cubicBezTo>
                  <a:lnTo>
                    <a:pt x="67027" y="383161"/>
                  </a:lnTo>
                  <a:lnTo>
                    <a:pt x="65762" y="376838"/>
                  </a:lnTo>
                  <a:lnTo>
                    <a:pt x="10117" y="8852"/>
                  </a:lnTo>
                  <a:lnTo>
                    <a:pt x="8853" y="0"/>
                  </a:lnTo>
                  <a:cubicBezTo>
                    <a:pt x="8853" y="2529"/>
                    <a:pt x="7588" y="5059"/>
                    <a:pt x="5059" y="5059"/>
                  </a:cubicBezTo>
                  <a:cubicBezTo>
                    <a:pt x="5059" y="5059"/>
                    <a:pt x="5059" y="5059"/>
                    <a:pt x="5059" y="5059"/>
                  </a:cubicBezTo>
                  <a:cubicBezTo>
                    <a:pt x="2529" y="5059"/>
                    <a:pt x="0" y="3794"/>
                    <a:pt x="0" y="1265"/>
                  </a:cubicBezTo>
                  <a:lnTo>
                    <a:pt x="58174" y="380631"/>
                  </a:lnTo>
                  <a:lnTo>
                    <a:pt x="58174" y="380631"/>
                  </a:lnTo>
                  <a:lnTo>
                    <a:pt x="56910" y="38569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04" name="Google Shape;604;p153"/>
            <p:cNvSpPr/>
            <p:nvPr/>
          </p:nvSpPr>
          <p:spPr>
            <a:xfrm>
              <a:off x="11442411" y="4161173"/>
              <a:ext cx="61968" cy="362927"/>
            </a:xfrm>
            <a:custGeom>
              <a:rect b="b" l="l" r="r" t="t"/>
              <a:pathLst>
                <a:path extrusionOk="0" h="362927" w="61968">
                  <a:moveTo>
                    <a:pt x="58174" y="362927"/>
                  </a:moveTo>
                  <a:cubicBezTo>
                    <a:pt x="60704" y="362927"/>
                    <a:pt x="61968" y="360398"/>
                    <a:pt x="61968" y="357869"/>
                  </a:cubicBezTo>
                  <a:cubicBezTo>
                    <a:pt x="61968" y="357869"/>
                    <a:pt x="61968" y="357869"/>
                    <a:pt x="61968" y="357869"/>
                  </a:cubicBezTo>
                  <a:lnTo>
                    <a:pt x="61968" y="355340"/>
                  </a:lnTo>
                  <a:lnTo>
                    <a:pt x="8853" y="7587"/>
                  </a:lnTo>
                  <a:lnTo>
                    <a:pt x="8853" y="3794"/>
                  </a:lnTo>
                  <a:cubicBezTo>
                    <a:pt x="8853" y="1265"/>
                    <a:pt x="6323" y="0"/>
                    <a:pt x="3794" y="0"/>
                  </a:cubicBezTo>
                  <a:cubicBezTo>
                    <a:pt x="3794" y="0"/>
                    <a:pt x="3794" y="0"/>
                    <a:pt x="3794" y="0"/>
                  </a:cubicBezTo>
                  <a:cubicBezTo>
                    <a:pt x="1265" y="0"/>
                    <a:pt x="0" y="2529"/>
                    <a:pt x="0" y="5058"/>
                  </a:cubicBezTo>
                  <a:lnTo>
                    <a:pt x="54380" y="359134"/>
                  </a:lnTo>
                  <a:cubicBezTo>
                    <a:pt x="54380" y="360398"/>
                    <a:pt x="56910" y="361663"/>
                    <a:pt x="58174" y="362927"/>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05" name="Google Shape;605;p153"/>
            <p:cNvSpPr/>
            <p:nvPr/>
          </p:nvSpPr>
          <p:spPr>
            <a:xfrm>
              <a:off x="9979197" y="5100738"/>
              <a:ext cx="233962" cy="125190"/>
            </a:xfrm>
            <a:custGeom>
              <a:rect b="b" l="l" r="r" t="t"/>
              <a:pathLst>
                <a:path extrusionOk="0" h="125190" w="233962">
                  <a:moveTo>
                    <a:pt x="7588" y="118868"/>
                  </a:moveTo>
                  <a:cubicBezTo>
                    <a:pt x="8853" y="121397"/>
                    <a:pt x="7588" y="123927"/>
                    <a:pt x="5059" y="125191"/>
                  </a:cubicBezTo>
                  <a:cubicBezTo>
                    <a:pt x="5059" y="125191"/>
                    <a:pt x="5059" y="125191"/>
                    <a:pt x="5059" y="125191"/>
                  </a:cubicBezTo>
                  <a:lnTo>
                    <a:pt x="12647" y="121397"/>
                  </a:lnTo>
                  <a:lnTo>
                    <a:pt x="233963" y="8852"/>
                  </a:lnTo>
                  <a:cubicBezTo>
                    <a:pt x="231433" y="10117"/>
                    <a:pt x="228904" y="8852"/>
                    <a:pt x="227639" y="6323"/>
                  </a:cubicBezTo>
                  <a:cubicBezTo>
                    <a:pt x="226374" y="3794"/>
                    <a:pt x="227639" y="1265"/>
                    <a:pt x="230168" y="0"/>
                  </a:cubicBezTo>
                  <a:lnTo>
                    <a:pt x="226374" y="1265"/>
                  </a:lnTo>
                  <a:lnTo>
                    <a:pt x="0" y="115075"/>
                  </a:lnTo>
                  <a:cubicBezTo>
                    <a:pt x="3794" y="115075"/>
                    <a:pt x="6323" y="116339"/>
                    <a:pt x="7588" y="118868"/>
                  </a:cubicBezTo>
                  <a:cubicBezTo>
                    <a:pt x="7588" y="118868"/>
                    <a:pt x="7588" y="118868"/>
                    <a:pt x="7588" y="118868"/>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06" name="Google Shape;606;p153"/>
            <p:cNvSpPr/>
            <p:nvPr/>
          </p:nvSpPr>
          <p:spPr>
            <a:xfrm>
              <a:off x="9924817" y="5216581"/>
              <a:ext cx="62464" cy="37168"/>
            </a:xfrm>
            <a:custGeom>
              <a:rect b="b" l="l" r="r" t="t"/>
              <a:pathLst>
                <a:path extrusionOk="0" h="37168" w="62464">
                  <a:moveTo>
                    <a:pt x="61968" y="3025"/>
                  </a:moveTo>
                  <a:cubicBezTo>
                    <a:pt x="60704" y="496"/>
                    <a:pt x="58174" y="-769"/>
                    <a:pt x="55645" y="496"/>
                  </a:cubicBezTo>
                  <a:cubicBezTo>
                    <a:pt x="55645" y="496"/>
                    <a:pt x="55645" y="496"/>
                    <a:pt x="55645" y="496"/>
                  </a:cubicBezTo>
                  <a:lnTo>
                    <a:pt x="2529" y="27052"/>
                  </a:lnTo>
                  <a:lnTo>
                    <a:pt x="0" y="28316"/>
                  </a:lnTo>
                  <a:cubicBezTo>
                    <a:pt x="2529" y="27052"/>
                    <a:pt x="5059" y="28316"/>
                    <a:pt x="6323" y="30845"/>
                  </a:cubicBezTo>
                  <a:cubicBezTo>
                    <a:pt x="6323" y="30845"/>
                    <a:pt x="6323" y="30845"/>
                    <a:pt x="6323" y="30845"/>
                  </a:cubicBezTo>
                  <a:cubicBezTo>
                    <a:pt x="7588" y="33375"/>
                    <a:pt x="6323" y="35904"/>
                    <a:pt x="3794" y="37168"/>
                  </a:cubicBezTo>
                  <a:cubicBezTo>
                    <a:pt x="3794" y="37168"/>
                    <a:pt x="3794" y="37168"/>
                    <a:pt x="3794" y="37168"/>
                  </a:cubicBezTo>
                  <a:lnTo>
                    <a:pt x="56910" y="10612"/>
                  </a:lnTo>
                  <a:lnTo>
                    <a:pt x="59439" y="9348"/>
                  </a:lnTo>
                  <a:cubicBezTo>
                    <a:pt x="61968" y="8084"/>
                    <a:pt x="63233" y="5554"/>
                    <a:pt x="61968" y="3025"/>
                  </a:cubicBezTo>
                  <a:cubicBezTo>
                    <a:pt x="61968" y="3025"/>
                    <a:pt x="61968" y="3025"/>
                    <a:pt x="61968" y="3025"/>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07" name="Google Shape;607;p153"/>
            <p:cNvSpPr/>
            <p:nvPr/>
          </p:nvSpPr>
          <p:spPr>
            <a:xfrm>
              <a:off x="11074394" y="3229195"/>
              <a:ext cx="140377" cy="824490"/>
            </a:xfrm>
            <a:custGeom>
              <a:rect b="b" l="l" r="r" t="t"/>
              <a:pathLst>
                <a:path extrusionOk="0" h="824490" w="140377">
                  <a:moveTo>
                    <a:pt x="131525" y="820697"/>
                  </a:moveTo>
                  <a:cubicBezTo>
                    <a:pt x="131525" y="821961"/>
                    <a:pt x="132789" y="823226"/>
                    <a:pt x="134054" y="824491"/>
                  </a:cubicBezTo>
                  <a:lnTo>
                    <a:pt x="135319" y="824491"/>
                  </a:lnTo>
                  <a:lnTo>
                    <a:pt x="136584" y="824491"/>
                  </a:lnTo>
                  <a:lnTo>
                    <a:pt x="137848" y="824491"/>
                  </a:lnTo>
                  <a:lnTo>
                    <a:pt x="139113" y="824491"/>
                  </a:lnTo>
                  <a:lnTo>
                    <a:pt x="139113" y="824491"/>
                  </a:lnTo>
                  <a:lnTo>
                    <a:pt x="140378" y="823226"/>
                  </a:lnTo>
                  <a:lnTo>
                    <a:pt x="140378" y="821961"/>
                  </a:lnTo>
                  <a:cubicBezTo>
                    <a:pt x="140378" y="821961"/>
                    <a:pt x="140378" y="821961"/>
                    <a:pt x="140378" y="820697"/>
                  </a:cubicBezTo>
                  <a:lnTo>
                    <a:pt x="140378" y="819433"/>
                  </a:lnTo>
                  <a:lnTo>
                    <a:pt x="8853" y="0"/>
                  </a:lnTo>
                  <a:cubicBezTo>
                    <a:pt x="8853" y="2529"/>
                    <a:pt x="7588" y="5058"/>
                    <a:pt x="5059" y="5058"/>
                  </a:cubicBezTo>
                  <a:cubicBezTo>
                    <a:pt x="2529" y="5058"/>
                    <a:pt x="0" y="3794"/>
                    <a:pt x="0" y="1265"/>
                  </a:cubicBezTo>
                  <a:cubicBezTo>
                    <a:pt x="0" y="1265"/>
                    <a:pt x="0" y="1265"/>
                    <a:pt x="0" y="1265"/>
                  </a:cubicBezTo>
                  <a:lnTo>
                    <a:pt x="1265" y="7587"/>
                  </a:lnTo>
                  <a:lnTo>
                    <a:pt x="131525" y="811845"/>
                  </a:lnTo>
                  <a:lnTo>
                    <a:pt x="131525" y="820697"/>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08" name="Google Shape;608;p153"/>
            <p:cNvSpPr/>
            <p:nvPr/>
          </p:nvSpPr>
          <p:spPr>
            <a:xfrm>
              <a:off x="10606469" y="301748"/>
              <a:ext cx="476777" cy="2932505"/>
            </a:xfrm>
            <a:custGeom>
              <a:rect b="b" l="l" r="r" t="t"/>
              <a:pathLst>
                <a:path extrusionOk="0" h="2932505" w="476777">
                  <a:moveTo>
                    <a:pt x="472984" y="2932506"/>
                  </a:moveTo>
                  <a:cubicBezTo>
                    <a:pt x="475513" y="2932506"/>
                    <a:pt x="476777" y="2929977"/>
                    <a:pt x="476777" y="2927447"/>
                  </a:cubicBezTo>
                  <a:lnTo>
                    <a:pt x="10117" y="11381"/>
                  </a:lnTo>
                  <a:lnTo>
                    <a:pt x="10117" y="7587"/>
                  </a:lnTo>
                  <a:lnTo>
                    <a:pt x="8853" y="3794"/>
                  </a:lnTo>
                  <a:cubicBezTo>
                    <a:pt x="8853" y="1265"/>
                    <a:pt x="6323" y="0"/>
                    <a:pt x="3794" y="0"/>
                  </a:cubicBezTo>
                  <a:cubicBezTo>
                    <a:pt x="3794" y="0"/>
                    <a:pt x="3794" y="0"/>
                    <a:pt x="3794" y="0"/>
                  </a:cubicBezTo>
                  <a:lnTo>
                    <a:pt x="2529" y="0"/>
                  </a:lnTo>
                  <a:lnTo>
                    <a:pt x="1265" y="0"/>
                  </a:lnTo>
                  <a:lnTo>
                    <a:pt x="1265" y="0"/>
                  </a:lnTo>
                  <a:cubicBezTo>
                    <a:pt x="1265" y="0"/>
                    <a:pt x="1265" y="0"/>
                    <a:pt x="0" y="0"/>
                  </a:cubicBezTo>
                  <a:lnTo>
                    <a:pt x="0" y="0"/>
                  </a:lnTo>
                  <a:lnTo>
                    <a:pt x="0" y="0"/>
                  </a:lnTo>
                  <a:cubicBezTo>
                    <a:pt x="0" y="0"/>
                    <a:pt x="0" y="0"/>
                    <a:pt x="0" y="1265"/>
                  </a:cubicBezTo>
                  <a:lnTo>
                    <a:pt x="0" y="1265"/>
                  </a:lnTo>
                  <a:lnTo>
                    <a:pt x="0" y="2529"/>
                  </a:lnTo>
                  <a:cubicBezTo>
                    <a:pt x="0" y="2529"/>
                    <a:pt x="0" y="2529"/>
                    <a:pt x="0" y="3794"/>
                  </a:cubicBezTo>
                  <a:lnTo>
                    <a:pt x="467925" y="2923654"/>
                  </a:lnTo>
                  <a:lnTo>
                    <a:pt x="469190" y="2927447"/>
                  </a:lnTo>
                  <a:cubicBezTo>
                    <a:pt x="469190" y="2927447"/>
                    <a:pt x="470454" y="2929977"/>
                    <a:pt x="472984" y="2932506"/>
                  </a:cubicBezTo>
                  <a:cubicBezTo>
                    <a:pt x="472984" y="2931241"/>
                    <a:pt x="472984" y="2932506"/>
                    <a:pt x="472984" y="2932506"/>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09" name="Google Shape;609;p153"/>
            <p:cNvSpPr/>
            <p:nvPr/>
          </p:nvSpPr>
          <p:spPr>
            <a:xfrm>
              <a:off x="11537260" y="2142941"/>
              <a:ext cx="141642" cy="968650"/>
            </a:xfrm>
            <a:custGeom>
              <a:rect b="b" l="l" r="r" t="t"/>
              <a:pathLst>
                <a:path extrusionOk="0" h="968650" w="141642">
                  <a:moveTo>
                    <a:pt x="136584" y="967385"/>
                  </a:moveTo>
                  <a:lnTo>
                    <a:pt x="141642" y="964856"/>
                  </a:lnTo>
                  <a:lnTo>
                    <a:pt x="8853" y="7587"/>
                  </a:lnTo>
                  <a:lnTo>
                    <a:pt x="8853" y="0"/>
                  </a:lnTo>
                  <a:cubicBezTo>
                    <a:pt x="8853" y="2529"/>
                    <a:pt x="7588" y="5058"/>
                    <a:pt x="5059" y="5058"/>
                  </a:cubicBezTo>
                  <a:cubicBezTo>
                    <a:pt x="5059" y="5058"/>
                    <a:pt x="5059" y="5058"/>
                    <a:pt x="5059" y="5058"/>
                  </a:cubicBezTo>
                  <a:cubicBezTo>
                    <a:pt x="2529" y="5058"/>
                    <a:pt x="0" y="3794"/>
                    <a:pt x="0" y="1265"/>
                  </a:cubicBezTo>
                  <a:lnTo>
                    <a:pt x="134054" y="968650"/>
                  </a:lnTo>
                  <a:lnTo>
                    <a:pt x="136584" y="967385"/>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10" name="Google Shape;610;p153"/>
            <p:cNvSpPr/>
            <p:nvPr/>
          </p:nvSpPr>
          <p:spPr>
            <a:xfrm>
              <a:off x="10095546" y="3655351"/>
              <a:ext cx="55645" cy="240265"/>
            </a:xfrm>
            <a:custGeom>
              <a:rect b="b" l="l" r="r" t="t"/>
              <a:pathLst>
                <a:path extrusionOk="0" h="240265" w="55645">
                  <a:moveTo>
                    <a:pt x="46792" y="239001"/>
                  </a:moveTo>
                  <a:lnTo>
                    <a:pt x="46792" y="239001"/>
                  </a:lnTo>
                  <a:lnTo>
                    <a:pt x="46792" y="240266"/>
                  </a:lnTo>
                  <a:lnTo>
                    <a:pt x="46792" y="240266"/>
                  </a:lnTo>
                  <a:lnTo>
                    <a:pt x="48057" y="240266"/>
                  </a:lnTo>
                  <a:cubicBezTo>
                    <a:pt x="49322" y="240266"/>
                    <a:pt x="50586" y="240266"/>
                    <a:pt x="51851" y="240266"/>
                  </a:cubicBezTo>
                  <a:cubicBezTo>
                    <a:pt x="54380" y="240266"/>
                    <a:pt x="55645" y="237736"/>
                    <a:pt x="55645" y="235208"/>
                  </a:cubicBezTo>
                  <a:cubicBezTo>
                    <a:pt x="55645" y="235208"/>
                    <a:pt x="55645" y="235208"/>
                    <a:pt x="55645" y="235208"/>
                  </a:cubicBezTo>
                  <a:lnTo>
                    <a:pt x="55645" y="232678"/>
                  </a:lnTo>
                  <a:lnTo>
                    <a:pt x="10117" y="3794"/>
                  </a:lnTo>
                  <a:lnTo>
                    <a:pt x="8853" y="0"/>
                  </a:lnTo>
                  <a:cubicBezTo>
                    <a:pt x="8853" y="2529"/>
                    <a:pt x="7588" y="5058"/>
                    <a:pt x="5059" y="5058"/>
                  </a:cubicBezTo>
                  <a:cubicBezTo>
                    <a:pt x="2529" y="5058"/>
                    <a:pt x="0" y="3794"/>
                    <a:pt x="0" y="1265"/>
                  </a:cubicBezTo>
                  <a:cubicBezTo>
                    <a:pt x="0" y="1265"/>
                    <a:pt x="0" y="1265"/>
                    <a:pt x="0" y="1265"/>
                  </a:cubicBezTo>
                  <a:lnTo>
                    <a:pt x="46792" y="239001"/>
                  </a:lnTo>
                  <a:lnTo>
                    <a:pt x="46792" y="239001"/>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11" name="Google Shape;611;p153"/>
            <p:cNvSpPr/>
            <p:nvPr/>
          </p:nvSpPr>
          <p:spPr>
            <a:xfrm>
              <a:off x="9851466" y="2423673"/>
              <a:ext cx="252932" cy="1236735"/>
            </a:xfrm>
            <a:custGeom>
              <a:rect b="b" l="l" r="r" t="t"/>
              <a:pathLst>
                <a:path extrusionOk="0" h="1236735" w="252932">
                  <a:moveTo>
                    <a:pt x="5059" y="1265"/>
                  </a:moveTo>
                  <a:lnTo>
                    <a:pt x="3794" y="1265"/>
                  </a:lnTo>
                  <a:cubicBezTo>
                    <a:pt x="1265" y="2529"/>
                    <a:pt x="0" y="3794"/>
                    <a:pt x="0" y="6323"/>
                  </a:cubicBezTo>
                  <a:lnTo>
                    <a:pt x="1265" y="11381"/>
                  </a:lnTo>
                  <a:lnTo>
                    <a:pt x="244080" y="1232942"/>
                  </a:lnTo>
                  <a:cubicBezTo>
                    <a:pt x="244080" y="1235471"/>
                    <a:pt x="246609" y="1236736"/>
                    <a:pt x="249138" y="1236736"/>
                  </a:cubicBezTo>
                  <a:cubicBezTo>
                    <a:pt x="249138" y="1236736"/>
                    <a:pt x="249138" y="1236736"/>
                    <a:pt x="249138" y="1236736"/>
                  </a:cubicBezTo>
                  <a:cubicBezTo>
                    <a:pt x="251668" y="1236736"/>
                    <a:pt x="252932" y="1234207"/>
                    <a:pt x="252932" y="1231678"/>
                  </a:cubicBezTo>
                  <a:lnTo>
                    <a:pt x="251668" y="1225355"/>
                  </a:lnTo>
                  <a:lnTo>
                    <a:pt x="8853" y="3794"/>
                  </a:lnTo>
                  <a:lnTo>
                    <a:pt x="8853" y="3794"/>
                  </a:lnTo>
                  <a:cubicBezTo>
                    <a:pt x="8853" y="3794"/>
                    <a:pt x="8853" y="3794"/>
                    <a:pt x="8853" y="2529"/>
                  </a:cubicBezTo>
                  <a:lnTo>
                    <a:pt x="8853" y="2529"/>
                  </a:lnTo>
                  <a:lnTo>
                    <a:pt x="8853" y="1265"/>
                  </a:lnTo>
                  <a:lnTo>
                    <a:pt x="8853" y="0"/>
                  </a:lnTo>
                  <a:lnTo>
                    <a:pt x="8853" y="0"/>
                  </a:lnTo>
                  <a:lnTo>
                    <a:pt x="7588" y="0"/>
                  </a:lnTo>
                  <a:lnTo>
                    <a:pt x="6323" y="0"/>
                  </a:lnTo>
                  <a:lnTo>
                    <a:pt x="5059" y="1265"/>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12" name="Google Shape;612;p153"/>
            <p:cNvSpPr/>
            <p:nvPr/>
          </p:nvSpPr>
          <p:spPr>
            <a:xfrm>
              <a:off x="11563818" y="3110327"/>
              <a:ext cx="113819" cy="55324"/>
            </a:xfrm>
            <a:custGeom>
              <a:rect b="b" l="l" r="r" t="t"/>
              <a:pathLst>
                <a:path extrusionOk="0" h="55324" w="113819">
                  <a:moveTo>
                    <a:pt x="107496" y="6323"/>
                  </a:moveTo>
                  <a:cubicBezTo>
                    <a:pt x="106232" y="3794"/>
                    <a:pt x="107496" y="1265"/>
                    <a:pt x="110026" y="0"/>
                  </a:cubicBezTo>
                  <a:lnTo>
                    <a:pt x="106232" y="1265"/>
                  </a:lnTo>
                  <a:lnTo>
                    <a:pt x="1265" y="48053"/>
                  </a:lnTo>
                  <a:lnTo>
                    <a:pt x="1265" y="48053"/>
                  </a:lnTo>
                  <a:lnTo>
                    <a:pt x="1265" y="48053"/>
                  </a:lnTo>
                  <a:lnTo>
                    <a:pt x="0" y="49318"/>
                  </a:lnTo>
                  <a:lnTo>
                    <a:pt x="0" y="49318"/>
                  </a:lnTo>
                  <a:lnTo>
                    <a:pt x="0" y="49318"/>
                  </a:lnTo>
                  <a:lnTo>
                    <a:pt x="0" y="50582"/>
                  </a:lnTo>
                  <a:lnTo>
                    <a:pt x="0" y="50582"/>
                  </a:lnTo>
                  <a:cubicBezTo>
                    <a:pt x="0" y="50582"/>
                    <a:pt x="0" y="50582"/>
                    <a:pt x="0" y="51847"/>
                  </a:cubicBezTo>
                  <a:lnTo>
                    <a:pt x="0" y="51847"/>
                  </a:lnTo>
                  <a:lnTo>
                    <a:pt x="0" y="51847"/>
                  </a:lnTo>
                  <a:lnTo>
                    <a:pt x="0" y="51847"/>
                  </a:lnTo>
                  <a:lnTo>
                    <a:pt x="0" y="51847"/>
                  </a:lnTo>
                  <a:cubicBezTo>
                    <a:pt x="0" y="51847"/>
                    <a:pt x="0" y="53111"/>
                    <a:pt x="0" y="53111"/>
                  </a:cubicBezTo>
                  <a:lnTo>
                    <a:pt x="0" y="53111"/>
                  </a:lnTo>
                  <a:lnTo>
                    <a:pt x="0" y="53111"/>
                  </a:lnTo>
                  <a:cubicBezTo>
                    <a:pt x="0" y="53111"/>
                    <a:pt x="0" y="54376"/>
                    <a:pt x="1265" y="54376"/>
                  </a:cubicBezTo>
                  <a:lnTo>
                    <a:pt x="2529" y="54376"/>
                  </a:lnTo>
                  <a:cubicBezTo>
                    <a:pt x="3794" y="55640"/>
                    <a:pt x="5059" y="55640"/>
                    <a:pt x="6323" y="54376"/>
                  </a:cubicBezTo>
                  <a:lnTo>
                    <a:pt x="16441" y="50582"/>
                  </a:lnTo>
                  <a:lnTo>
                    <a:pt x="113820" y="7587"/>
                  </a:lnTo>
                  <a:cubicBezTo>
                    <a:pt x="113820" y="6323"/>
                    <a:pt x="111290" y="7587"/>
                    <a:pt x="107496" y="6323"/>
                  </a:cubicBezTo>
                  <a:cubicBezTo>
                    <a:pt x="108761" y="6323"/>
                    <a:pt x="108761" y="6323"/>
                    <a:pt x="107496" y="6323"/>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13" name="Google Shape;613;p153"/>
            <p:cNvSpPr/>
            <p:nvPr/>
          </p:nvSpPr>
          <p:spPr>
            <a:xfrm>
              <a:off x="11610611" y="3317714"/>
              <a:ext cx="346517" cy="165656"/>
            </a:xfrm>
            <a:custGeom>
              <a:rect b="b" l="l" r="r" t="t"/>
              <a:pathLst>
                <a:path extrusionOk="0" h="165656" w="346517">
                  <a:moveTo>
                    <a:pt x="346517" y="5058"/>
                  </a:moveTo>
                  <a:lnTo>
                    <a:pt x="346517" y="5058"/>
                  </a:lnTo>
                  <a:cubicBezTo>
                    <a:pt x="346517" y="5058"/>
                    <a:pt x="346517" y="5058"/>
                    <a:pt x="346517" y="5058"/>
                  </a:cubicBezTo>
                  <a:lnTo>
                    <a:pt x="346517" y="5058"/>
                  </a:lnTo>
                  <a:lnTo>
                    <a:pt x="346517" y="5058"/>
                  </a:lnTo>
                  <a:lnTo>
                    <a:pt x="346517" y="2529"/>
                  </a:lnTo>
                  <a:lnTo>
                    <a:pt x="345253" y="2529"/>
                  </a:lnTo>
                  <a:cubicBezTo>
                    <a:pt x="343988" y="1265"/>
                    <a:pt x="342723" y="0"/>
                    <a:pt x="341459" y="0"/>
                  </a:cubicBezTo>
                  <a:lnTo>
                    <a:pt x="331341" y="5058"/>
                  </a:lnTo>
                  <a:lnTo>
                    <a:pt x="5059" y="154276"/>
                  </a:lnTo>
                  <a:lnTo>
                    <a:pt x="0" y="156805"/>
                  </a:lnTo>
                  <a:cubicBezTo>
                    <a:pt x="2529" y="155541"/>
                    <a:pt x="5059" y="156805"/>
                    <a:pt x="6323" y="159334"/>
                  </a:cubicBezTo>
                  <a:cubicBezTo>
                    <a:pt x="6323" y="159334"/>
                    <a:pt x="6323" y="159334"/>
                    <a:pt x="6323" y="159334"/>
                  </a:cubicBezTo>
                  <a:cubicBezTo>
                    <a:pt x="7588" y="161863"/>
                    <a:pt x="6323" y="164392"/>
                    <a:pt x="3794" y="165657"/>
                  </a:cubicBezTo>
                  <a:lnTo>
                    <a:pt x="343988" y="8852"/>
                  </a:lnTo>
                  <a:lnTo>
                    <a:pt x="343988" y="8852"/>
                  </a:lnTo>
                  <a:lnTo>
                    <a:pt x="343988" y="8852"/>
                  </a:lnTo>
                  <a:cubicBezTo>
                    <a:pt x="343988" y="8852"/>
                    <a:pt x="343988" y="8852"/>
                    <a:pt x="345253" y="7587"/>
                  </a:cubicBezTo>
                  <a:cubicBezTo>
                    <a:pt x="345253" y="7587"/>
                    <a:pt x="345253" y="7587"/>
                    <a:pt x="345253" y="6323"/>
                  </a:cubicBezTo>
                  <a:cubicBezTo>
                    <a:pt x="345253" y="6323"/>
                    <a:pt x="345253" y="6323"/>
                    <a:pt x="345253" y="5058"/>
                  </a:cubicBezTo>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14" name="Google Shape;614;p153"/>
            <p:cNvSpPr/>
            <p:nvPr/>
          </p:nvSpPr>
          <p:spPr>
            <a:xfrm>
              <a:off x="11408265" y="3570063"/>
              <a:ext cx="12646" cy="562"/>
            </a:xfrm>
            <a:custGeom>
              <a:rect b="b" l="l" r="r" t="t"/>
              <a:pathLst>
                <a:path extrusionOk="0" h="562" w="12646">
                  <a:moveTo>
                    <a:pt x="0" y="562"/>
                  </a:moveTo>
                  <a:lnTo>
                    <a:pt x="0" y="562"/>
                  </a:lnTo>
                  <a:lnTo>
                    <a:pt x="0" y="562"/>
                  </a:lnTo>
                  <a:cubicBezTo>
                    <a:pt x="0" y="-703"/>
                    <a:pt x="0" y="562"/>
                    <a:pt x="0" y="562"/>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15" name="Google Shape;615;p153"/>
            <p:cNvSpPr/>
            <p:nvPr/>
          </p:nvSpPr>
          <p:spPr>
            <a:xfrm>
              <a:off x="11409529" y="3568412"/>
              <a:ext cx="562" cy="948"/>
            </a:xfrm>
            <a:custGeom>
              <a:rect b="b" l="l" r="r" t="t"/>
              <a:pathLst>
                <a:path extrusionOk="0" h="948" w="562">
                  <a:moveTo>
                    <a:pt x="0" y="948"/>
                  </a:moveTo>
                  <a:lnTo>
                    <a:pt x="0" y="948"/>
                  </a:lnTo>
                  <a:cubicBezTo>
                    <a:pt x="0" y="-316"/>
                    <a:pt x="1265" y="-316"/>
                    <a:pt x="0" y="948"/>
                  </a:cubicBezTo>
                  <a:lnTo>
                    <a:pt x="0" y="948"/>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16" name="Google Shape;616;p153"/>
            <p:cNvSpPr/>
            <p:nvPr/>
          </p:nvSpPr>
          <p:spPr>
            <a:xfrm>
              <a:off x="11408265" y="3571890"/>
              <a:ext cx="12646" cy="12645"/>
            </a:xfrm>
            <a:custGeom>
              <a:rect b="b" l="l" r="r" t="t"/>
              <a:pathLst>
                <a:path extrusionOk="0" h="12645" w="12646">
                  <a:moveTo>
                    <a:pt x="0" y="0"/>
                  </a:moveTo>
                  <a:lnTo>
                    <a:pt x="0" y="0"/>
                  </a:lnTo>
                  <a:lnTo>
                    <a:pt x="0"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17" name="Google Shape;617;p153"/>
            <p:cNvSpPr/>
            <p:nvPr/>
          </p:nvSpPr>
          <p:spPr>
            <a:xfrm>
              <a:off x="11412059" y="3475287"/>
              <a:ext cx="206139" cy="100395"/>
            </a:xfrm>
            <a:custGeom>
              <a:rect b="b" l="l" r="r" t="t"/>
              <a:pathLst>
                <a:path extrusionOk="0" h="100395" w="206139">
                  <a:moveTo>
                    <a:pt x="206140" y="3025"/>
                  </a:moveTo>
                  <a:cubicBezTo>
                    <a:pt x="204875" y="496"/>
                    <a:pt x="202346" y="-769"/>
                    <a:pt x="199817" y="496"/>
                  </a:cubicBezTo>
                  <a:cubicBezTo>
                    <a:pt x="199817" y="496"/>
                    <a:pt x="199817" y="496"/>
                    <a:pt x="199817" y="496"/>
                  </a:cubicBezTo>
                  <a:lnTo>
                    <a:pt x="197287" y="1761"/>
                  </a:lnTo>
                  <a:lnTo>
                    <a:pt x="0" y="92809"/>
                  </a:lnTo>
                  <a:lnTo>
                    <a:pt x="0" y="92809"/>
                  </a:lnTo>
                  <a:cubicBezTo>
                    <a:pt x="0" y="92809"/>
                    <a:pt x="1265" y="92809"/>
                    <a:pt x="1265" y="92809"/>
                  </a:cubicBezTo>
                  <a:cubicBezTo>
                    <a:pt x="3794" y="92809"/>
                    <a:pt x="6323" y="94073"/>
                    <a:pt x="6323" y="96602"/>
                  </a:cubicBezTo>
                  <a:lnTo>
                    <a:pt x="6323" y="100396"/>
                  </a:lnTo>
                  <a:lnTo>
                    <a:pt x="12647" y="97867"/>
                  </a:lnTo>
                  <a:lnTo>
                    <a:pt x="203611" y="9348"/>
                  </a:lnTo>
                  <a:cubicBezTo>
                    <a:pt x="204875" y="8084"/>
                    <a:pt x="206140" y="5554"/>
                    <a:pt x="206140" y="3025"/>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18" name="Google Shape;618;p153"/>
            <p:cNvSpPr/>
            <p:nvPr/>
          </p:nvSpPr>
          <p:spPr>
            <a:xfrm>
              <a:off x="11952998" y="1398118"/>
              <a:ext cx="265915" cy="83460"/>
            </a:xfrm>
            <a:custGeom>
              <a:rect b="b" l="l" r="r" t="t"/>
              <a:pathLst>
                <a:path extrusionOk="0" h="83460" w="265915">
                  <a:moveTo>
                    <a:pt x="5395" y="0"/>
                  </a:moveTo>
                  <a:lnTo>
                    <a:pt x="4130" y="0"/>
                  </a:lnTo>
                  <a:cubicBezTo>
                    <a:pt x="2866" y="0"/>
                    <a:pt x="1601" y="1265"/>
                    <a:pt x="336" y="3794"/>
                  </a:cubicBezTo>
                  <a:cubicBezTo>
                    <a:pt x="-928" y="6323"/>
                    <a:pt x="1601" y="8852"/>
                    <a:pt x="4130" y="8852"/>
                  </a:cubicBezTo>
                  <a:lnTo>
                    <a:pt x="5395" y="8852"/>
                  </a:lnTo>
                  <a:lnTo>
                    <a:pt x="265915" y="83461"/>
                  </a:lnTo>
                  <a:lnTo>
                    <a:pt x="265915" y="74609"/>
                  </a:lnTo>
                  <a:lnTo>
                    <a:pt x="5395" y="0"/>
                  </a:lnTo>
                  <a:lnTo>
                    <a:pt x="5395"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19" name="Google Shape;619;p153"/>
            <p:cNvSpPr/>
            <p:nvPr/>
          </p:nvSpPr>
          <p:spPr>
            <a:xfrm>
              <a:off x="11649815" y="1922909"/>
              <a:ext cx="12646" cy="27820"/>
            </a:xfrm>
            <a:custGeom>
              <a:rect b="b" l="l" r="r" t="t"/>
              <a:pathLst>
                <a:path extrusionOk="0" h="27820" w="12646">
                  <a:moveTo>
                    <a:pt x="5059" y="3794"/>
                  </a:moveTo>
                  <a:cubicBezTo>
                    <a:pt x="2529" y="3794"/>
                    <a:pt x="0" y="2529"/>
                    <a:pt x="0" y="0"/>
                  </a:cubicBezTo>
                  <a:cubicBezTo>
                    <a:pt x="0" y="0"/>
                    <a:pt x="0" y="0"/>
                    <a:pt x="0" y="0"/>
                  </a:cubicBezTo>
                  <a:lnTo>
                    <a:pt x="1265" y="6323"/>
                  </a:lnTo>
                  <a:lnTo>
                    <a:pt x="3794" y="24026"/>
                  </a:lnTo>
                  <a:cubicBezTo>
                    <a:pt x="3794" y="26556"/>
                    <a:pt x="6323" y="27820"/>
                    <a:pt x="8853" y="27820"/>
                  </a:cubicBezTo>
                  <a:cubicBezTo>
                    <a:pt x="10117" y="27820"/>
                    <a:pt x="12647" y="26556"/>
                    <a:pt x="12647" y="25291"/>
                  </a:cubicBezTo>
                  <a:cubicBezTo>
                    <a:pt x="12647" y="24026"/>
                    <a:pt x="12647" y="24026"/>
                    <a:pt x="12647" y="22762"/>
                  </a:cubicBezTo>
                  <a:lnTo>
                    <a:pt x="10117" y="0"/>
                  </a:lnTo>
                  <a:cubicBezTo>
                    <a:pt x="8853" y="1264"/>
                    <a:pt x="7588" y="3794"/>
                    <a:pt x="5059" y="3794"/>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20" name="Google Shape;620;p153"/>
            <p:cNvSpPr/>
            <p:nvPr/>
          </p:nvSpPr>
          <p:spPr>
            <a:xfrm>
              <a:off x="11599229" y="1527103"/>
              <a:ext cx="59439" cy="399599"/>
            </a:xfrm>
            <a:custGeom>
              <a:rect b="b" l="l" r="r" t="t"/>
              <a:pathLst>
                <a:path extrusionOk="0" h="399599" w="59439">
                  <a:moveTo>
                    <a:pt x="55645" y="399600"/>
                  </a:moveTo>
                  <a:cubicBezTo>
                    <a:pt x="58175" y="399600"/>
                    <a:pt x="59439" y="397071"/>
                    <a:pt x="59439" y="394541"/>
                  </a:cubicBezTo>
                  <a:cubicBezTo>
                    <a:pt x="59439" y="394541"/>
                    <a:pt x="59439" y="394541"/>
                    <a:pt x="59439" y="394541"/>
                  </a:cubicBezTo>
                  <a:lnTo>
                    <a:pt x="59439" y="394541"/>
                  </a:lnTo>
                  <a:lnTo>
                    <a:pt x="8853" y="11381"/>
                  </a:lnTo>
                  <a:lnTo>
                    <a:pt x="7588" y="3794"/>
                  </a:lnTo>
                  <a:cubicBezTo>
                    <a:pt x="7588" y="2529"/>
                    <a:pt x="6323" y="0"/>
                    <a:pt x="3794" y="0"/>
                  </a:cubicBezTo>
                  <a:lnTo>
                    <a:pt x="2529" y="0"/>
                  </a:lnTo>
                  <a:lnTo>
                    <a:pt x="2529" y="0"/>
                  </a:lnTo>
                  <a:lnTo>
                    <a:pt x="1265" y="0"/>
                  </a:lnTo>
                  <a:lnTo>
                    <a:pt x="1265" y="0"/>
                  </a:lnTo>
                  <a:lnTo>
                    <a:pt x="1265" y="0"/>
                  </a:lnTo>
                  <a:cubicBezTo>
                    <a:pt x="1265" y="0"/>
                    <a:pt x="0" y="0"/>
                    <a:pt x="0" y="1265"/>
                  </a:cubicBezTo>
                  <a:lnTo>
                    <a:pt x="0" y="1265"/>
                  </a:lnTo>
                  <a:lnTo>
                    <a:pt x="0" y="1265"/>
                  </a:lnTo>
                  <a:lnTo>
                    <a:pt x="0" y="2529"/>
                  </a:lnTo>
                  <a:lnTo>
                    <a:pt x="0" y="2529"/>
                  </a:lnTo>
                  <a:lnTo>
                    <a:pt x="0" y="2529"/>
                  </a:lnTo>
                  <a:cubicBezTo>
                    <a:pt x="0" y="2529"/>
                    <a:pt x="0" y="2529"/>
                    <a:pt x="0" y="3794"/>
                  </a:cubicBezTo>
                  <a:lnTo>
                    <a:pt x="0" y="3794"/>
                  </a:lnTo>
                  <a:lnTo>
                    <a:pt x="51851" y="389483"/>
                  </a:lnTo>
                  <a:lnTo>
                    <a:pt x="51851" y="393277"/>
                  </a:lnTo>
                  <a:cubicBezTo>
                    <a:pt x="51851" y="395806"/>
                    <a:pt x="53116" y="398335"/>
                    <a:pt x="55645" y="399600"/>
                  </a:cubicBezTo>
                  <a:cubicBezTo>
                    <a:pt x="55645" y="399600"/>
                    <a:pt x="55645" y="399600"/>
                    <a:pt x="55645" y="399600"/>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21" name="Google Shape;621;p153"/>
            <p:cNvSpPr/>
            <p:nvPr/>
          </p:nvSpPr>
          <p:spPr>
            <a:xfrm>
              <a:off x="11256505" y="5490655"/>
              <a:ext cx="36675" cy="26121"/>
            </a:xfrm>
            <a:custGeom>
              <a:rect b="b" l="l" r="r" t="t"/>
              <a:pathLst>
                <a:path extrusionOk="0" h="26121" w="36675">
                  <a:moveTo>
                    <a:pt x="35410" y="8418"/>
                  </a:moveTo>
                  <a:lnTo>
                    <a:pt x="35410" y="8418"/>
                  </a:lnTo>
                  <a:lnTo>
                    <a:pt x="35410" y="8418"/>
                  </a:lnTo>
                  <a:lnTo>
                    <a:pt x="36675" y="7153"/>
                  </a:lnTo>
                  <a:lnTo>
                    <a:pt x="36675" y="5889"/>
                  </a:lnTo>
                  <a:lnTo>
                    <a:pt x="36675" y="4624"/>
                  </a:lnTo>
                  <a:cubicBezTo>
                    <a:pt x="36675" y="4624"/>
                    <a:pt x="36675" y="3360"/>
                    <a:pt x="36675" y="3360"/>
                  </a:cubicBezTo>
                  <a:cubicBezTo>
                    <a:pt x="36675" y="3360"/>
                    <a:pt x="36675" y="2095"/>
                    <a:pt x="36675" y="2095"/>
                  </a:cubicBezTo>
                  <a:cubicBezTo>
                    <a:pt x="35410" y="-434"/>
                    <a:pt x="32881" y="-434"/>
                    <a:pt x="30352" y="830"/>
                  </a:cubicBezTo>
                  <a:cubicBezTo>
                    <a:pt x="30352" y="830"/>
                    <a:pt x="30352" y="830"/>
                    <a:pt x="30352" y="830"/>
                  </a:cubicBezTo>
                  <a:lnTo>
                    <a:pt x="27823" y="2095"/>
                  </a:lnTo>
                  <a:lnTo>
                    <a:pt x="5059" y="14741"/>
                  </a:lnTo>
                  <a:lnTo>
                    <a:pt x="0" y="18534"/>
                  </a:lnTo>
                  <a:cubicBezTo>
                    <a:pt x="2529" y="17270"/>
                    <a:pt x="5059" y="18534"/>
                    <a:pt x="6323" y="19799"/>
                  </a:cubicBezTo>
                  <a:cubicBezTo>
                    <a:pt x="7588" y="22328"/>
                    <a:pt x="6323" y="24857"/>
                    <a:pt x="5059" y="26122"/>
                  </a:cubicBezTo>
                  <a:lnTo>
                    <a:pt x="34146" y="10947"/>
                  </a:lnTo>
                  <a:lnTo>
                    <a:pt x="35410" y="8418"/>
                  </a:lnTo>
                  <a:lnTo>
                    <a:pt x="35410" y="8418"/>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22" name="Google Shape;622;p153"/>
            <p:cNvSpPr/>
            <p:nvPr/>
          </p:nvSpPr>
          <p:spPr>
            <a:xfrm>
              <a:off x="10603940" y="5507925"/>
              <a:ext cx="658380" cy="365022"/>
            </a:xfrm>
            <a:custGeom>
              <a:rect b="b" l="l" r="r" t="t"/>
              <a:pathLst>
                <a:path extrusionOk="0" h="365022" w="658380">
                  <a:moveTo>
                    <a:pt x="657624" y="2529"/>
                  </a:moveTo>
                  <a:cubicBezTo>
                    <a:pt x="656359" y="0"/>
                    <a:pt x="653830" y="0"/>
                    <a:pt x="651301" y="0"/>
                  </a:cubicBezTo>
                  <a:cubicBezTo>
                    <a:pt x="651301" y="0"/>
                    <a:pt x="651301" y="0"/>
                    <a:pt x="651301" y="0"/>
                  </a:cubicBezTo>
                  <a:lnTo>
                    <a:pt x="648772" y="1265"/>
                  </a:lnTo>
                  <a:lnTo>
                    <a:pt x="2529" y="355340"/>
                  </a:lnTo>
                  <a:lnTo>
                    <a:pt x="2529" y="355340"/>
                  </a:lnTo>
                  <a:lnTo>
                    <a:pt x="1265" y="356605"/>
                  </a:lnTo>
                  <a:lnTo>
                    <a:pt x="0" y="356605"/>
                  </a:lnTo>
                  <a:lnTo>
                    <a:pt x="0" y="357869"/>
                  </a:lnTo>
                  <a:cubicBezTo>
                    <a:pt x="0" y="357869"/>
                    <a:pt x="0" y="357869"/>
                    <a:pt x="0" y="359134"/>
                  </a:cubicBezTo>
                  <a:cubicBezTo>
                    <a:pt x="0" y="359134"/>
                    <a:pt x="0" y="359134"/>
                    <a:pt x="0" y="360398"/>
                  </a:cubicBezTo>
                  <a:lnTo>
                    <a:pt x="0" y="360398"/>
                  </a:lnTo>
                  <a:lnTo>
                    <a:pt x="0" y="361663"/>
                  </a:lnTo>
                  <a:cubicBezTo>
                    <a:pt x="0" y="361663"/>
                    <a:pt x="0" y="362927"/>
                    <a:pt x="0" y="362927"/>
                  </a:cubicBezTo>
                  <a:cubicBezTo>
                    <a:pt x="1265" y="365457"/>
                    <a:pt x="3794" y="365457"/>
                    <a:pt x="6323" y="364192"/>
                  </a:cubicBezTo>
                  <a:lnTo>
                    <a:pt x="8853" y="362927"/>
                  </a:lnTo>
                  <a:lnTo>
                    <a:pt x="12647" y="360398"/>
                  </a:lnTo>
                  <a:lnTo>
                    <a:pt x="655095" y="7587"/>
                  </a:lnTo>
                  <a:cubicBezTo>
                    <a:pt x="658889" y="6323"/>
                    <a:pt x="658889" y="3794"/>
                    <a:pt x="657624" y="2529"/>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23" name="Google Shape;623;p153"/>
            <p:cNvSpPr/>
            <p:nvPr/>
          </p:nvSpPr>
          <p:spPr>
            <a:xfrm>
              <a:off x="9761675" y="4924965"/>
              <a:ext cx="16440" cy="40465"/>
            </a:xfrm>
            <a:custGeom>
              <a:rect b="b" l="l" r="r" t="t"/>
              <a:pathLst>
                <a:path extrusionOk="0" h="40465" w="16440">
                  <a:moveTo>
                    <a:pt x="11382" y="34143"/>
                  </a:moveTo>
                  <a:cubicBezTo>
                    <a:pt x="13911" y="34143"/>
                    <a:pt x="16441" y="35407"/>
                    <a:pt x="16441" y="37937"/>
                  </a:cubicBezTo>
                  <a:lnTo>
                    <a:pt x="8853" y="3794"/>
                  </a:lnTo>
                  <a:cubicBezTo>
                    <a:pt x="8853" y="1265"/>
                    <a:pt x="6323" y="0"/>
                    <a:pt x="3794" y="0"/>
                  </a:cubicBezTo>
                  <a:cubicBezTo>
                    <a:pt x="3794" y="0"/>
                    <a:pt x="3794" y="0"/>
                    <a:pt x="3794" y="0"/>
                  </a:cubicBezTo>
                  <a:cubicBezTo>
                    <a:pt x="1265" y="0"/>
                    <a:pt x="0" y="2529"/>
                    <a:pt x="0" y="5058"/>
                  </a:cubicBezTo>
                  <a:lnTo>
                    <a:pt x="1265" y="11381"/>
                  </a:lnTo>
                  <a:lnTo>
                    <a:pt x="6323" y="36672"/>
                  </a:lnTo>
                  <a:lnTo>
                    <a:pt x="7588" y="40466"/>
                  </a:lnTo>
                  <a:cubicBezTo>
                    <a:pt x="7588" y="36672"/>
                    <a:pt x="8853" y="34143"/>
                    <a:pt x="11382" y="34143"/>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24" name="Google Shape;624;p153"/>
            <p:cNvSpPr/>
            <p:nvPr/>
          </p:nvSpPr>
          <p:spPr>
            <a:xfrm>
              <a:off x="9770528" y="4959108"/>
              <a:ext cx="56909" cy="228884"/>
            </a:xfrm>
            <a:custGeom>
              <a:rect b="b" l="l" r="r" t="t"/>
              <a:pathLst>
                <a:path extrusionOk="0" h="228884" w="56909">
                  <a:moveTo>
                    <a:pt x="53116" y="228884"/>
                  </a:moveTo>
                  <a:cubicBezTo>
                    <a:pt x="55645" y="228884"/>
                    <a:pt x="56910" y="226355"/>
                    <a:pt x="56910" y="223826"/>
                  </a:cubicBezTo>
                  <a:cubicBezTo>
                    <a:pt x="56910" y="223826"/>
                    <a:pt x="56910" y="223826"/>
                    <a:pt x="56910" y="223826"/>
                  </a:cubicBezTo>
                  <a:lnTo>
                    <a:pt x="56910" y="222562"/>
                  </a:lnTo>
                  <a:lnTo>
                    <a:pt x="8853" y="3794"/>
                  </a:lnTo>
                  <a:cubicBezTo>
                    <a:pt x="8853" y="1264"/>
                    <a:pt x="6323" y="0"/>
                    <a:pt x="3794" y="0"/>
                  </a:cubicBezTo>
                  <a:cubicBezTo>
                    <a:pt x="1265" y="0"/>
                    <a:pt x="0" y="2529"/>
                    <a:pt x="0" y="5058"/>
                  </a:cubicBezTo>
                  <a:lnTo>
                    <a:pt x="1265" y="11381"/>
                  </a:lnTo>
                  <a:lnTo>
                    <a:pt x="49322" y="226355"/>
                  </a:lnTo>
                  <a:cubicBezTo>
                    <a:pt x="48057" y="227620"/>
                    <a:pt x="50586" y="228884"/>
                    <a:pt x="53116" y="228884"/>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25" name="Google Shape;625;p153"/>
            <p:cNvSpPr/>
            <p:nvPr/>
          </p:nvSpPr>
          <p:spPr>
            <a:xfrm>
              <a:off x="10348478" y="4954818"/>
              <a:ext cx="157648" cy="85221"/>
            </a:xfrm>
            <a:custGeom>
              <a:rect b="b" l="l" r="r" t="t"/>
              <a:pathLst>
                <a:path extrusionOk="0" h="85221" w="157648">
                  <a:moveTo>
                    <a:pt x="156818" y="3025"/>
                  </a:moveTo>
                  <a:cubicBezTo>
                    <a:pt x="155553" y="496"/>
                    <a:pt x="153024" y="-769"/>
                    <a:pt x="150495" y="496"/>
                  </a:cubicBezTo>
                  <a:lnTo>
                    <a:pt x="142907" y="4290"/>
                  </a:lnTo>
                  <a:lnTo>
                    <a:pt x="5059" y="73841"/>
                  </a:lnTo>
                  <a:lnTo>
                    <a:pt x="0" y="76369"/>
                  </a:lnTo>
                  <a:cubicBezTo>
                    <a:pt x="2529" y="75105"/>
                    <a:pt x="5059" y="76369"/>
                    <a:pt x="6323" y="78899"/>
                  </a:cubicBezTo>
                  <a:cubicBezTo>
                    <a:pt x="7588" y="81428"/>
                    <a:pt x="6323" y="83957"/>
                    <a:pt x="3794" y="85222"/>
                  </a:cubicBezTo>
                  <a:lnTo>
                    <a:pt x="155553" y="9348"/>
                  </a:lnTo>
                  <a:cubicBezTo>
                    <a:pt x="158083" y="8084"/>
                    <a:pt x="158083" y="5554"/>
                    <a:pt x="156818" y="3025"/>
                  </a:cubicBezTo>
                  <a:cubicBezTo>
                    <a:pt x="156818" y="3025"/>
                    <a:pt x="156818" y="3025"/>
                    <a:pt x="156818" y="3025"/>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26" name="Google Shape;626;p153"/>
            <p:cNvSpPr/>
            <p:nvPr/>
          </p:nvSpPr>
          <p:spPr>
            <a:xfrm>
              <a:off x="10206340" y="5030691"/>
              <a:ext cx="148935" cy="79394"/>
            </a:xfrm>
            <a:custGeom>
              <a:rect b="b" l="l" r="r" t="t"/>
              <a:pathLst>
                <a:path extrusionOk="0" h="79394" w="148935">
                  <a:moveTo>
                    <a:pt x="148462" y="3025"/>
                  </a:moveTo>
                  <a:cubicBezTo>
                    <a:pt x="147197" y="496"/>
                    <a:pt x="144668" y="-769"/>
                    <a:pt x="142138" y="496"/>
                  </a:cubicBezTo>
                  <a:cubicBezTo>
                    <a:pt x="142138" y="496"/>
                    <a:pt x="142138" y="496"/>
                    <a:pt x="142138" y="496"/>
                  </a:cubicBezTo>
                  <a:lnTo>
                    <a:pt x="138344" y="1761"/>
                  </a:lnTo>
                  <a:lnTo>
                    <a:pt x="8084" y="67518"/>
                  </a:lnTo>
                  <a:lnTo>
                    <a:pt x="3025" y="70047"/>
                  </a:lnTo>
                  <a:cubicBezTo>
                    <a:pt x="496" y="71311"/>
                    <a:pt x="-769" y="73841"/>
                    <a:pt x="496" y="76369"/>
                  </a:cubicBezTo>
                  <a:cubicBezTo>
                    <a:pt x="1761" y="78899"/>
                    <a:pt x="4290" y="80163"/>
                    <a:pt x="6819" y="78899"/>
                  </a:cubicBezTo>
                  <a:lnTo>
                    <a:pt x="144668" y="9348"/>
                  </a:lnTo>
                  <a:cubicBezTo>
                    <a:pt x="148462" y="9348"/>
                    <a:pt x="149726" y="5554"/>
                    <a:pt x="148462" y="3025"/>
                  </a:cubicBezTo>
                  <a:cubicBezTo>
                    <a:pt x="148462" y="4290"/>
                    <a:pt x="148462" y="4290"/>
                    <a:pt x="148462" y="3025"/>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27" name="Google Shape;627;p153"/>
            <p:cNvSpPr/>
            <p:nvPr/>
          </p:nvSpPr>
          <p:spPr>
            <a:xfrm>
              <a:off x="9843878" y="5244401"/>
              <a:ext cx="87757" cy="49813"/>
            </a:xfrm>
            <a:custGeom>
              <a:rect b="b" l="l" r="r" t="t"/>
              <a:pathLst>
                <a:path extrusionOk="0" h="49813" w="87757">
                  <a:moveTo>
                    <a:pt x="87262" y="3025"/>
                  </a:moveTo>
                  <a:cubicBezTo>
                    <a:pt x="85997" y="496"/>
                    <a:pt x="83468" y="-768"/>
                    <a:pt x="80938" y="496"/>
                  </a:cubicBezTo>
                  <a:cubicBezTo>
                    <a:pt x="80938" y="496"/>
                    <a:pt x="80938" y="496"/>
                    <a:pt x="80938" y="496"/>
                  </a:cubicBezTo>
                  <a:lnTo>
                    <a:pt x="73350" y="4290"/>
                  </a:lnTo>
                  <a:lnTo>
                    <a:pt x="5059" y="38433"/>
                  </a:lnTo>
                  <a:lnTo>
                    <a:pt x="0" y="40962"/>
                  </a:lnTo>
                  <a:cubicBezTo>
                    <a:pt x="2529" y="39697"/>
                    <a:pt x="5059" y="40962"/>
                    <a:pt x="6323" y="43491"/>
                  </a:cubicBezTo>
                  <a:cubicBezTo>
                    <a:pt x="6323" y="43491"/>
                    <a:pt x="6323" y="43491"/>
                    <a:pt x="6323" y="43491"/>
                  </a:cubicBezTo>
                  <a:cubicBezTo>
                    <a:pt x="7588" y="46020"/>
                    <a:pt x="6323" y="48549"/>
                    <a:pt x="3794" y="49814"/>
                  </a:cubicBezTo>
                  <a:cubicBezTo>
                    <a:pt x="3794" y="49814"/>
                    <a:pt x="3794" y="49814"/>
                    <a:pt x="3794" y="49814"/>
                  </a:cubicBezTo>
                  <a:lnTo>
                    <a:pt x="84732" y="9348"/>
                  </a:lnTo>
                  <a:cubicBezTo>
                    <a:pt x="87262" y="8083"/>
                    <a:pt x="88526" y="5554"/>
                    <a:pt x="87262" y="3025"/>
                  </a:cubicBezTo>
                  <a:cubicBezTo>
                    <a:pt x="87262" y="3025"/>
                    <a:pt x="87262" y="3025"/>
                    <a:pt x="87262" y="3025"/>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28" name="Google Shape;628;p153"/>
            <p:cNvSpPr/>
            <p:nvPr/>
          </p:nvSpPr>
          <p:spPr>
            <a:xfrm>
              <a:off x="9743970" y="5284867"/>
              <a:ext cx="107992" cy="59614"/>
            </a:xfrm>
            <a:custGeom>
              <a:rect b="b" l="l" r="r" t="t"/>
              <a:pathLst>
                <a:path extrusionOk="0" h="59614" w="107992">
                  <a:moveTo>
                    <a:pt x="0" y="57401"/>
                  </a:moveTo>
                  <a:lnTo>
                    <a:pt x="0" y="57401"/>
                  </a:lnTo>
                  <a:lnTo>
                    <a:pt x="0" y="57401"/>
                  </a:lnTo>
                  <a:lnTo>
                    <a:pt x="1265" y="58666"/>
                  </a:lnTo>
                  <a:cubicBezTo>
                    <a:pt x="2529" y="59930"/>
                    <a:pt x="5059" y="59930"/>
                    <a:pt x="6323" y="58666"/>
                  </a:cubicBezTo>
                  <a:lnTo>
                    <a:pt x="13911" y="54872"/>
                  </a:lnTo>
                  <a:lnTo>
                    <a:pt x="104967" y="9348"/>
                  </a:lnTo>
                  <a:cubicBezTo>
                    <a:pt x="107496" y="8084"/>
                    <a:pt x="108761" y="5554"/>
                    <a:pt x="107496" y="3025"/>
                  </a:cubicBezTo>
                  <a:cubicBezTo>
                    <a:pt x="107496" y="3025"/>
                    <a:pt x="107496" y="3025"/>
                    <a:pt x="107496" y="3025"/>
                  </a:cubicBezTo>
                  <a:cubicBezTo>
                    <a:pt x="106232" y="496"/>
                    <a:pt x="103702" y="-769"/>
                    <a:pt x="101173" y="496"/>
                  </a:cubicBezTo>
                  <a:cubicBezTo>
                    <a:pt x="101173" y="496"/>
                    <a:pt x="101173" y="496"/>
                    <a:pt x="101173" y="496"/>
                  </a:cubicBezTo>
                  <a:lnTo>
                    <a:pt x="97379" y="1761"/>
                  </a:lnTo>
                  <a:lnTo>
                    <a:pt x="2529" y="49814"/>
                  </a:lnTo>
                  <a:lnTo>
                    <a:pt x="2529" y="49814"/>
                  </a:lnTo>
                  <a:lnTo>
                    <a:pt x="2529" y="49814"/>
                  </a:lnTo>
                  <a:lnTo>
                    <a:pt x="2529" y="49814"/>
                  </a:lnTo>
                  <a:lnTo>
                    <a:pt x="2529" y="49814"/>
                  </a:lnTo>
                  <a:lnTo>
                    <a:pt x="2529" y="51078"/>
                  </a:lnTo>
                  <a:lnTo>
                    <a:pt x="2529" y="51078"/>
                  </a:lnTo>
                  <a:lnTo>
                    <a:pt x="2529" y="52343"/>
                  </a:lnTo>
                  <a:lnTo>
                    <a:pt x="2529" y="52343"/>
                  </a:lnTo>
                  <a:cubicBezTo>
                    <a:pt x="2529" y="52343"/>
                    <a:pt x="2529" y="52343"/>
                    <a:pt x="2529" y="53608"/>
                  </a:cubicBezTo>
                  <a:cubicBezTo>
                    <a:pt x="2529" y="53608"/>
                    <a:pt x="2529" y="54872"/>
                    <a:pt x="2529" y="54872"/>
                  </a:cubicBezTo>
                  <a:cubicBezTo>
                    <a:pt x="2529" y="54872"/>
                    <a:pt x="2529" y="54872"/>
                    <a:pt x="2529" y="56137"/>
                  </a:cubicBezTo>
                  <a:cubicBezTo>
                    <a:pt x="2529" y="57401"/>
                    <a:pt x="0" y="57401"/>
                    <a:pt x="0" y="57401"/>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29" name="Google Shape;629;p153"/>
            <p:cNvSpPr/>
            <p:nvPr/>
          </p:nvSpPr>
          <p:spPr>
            <a:xfrm>
              <a:off x="11514496" y="1973491"/>
              <a:ext cx="31616" cy="174508"/>
            </a:xfrm>
            <a:custGeom>
              <a:rect b="b" l="l" r="r" t="t"/>
              <a:pathLst>
                <a:path extrusionOk="0" h="174508" w="31616">
                  <a:moveTo>
                    <a:pt x="5059" y="5058"/>
                  </a:moveTo>
                  <a:cubicBezTo>
                    <a:pt x="2529" y="5058"/>
                    <a:pt x="0" y="3794"/>
                    <a:pt x="0" y="1264"/>
                  </a:cubicBezTo>
                  <a:cubicBezTo>
                    <a:pt x="0" y="1264"/>
                    <a:pt x="0" y="1264"/>
                    <a:pt x="0" y="1264"/>
                  </a:cubicBezTo>
                  <a:lnTo>
                    <a:pt x="22764" y="170715"/>
                  </a:lnTo>
                  <a:cubicBezTo>
                    <a:pt x="22764" y="173244"/>
                    <a:pt x="25293" y="174509"/>
                    <a:pt x="27823" y="174509"/>
                  </a:cubicBezTo>
                  <a:cubicBezTo>
                    <a:pt x="30352" y="174509"/>
                    <a:pt x="31617" y="171980"/>
                    <a:pt x="31617" y="169450"/>
                  </a:cubicBezTo>
                  <a:lnTo>
                    <a:pt x="31617" y="166921"/>
                  </a:lnTo>
                  <a:lnTo>
                    <a:pt x="8853" y="3794"/>
                  </a:lnTo>
                  <a:lnTo>
                    <a:pt x="8853" y="0"/>
                  </a:lnTo>
                  <a:cubicBezTo>
                    <a:pt x="8853" y="2529"/>
                    <a:pt x="7588" y="5058"/>
                    <a:pt x="5059" y="5058"/>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30" name="Google Shape;630;p153"/>
            <p:cNvSpPr/>
            <p:nvPr/>
          </p:nvSpPr>
          <p:spPr>
            <a:xfrm>
              <a:off x="11274211" y="241049"/>
              <a:ext cx="247873" cy="1737500"/>
            </a:xfrm>
            <a:custGeom>
              <a:rect b="b" l="l" r="r" t="t"/>
              <a:pathLst>
                <a:path extrusionOk="0" h="1737500" w="247873">
                  <a:moveTo>
                    <a:pt x="5059" y="0"/>
                  </a:moveTo>
                  <a:lnTo>
                    <a:pt x="5059" y="0"/>
                  </a:lnTo>
                  <a:cubicBezTo>
                    <a:pt x="1265" y="0"/>
                    <a:pt x="0" y="2529"/>
                    <a:pt x="0" y="5058"/>
                  </a:cubicBezTo>
                  <a:lnTo>
                    <a:pt x="1265" y="10116"/>
                  </a:lnTo>
                  <a:lnTo>
                    <a:pt x="239021" y="1733706"/>
                  </a:lnTo>
                  <a:cubicBezTo>
                    <a:pt x="239021" y="1736235"/>
                    <a:pt x="241550" y="1737500"/>
                    <a:pt x="244080" y="1737500"/>
                  </a:cubicBezTo>
                  <a:cubicBezTo>
                    <a:pt x="244080" y="1737500"/>
                    <a:pt x="244080" y="1737500"/>
                    <a:pt x="244080" y="1737500"/>
                  </a:cubicBezTo>
                  <a:cubicBezTo>
                    <a:pt x="246609" y="1737500"/>
                    <a:pt x="247874" y="1734971"/>
                    <a:pt x="247874" y="1732442"/>
                  </a:cubicBezTo>
                  <a:lnTo>
                    <a:pt x="246609" y="1726119"/>
                  </a:lnTo>
                  <a:lnTo>
                    <a:pt x="10117" y="3794"/>
                  </a:lnTo>
                  <a:lnTo>
                    <a:pt x="10117" y="3794"/>
                  </a:lnTo>
                  <a:lnTo>
                    <a:pt x="10117" y="3794"/>
                  </a:lnTo>
                  <a:lnTo>
                    <a:pt x="10117" y="2529"/>
                  </a:lnTo>
                  <a:lnTo>
                    <a:pt x="10117" y="2529"/>
                  </a:lnTo>
                  <a:lnTo>
                    <a:pt x="10117" y="2529"/>
                  </a:lnTo>
                  <a:lnTo>
                    <a:pt x="8853" y="1265"/>
                  </a:lnTo>
                  <a:lnTo>
                    <a:pt x="8853" y="1265"/>
                  </a:lnTo>
                  <a:lnTo>
                    <a:pt x="8853" y="1265"/>
                  </a:lnTo>
                  <a:lnTo>
                    <a:pt x="7588" y="1265"/>
                  </a:lnTo>
                  <a:lnTo>
                    <a:pt x="6323" y="1265"/>
                  </a:lnTo>
                  <a:lnTo>
                    <a:pt x="6323" y="1265"/>
                  </a:lnTo>
                  <a:lnTo>
                    <a:pt x="5059"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31" name="Google Shape;631;p153"/>
            <p:cNvSpPr/>
            <p:nvPr/>
          </p:nvSpPr>
          <p:spPr>
            <a:xfrm>
              <a:off x="11614404" y="4942668"/>
              <a:ext cx="58174" cy="349017"/>
            </a:xfrm>
            <a:custGeom>
              <a:rect b="b" l="l" r="r" t="t"/>
              <a:pathLst>
                <a:path extrusionOk="0" h="349017" w="58174">
                  <a:moveTo>
                    <a:pt x="5059" y="6323"/>
                  </a:moveTo>
                  <a:cubicBezTo>
                    <a:pt x="2529" y="6323"/>
                    <a:pt x="0" y="5058"/>
                    <a:pt x="0" y="2529"/>
                  </a:cubicBezTo>
                  <a:cubicBezTo>
                    <a:pt x="0" y="2529"/>
                    <a:pt x="0" y="2529"/>
                    <a:pt x="0" y="2529"/>
                  </a:cubicBezTo>
                  <a:lnTo>
                    <a:pt x="0" y="5058"/>
                  </a:lnTo>
                  <a:lnTo>
                    <a:pt x="50586" y="341430"/>
                  </a:lnTo>
                  <a:lnTo>
                    <a:pt x="50586" y="345224"/>
                  </a:lnTo>
                  <a:cubicBezTo>
                    <a:pt x="50586" y="347753"/>
                    <a:pt x="53116" y="349018"/>
                    <a:pt x="55645" y="349018"/>
                  </a:cubicBezTo>
                  <a:cubicBezTo>
                    <a:pt x="55645" y="349018"/>
                    <a:pt x="55645" y="349018"/>
                    <a:pt x="55645" y="349018"/>
                  </a:cubicBezTo>
                  <a:cubicBezTo>
                    <a:pt x="55645" y="349018"/>
                    <a:pt x="56910" y="349018"/>
                    <a:pt x="56910" y="349018"/>
                  </a:cubicBezTo>
                  <a:lnTo>
                    <a:pt x="58175" y="347753"/>
                  </a:lnTo>
                  <a:lnTo>
                    <a:pt x="58175" y="347753"/>
                  </a:lnTo>
                  <a:cubicBezTo>
                    <a:pt x="58175" y="347753"/>
                    <a:pt x="58175" y="347753"/>
                    <a:pt x="58175" y="346488"/>
                  </a:cubicBezTo>
                  <a:cubicBezTo>
                    <a:pt x="58175" y="346488"/>
                    <a:pt x="58175" y="346488"/>
                    <a:pt x="58175" y="345224"/>
                  </a:cubicBezTo>
                  <a:cubicBezTo>
                    <a:pt x="58175" y="345224"/>
                    <a:pt x="58175" y="345224"/>
                    <a:pt x="58175" y="343959"/>
                  </a:cubicBezTo>
                  <a:cubicBezTo>
                    <a:pt x="58175" y="343959"/>
                    <a:pt x="58175" y="342695"/>
                    <a:pt x="58175" y="342695"/>
                  </a:cubicBezTo>
                  <a:lnTo>
                    <a:pt x="58175" y="342695"/>
                  </a:lnTo>
                  <a:lnTo>
                    <a:pt x="58175" y="340166"/>
                  </a:lnTo>
                  <a:lnTo>
                    <a:pt x="7588" y="0"/>
                  </a:lnTo>
                  <a:cubicBezTo>
                    <a:pt x="7588" y="3794"/>
                    <a:pt x="6323" y="6323"/>
                    <a:pt x="5059" y="6323"/>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32" name="Google Shape;632;p153"/>
            <p:cNvSpPr/>
            <p:nvPr/>
          </p:nvSpPr>
          <p:spPr>
            <a:xfrm>
              <a:off x="11613140" y="4937610"/>
              <a:ext cx="10117" cy="11380"/>
            </a:xfrm>
            <a:custGeom>
              <a:rect b="b" l="l" r="r" t="t"/>
              <a:pathLst>
                <a:path extrusionOk="0" h="11380" w="10117">
                  <a:moveTo>
                    <a:pt x="5059" y="5058"/>
                  </a:moveTo>
                  <a:cubicBezTo>
                    <a:pt x="2529" y="5058"/>
                    <a:pt x="0" y="3794"/>
                    <a:pt x="0" y="1265"/>
                  </a:cubicBezTo>
                  <a:cubicBezTo>
                    <a:pt x="0" y="1265"/>
                    <a:pt x="0" y="1265"/>
                    <a:pt x="0" y="1265"/>
                  </a:cubicBezTo>
                  <a:lnTo>
                    <a:pt x="1265" y="7587"/>
                  </a:lnTo>
                  <a:cubicBezTo>
                    <a:pt x="1265" y="10116"/>
                    <a:pt x="3794" y="11381"/>
                    <a:pt x="6323" y="11381"/>
                  </a:cubicBezTo>
                  <a:cubicBezTo>
                    <a:pt x="6323" y="11381"/>
                    <a:pt x="6323" y="11381"/>
                    <a:pt x="6323" y="11381"/>
                  </a:cubicBezTo>
                  <a:cubicBezTo>
                    <a:pt x="8853" y="11381"/>
                    <a:pt x="10117" y="8852"/>
                    <a:pt x="10117" y="6323"/>
                  </a:cubicBezTo>
                  <a:lnTo>
                    <a:pt x="8853" y="0"/>
                  </a:lnTo>
                  <a:lnTo>
                    <a:pt x="8853" y="0"/>
                  </a:lnTo>
                  <a:cubicBezTo>
                    <a:pt x="10117" y="2529"/>
                    <a:pt x="7588" y="5058"/>
                    <a:pt x="5059" y="5058"/>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33" name="Google Shape;633;p153"/>
            <p:cNvSpPr/>
            <p:nvPr/>
          </p:nvSpPr>
          <p:spPr>
            <a:xfrm>
              <a:off x="11610611" y="4917377"/>
              <a:ext cx="12646" cy="25291"/>
            </a:xfrm>
            <a:custGeom>
              <a:rect b="b" l="l" r="r" t="t"/>
              <a:pathLst>
                <a:path extrusionOk="0" h="25291" w="12646">
                  <a:moveTo>
                    <a:pt x="5059" y="5058"/>
                  </a:moveTo>
                  <a:cubicBezTo>
                    <a:pt x="2529" y="5058"/>
                    <a:pt x="0" y="3794"/>
                    <a:pt x="0" y="1265"/>
                  </a:cubicBezTo>
                  <a:cubicBezTo>
                    <a:pt x="0" y="1265"/>
                    <a:pt x="0" y="1265"/>
                    <a:pt x="0" y="1265"/>
                  </a:cubicBezTo>
                  <a:lnTo>
                    <a:pt x="0" y="1265"/>
                  </a:lnTo>
                  <a:lnTo>
                    <a:pt x="1265" y="7587"/>
                  </a:lnTo>
                  <a:lnTo>
                    <a:pt x="2529" y="12646"/>
                  </a:lnTo>
                  <a:lnTo>
                    <a:pt x="3794" y="18968"/>
                  </a:lnTo>
                  <a:lnTo>
                    <a:pt x="3794" y="21498"/>
                  </a:lnTo>
                  <a:lnTo>
                    <a:pt x="3794" y="21498"/>
                  </a:lnTo>
                  <a:cubicBezTo>
                    <a:pt x="3794" y="24026"/>
                    <a:pt x="6323" y="25291"/>
                    <a:pt x="8853" y="25291"/>
                  </a:cubicBezTo>
                  <a:cubicBezTo>
                    <a:pt x="8853" y="25291"/>
                    <a:pt x="8853" y="25291"/>
                    <a:pt x="8853" y="25291"/>
                  </a:cubicBezTo>
                  <a:cubicBezTo>
                    <a:pt x="11382" y="25291"/>
                    <a:pt x="12647" y="22762"/>
                    <a:pt x="12647" y="20233"/>
                  </a:cubicBezTo>
                  <a:lnTo>
                    <a:pt x="12647" y="20233"/>
                  </a:lnTo>
                  <a:lnTo>
                    <a:pt x="10117" y="0"/>
                  </a:lnTo>
                  <a:lnTo>
                    <a:pt x="10117" y="0"/>
                  </a:lnTo>
                  <a:cubicBezTo>
                    <a:pt x="8853" y="2529"/>
                    <a:pt x="7588" y="5058"/>
                    <a:pt x="5059" y="5058"/>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34" name="Google Shape;634;p153"/>
            <p:cNvSpPr/>
            <p:nvPr/>
          </p:nvSpPr>
          <p:spPr>
            <a:xfrm>
              <a:off x="11734547" y="3083771"/>
              <a:ext cx="437573" cy="187154"/>
            </a:xfrm>
            <a:custGeom>
              <a:rect b="b" l="l" r="r" t="t"/>
              <a:pathLst>
                <a:path extrusionOk="0" h="187154" w="437573">
                  <a:moveTo>
                    <a:pt x="1265" y="0"/>
                  </a:moveTo>
                  <a:lnTo>
                    <a:pt x="1265" y="0"/>
                  </a:lnTo>
                  <a:cubicBezTo>
                    <a:pt x="2529" y="0"/>
                    <a:pt x="3794" y="1265"/>
                    <a:pt x="3794" y="2529"/>
                  </a:cubicBezTo>
                  <a:cubicBezTo>
                    <a:pt x="5059" y="5058"/>
                    <a:pt x="3794" y="7587"/>
                    <a:pt x="1265" y="8852"/>
                  </a:cubicBezTo>
                  <a:cubicBezTo>
                    <a:pt x="1265" y="8852"/>
                    <a:pt x="1265" y="8852"/>
                    <a:pt x="1265" y="8852"/>
                  </a:cubicBezTo>
                  <a:lnTo>
                    <a:pt x="0" y="10116"/>
                  </a:lnTo>
                  <a:lnTo>
                    <a:pt x="435044" y="187154"/>
                  </a:lnTo>
                  <a:cubicBezTo>
                    <a:pt x="432514" y="185890"/>
                    <a:pt x="431250" y="183361"/>
                    <a:pt x="432514" y="180832"/>
                  </a:cubicBezTo>
                  <a:cubicBezTo>
                    <a:pt x="432514" y="180832"/>
                    <a:pt x="432514" y="180832"/>
                    <a:pt x="432514" y="180832"/>
                  </a:cubicBezTo>
                  <a:cubicBezTo>
                    <a:pt x="433779" y="178302"/>
                    <a:pt x="436308" y="177038"/>
                    <a:pt x="437573" y="178302"/>
                  </a:cubicBezTo>
                  <a:cubicBezTo>
                    <a:pt x="437573" y="178302"/>
                    <a:pt x="437573" y="178302"/>
                    <a:pt x="437573" y="178302"/>
                  </a:cubicBezTo>
                  <a:lnTo>
                    <a:pt x="429985" y="175773"/>
                  </a:lnTo>
                  <a:lnTo>
                    <a:pt x="1265" y="0"/>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35" name="Google Shape;635;p153"/>
            <p:cNvSpPr/>
            <p:nvPr/>
          </p:nvSpPr>
          <p:spPr>
            <a:xfrm>
              <a:off x="12165301" y="3261577"/>
              <a:ext cx="52347" cy="29580"/>
            </a:xfrm>
            <a:custGeom>
              <a:rect b="b" l="l" r="r" t="t"/>
              <a:pathLst>
                <a:path extrusionOk="0" h="29580" w="52347">
                  <a:moveTo>
                    <a:pt x="6819" y="496"/>
                  </a:moveTo>
                  <a:cubicBezTo>
                    <a:pt x="4290" y="-769"/>
                    <a:pt x="1761" y="496"/>
                    <a:pt x="496" y="3025"/>
                  </a:cubicBezTo>
                  <a:cubicBezTo>
                    <a:pt x="496" y="3025"/>
                    <a:pt x="496" y="3025"/>
                    <a:pt x="496" y="3025"/>
                  </a:cubicBezTo>
                  <a:cubicBezTo>
                    <a:pt x="-769" y="5554"/>
                    <a:pt x="496" y="8084"/>
                    <a:pt x="3026" y="9348"/>
                  </a:cubicBezTo>
                  <a:cubicBezTo>
                    <a:pt x="3026" y="9348"/>
                    <a:pt x="3026" y="9348"/>
                    <a:pt x="3026" y="9348"/>
                  </a:cubicBezTo>
                  <a:lnTo>
                    <a:pt x="52347" y="29581"/>
                  </a:lnTo>
                  <a:lnTo>
                    <a:pt x="52347" y="19464"/>
                  </a:lnTo>
                  <a:lnTo>
                    <a:pt x="9349" y="1761"/>
                  </a:lnTo>
                  <a:lnTo>
                    <a:pt x="6819" y="496"/>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36" name="Google Shape;636;p153"/>
            <p:cNvSpPr/>
            <p:nvPr/>
          </p:nvSpPr>
          <p:spPr>
            <a:xfrm>
              <a:off x="11604287" y="4875647"/>
              <a:ext cx="15175" cy="46788"/>
            </a:xfrm>
            <a:custGeom>
              <a:rect b="b" l="l" r="r" t="t"/>
              <a:pathLst>
                <a:path extrusionOk="0" h="46788" w="15175">
                  <a:moveTo>
                    <a:pt x="5059" y="5058"/>
                  </a:moveTo>
                  <a:cubicBezTo>
                    <a:pt x="2529" y="5058"/>
                    <a:pt x="0" y="3794"/>
                    <a:pt x="0" y="1265"/>
                  </a:cubicBezTo>
                  <a:lnTo>
                    <a:pt x="1265" y="7587"/>
                  </a:lnTo>
                  <a:lnTo>
                    <a:pt x="6323" y="39201"/>
                  </a:lnTo>
                  <a:lnTo>
                    <a:pt x="6323" y="42995"/>
                  </a:lnTo>
                  <a:lnTo>
                    <a:pt x="6323" y="42995"/>
                  </a:lnTo>
                  <a:cubicBezTo>
                    <a:pt x="6323" y="45524"/>
                    <a:pt x="8853" y="46788"/>
                    <a:pt x="11382" y="46788"/>
                  </a:cubicBezTo>
                  <a:cubicBezTo>
                    <a:pt x="11382" y="46788"/>
                    <a:pt x="11382" y="46788"/>
                    <a:pt x="11382" y="46788"/>
                  </a:cubicBezTo>
                  <a:cubicBezTo>
                    <a:pt x="13911" y="46788"/>
                    <a:pt x="15176" y="44259"/>
                    <a:pt x="15176" y="41730"/>
                  </a:cubicBezTo>
                  <a:lnTo>
                    <a:pt x="15176" y="41730"/>
                  </a:lnTo>
                  <a:lnTo>
                    <a:pt x="8853" y="0"/>
                  </a:lnTo>
                  <a:cubicBezTo>
                    <a:pt x="8853" y="2529"/>
                    <a:pt x="7588" y="5058"/>
                    <a:pt x="5059" y="5058"/>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37" name="Google Shape;637;p153"/>
            <p:cNvSpPr/>
            <p:nvPr/>
          </p:nvSpPr>
          <p:spPr>
            <a:xfrm>
              <a:off x="11554965" y="4549391"/>
              <a:ext cx="56909" cy="332578"/>
            </a:xfrm>
            <a:custGeom>
              <a:rect b="b" l="l" r="r" t="t"/>
              <a:pathLst>
                <a:path extrusionOk="0" h="332578" w="56909">
                  <a:moveTo>
                    <a:pt x="5059" y="5059"/>
                  </a:moveTo>
                  <a:cubicBezTo>
                    <a:pt x="2529" y="5059"/>
                    <a:pt x="0" y="3794"/>
                    <a:pt x="0" y="1265"/>
                  </a:cubicBezTo>
                  <a:lnTo>
                    <a:pt x="0" y="3794"/>
                  </a:lnTo>
                  <a:lnTo>
                    <a:pt x="48057" y="324991"/>
                  </a:lnTo>
                  <a:lnTo>
                    <a:pt x="48057" y="328785"/>
                  </a:lnTo>
                  <a:cubicBezTo>
                    <a:pt x="48057" y="331314"/>
                    <a:pt x="50586" y="332578"/>
                    <a:pt x="53116" y="332578"/>
                  </a:cubicBezTo>
                  <a:cubicBezTo>
                    <a:pt x="55645" y="332578"/>
                    <a:pt x="56910" y="330049"/>
                    <a:pt x="56910" y="327520"/>
                  </a:cubicBezTo>
                  <a:cubicBezTo>
                    <a:pt x="56910" y="327520"/>
                    <a:pt x="56910" y="327520"/>
                    <a:pt x="56910" y="327520"/>
                  </a:cubicBezTo>
                  <a:lnTo>
                    <a:pt x="7588" y="0"/>
                  </a:lnTo>
                  <a:cubicBezTo>
                    <a:pt x="8853" y="1265"/>
                    <a:pt x="7588" y="3794"/>
                    <a:pt x="5059" y="5059"/>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38" name="Google Shape;638;p153"/>
            <p:cNvSpPr/>
            <p:nvPr/>
          </p:nvSpPr>
          <p:spPr>
            <a:xfrm>
              <a:off x="11492997" y="4137146"/>
              <a:ext cx="71157" cy="416375"/>
            </a:xfrm>
            <a:custGeom>
              <a:rect b="b" l="l" r="r" t="t"/>
              <a:pathLst>
                <a:path extrusionOk="0" h="416375" w="71157">
                  <a:moveTo>
                    <a:pt x="60704" y="403393"/>
                  </a:moveTo>
                  <a:lnTo>
                    <a:pt x="61968" y="412245"/>
                  </a:lnTo>
                  <a:cubicBezTo>
                    <a:pt x="61968" y="414774"/>
                    <a:pt x="64498" y="417304"/>
                    <a:pt x="67027" y="416039"/>
                  </a:cubicBezTo>
                  <a:cubicBezTo>
                    <a:pt x="69556" y="416039"/>
                    <a:pt x="72086" y="413510"/>
                    <a:pt x="70821" y="410981"/>
                  </a:cubicBezTo>
                  <a:cubicBezTo>
                    <a:pt x="70821" y="410981"/>
                    <a:pt x="70821" y="410981"/>
                    <a:pt x="70821" y="409716"/>
                  </a:cubicBezTo>
                  <a:lnTo>
                    <a:pt x="8853" y="0"/>
                  </a:lnTo>
                  <a:cubicBezTo>
                    <a:pt x="8853" y="2529"/>
                    <a:pt x="7588" y="5058"/>
                    <a:pt x="5059" y="5058"/>
                  </a:cubicBezTo>
                  <a:cubicBezTo>
                    <a:pt x="5059" y="5058"/>
                    <a:pt x="5059" y="5058"/>
                    <a:pt x="5059" y="5058"/>
                  </a:cubicBezTo>
                  <a:cubicBezTo>
                    <a:pt x="2529" y="5058"/>
                    <a:pt x="0" y="3794"/>
                    <a:pt x="0" y="1264"/>
                  </a:cubicBezTo>
                  <a:lnTo>
                    <a:pt x="1265" y="7587"/>
                  </a:lnTo>
                  <a:lnTo>
                    <a:pt x="60704" y="403393"/>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39" name="Google Shape;639;p153"/>
            <p:cNvSpPr/>
            <p:nvPr/>
          </p:nvSpPr>
          <p:spPr>
            <a:xfrm>
              <a:off x="11409529" y="3566832"/>
              <a:ext cx="93585" cy="576637"/>
            </a:xfrm>
            <a:custGeom>
              <a:rect b="b" l="l" r="r" t="t"/>
              <a:pathLst>
                <a:path extrusionOk="0" h="576637" w="93585">
                  <a:moveTo>
                    <a:pt x="1265" y="1265"/>
                  </a:moveTo>
                  <a:cubicBezTo>
                    <a:pt x="0" y="1265"/>
                    <a:pt x="0" y="1265"/>
                    <a:pt x="1265" y="1265"/>
                  </a:cubicBezTo>
                  <a:lnTo>
                    <a:pt x="1265" y="1265"/>
                  </a:lnTo>
                  <a:lnTo>
                    <a:pt x="1265" y="1265"/>
                  </a:lnTo>
                  <a:lnTo>
                    <a:pt x="0" y="2529"/>
                  </a:lnTo>
                  <a:cubicBezTo>
                    <a:pt x="0" y="2529"/>
                    <a:pt x="0" y="2529"/>
                    <a:pt x="0" y="3794"/>
                  </a:cubicBezTo>
                  <a:lnTo>
                    <a:pt x="0" y="3794"/>
                  </a:lnTo>
                  <a:lnTo>
                    <a:pt x="0" y="5058"/>
                  </a:lnTo>
                  <a:lnTo>
                    <a:pt x="84732" y="569050"/>
                  </a:lnTo>
                  <a:lnTo>
                    <a:pt x="84732" y="572844"/>
                  </a:lnTo>
                  <a:cubicBezTo>
                    <a:pt x="84732" y="575373"/>
                    <a:pt x="87262" y="576638"/>
                    <a:pt x="89791" y="576638"/>
                  </a:cubicBezTo>
                  <a:cubicBezTo>
                    <a:pt x="92320" y="576638"/>
                    <a:pt x="93585" y="574108"/>
                    <a:pt x="93585" y="571579"/>
                  </a:cubicBezTo>
                  <a:cubicBezTo>
                    <a:pt x="93585" y="571579"/>
                    <a:pt x="93585" y="571579"/>
                    <a:pt x="93585" y="571579"/>
                  </a:cubicBezTo>
                  <a:lnTo>
                    <a:pt x="10117" y="12646"/>
                  </a:lnTo>
                  <a:lnTo>
                    <a:pt x="8853" y="7587"/>
                  </a:lnTo>
                  <a:lnTo>
                    <a:pt x="8853" y="3794"/>
                  </a:lnTo>
                  <a:cubicBezTo>
                    <a:pt x="8853" y="1265"/>
                    <a:pt x="6323" y="0"/>
                    <a:pt x="3794" y="0"/>
                  </a:cubicBezTo>
                  <a:cubicBezTo>
                    <a:pt x="3794" y="0"/>
                    <a:pt x="2529" y="0"/>
                    <a:pt x="2529" y="0"/>
                  </a:cubicBezTo>
                  <a:lnTo>
                    <a:pt x="1265" y="0"/>
                  </a:lnTo>
                  <a:lnTo>
                    <a:pt x="1265" y="1265"/>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40" name="Google Shape;640;p153"/>
            <p:cNvSpPr/>
            <p:nvPr/>
          </p:nvSpPr>
          <p:spPr>
            <a:xfrm>
              <a:off x="9219135" y="2322508"/>
              <a:ext cx="396335" cy="153507"/>
            </a:xfrm>
            <a:custGeom>
              <a:rect b="b" l="l" r="r" t="t"/>
              <a:pathLst>
                <a:path extrusionOk="0" h="153507" w="396335">
                  <a:moveTo>
                    <a:pt x="0" y="150482"/>
                  </a:moveTo>
                  <a:cubicBezTo>
                    <a:pt x="1265" y="153011"/>
                    <a:pt x="3794" y="154276"/>
                    <a:pt x="6323" y="153011"/>
                  </a:cubicBezTo>
                  <a:cubicBezTo>
                    <a:pt x="6323" y="153011"/>
                    <a:pt x="6323" y="153011"/>
                    <a:pt x="6323" y="153011"/>
                  </a:cubicBezTo>
                  <a:lnTo>
                    <a:pt x="10117" y="151747"/>
                  </a:lnTo>
                  <a:lnTo>
                    <a:pt x="16441" y="149218"/>
                  </a:lnTo>
                  <a:lnTo>
                    <a:pt x="392045" y="10116"/>
                  </a:lnTo>
                  <a:lnTo>
                    <a:pt x="393310" y="8852"/>
                  </a:lnTo>
                  <a:cubicBezTo>
                    <a:pt x="395839" y="7587"/>
                    <a:pt x="397104" y="5058"/>
                    <a:pt x="395839" y="2529"/>
                  </a:cubicBezTo>
                  <a:cubicBezTo>
                    <a:pt x="395839" y="1265"/>
                    <a:pt x="394574" y="0"/>
                    <a:pt x="392045" y="0"/>
                  </a:cubicBezTo>
                  <a:lnTo>
                    <a:pt x="392045" y="0"/>
                  </a:lnTo>
                  <a:lnTo>
                    <a:pt x="390780" y="0"/>
                  </a:lnTo>
                  <a:lnTo>
                    <a:pt x="390780" y="0"/>
                  </a:lnTo>
                  <a:lnTo>
                    <a:pt x="2529" y="142895"/>
                  </a:lnTo>
                  <a:lnTo>
                    <a:pt x="2529" y="142895"/>
                  </a:lnTo>
                  <a:lnTo>
                    <a:pt x="2529" y="142895"/>
                  </a:lnTo>
                  <a:lnTo>
                    <a:pt x="1265" y="142895"/>
                  </a:lnTo>
                  <a:lnTo>
                    <a:pt x="1265" y="142895"/>
                  </a:lnTo>
                  <a:lnTo>
                    <a:pt x="1265" y="142895"/>
                  </a:lnTo>
                  <a:lnTo>
                    <a:pt x="1265" y="144160"/>
                  </a:lnTo>
                  <a:lnTo>
                    <a:pt x="1265" y="144160"/>
                  </a:lnTo>
                  <a:lnTo>
                    <a:pt x="1265" y="144160"/>
                  </a:lnTo>
                  <a:cubicBezTo>
                    <a:pt x="1265" y="144160"/>
                    <a:pt x="1265" y="144160"/>
                    <a:pt x="1265" y="145424"/>
                  </a:cubicBezTo>
                  <a:cubicBezTo>
                    <a:pt x="1265" y="146689"/>
                    <a:pt x="1265" y="145424"/>
                    <a:pt x="1265" y="145424"/>
                  </a:cubicBezTo>
                  <a:lnTo>
                    <a:pt x="1265" y="145424"/>
                  </a:lnTo>
                  <a:cubicBezTo>
                    <a:pt x="0" y="146689"/>
                    <a:pt x="0" y="147953"/>
                    <a:pt x="0" y="150482"/>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sp>
          <p:nvSpPr>
            <p:cNvPr id="641" name="Google Shape;641;p153"/>
            <p:cNvSpPr/>
            <p:nvPr/>
          </p:nvSpPr>
          <p:spPr>
            <a:xfrm>
              <a:off x="11672083" y="3083771"/>
              <a:ext cx="66258" cy="34639"/>
            </a:xfrm>
            <a:custGeom>
              <a:rect b="b" l="l" r="r" t="t"/>
              <a:pathLst>
                <a:path extrusionOk="0" h="34639" w="66258">
                  <a:moveTo>
                    <a:pt x="66259" y="2529"/>
                  </a:moveTo>
                  <a:cubicBezTo>
                    <a:pt x="66259" y="1265"/>
                    <a:pt x="64994" y="0"/>
                    <a:pt x="63729" y="0"/>
                  </a:cubicBezTo>
                  <a:lnTo>
                    <a:pt x="62465" y="0"/>
                  </a:lnTo>
                  <a:lnTo>
                    <a:pt x="61200" y="0"/>
                  </a:lnTo>
                  <a:lnTo>
                    <a:pt x="59935" y="0"/>
                  </a:lnTo>
                  <a:lnTo>
                    <a:pt x="59935" y="0"/>
                  </a:lnTo>
                  <a:lnTo>
                    <a:pt x="8084" y="22762"/>
                  </a:lnTo>
                  <a:lnTo>
                    <a:pt x="3025" y="25291"/>
                  </a:lnTo>
                  <a:cubicBezTo>
                    <a:pt x="496" y="26556"/>
                    <a:pt x="-769" y="29085"/>
                    <a:pt x="496" y="31614"/>
                  </a:cubicBezTo>
                  <a:cubicBezTo>
                    <a:pt x="1761" y="34143"/>
                    <a:pt x="4290" y="35408"/>
                    <a:pt x="6819" y="34143"/>
                  </a:cubicBezTo>
                  <a:lnTo>
                    <a:pt x="62465" y="8852"/>
                  </a:lnTo>
                  <a:lnTo>
                    <a:pt x="63729" y="7587"/>
                  </a:lnTo>
                  <a:cubicBezTo>
                    <a:pt x="66259" y="7587"/>
                    <a:pt x="66259" y="5058"/>
                    <a:pt x="66259" y="2529"/>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venir"/>
                <a:ea typeface="Avenir"/>
                <a:cs typeface="Avenir"/>
                <a:sym typeface="Avenir"/>
              </a:endParaRPr>
            </a:p>
          </p:txBody>
        </p:sp>
      </p:grpSp>
      <p:sp>
        <p:nvSpPr>
          <p:cNvPr id="642" name="Google Shape;642;p15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2900"/>
              <a:buFont typeface="Arial"/>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sp>
        <p:nvSpPr>
          <p:cNvPr id="643" name="Google Shape;643;p15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644" name="Google Shape;644;p15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645" name="Google Shape;645;p15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46" name="Google Shape;646;p153"/>
          <p:cNvSpPr txBox="1"/>
          <p:nvPr>
            <p:ph idx="1" type="body"/>
          </p:nvPr>
        </p:nvSpPr>
        <p:spPr>
          <a:xfrm>
            <a:off x="630936" y="1576126"/>
            <a:ext cx="2743200" cy="891600"/>
          </a:xfrm>
          <a:prstGeom prst="rect">
            <a:avLst/>
          </a:prstGeom>
          <a:noFill/>
          <a:ln>
            <a:noFill/>
          </a:ln>
        </p:spPr>
        <p:txBody>
          <a:bodyPr anchorCtr="0" anchor="t" bIns="34275" lIns="68575" spcFirstLastPara="1" rIns="68575" wrap="square" tIns="34275">
            <a:normAutofit/>
          </a:bodyPr>
          <a:lstStyle>
            <a:lvl1pPr indent="-228600" lvl="0" marL="457200" marR="0" rtl="0" algn="l">
              <a:lnSpc>
                <a:spcPct val="142857"/>
              </a:lnSpc>
              <a:spcBef>
                <a:spcPts val="0"/>
              </a:spcBef>
              <a:spcAft>
                <a:spcPts val="0"/>
              </a:spcAft>
              <a:buClr>
                <a:schemeClr val="dk1"/>
              </a:buClr>
              <a:buSzPts val="1100"/>
              <a:buFont typeface="Arial"/>
              <a:buNone/>
              <a:defRPr b="0" i="0" sz="1100" u="none" cap="none" strike="noStrike">
                <a:solidFill>
                  <a:srgbClr val="000000"/>
                </a:solidFill>
                <a:latin typeface="Arial"/>
                <a:ea typeface="Arial"/>
                <a:cs typeface="Arial"/>
                <a:sym typeface="Arial"/>
              </a:defRPr>
            </a:lvl1pPr>
            <a:lvl2pPr indent="-228600" lvl="1" marL="9144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2pPr>
            <a:lvl3pPr indent="-228600" lvl="2" marL="13716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3pPr>
            <a:lvl4pPr indent="-228600" lvl="3" marL="18288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4pPr>
            <a:lvl5pPr indent="-228600" lvl="4" marL="22860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647" name="Google Shape;647;p153"/>
          <p:cNvSpPr txBox="1"/>
          <p:nvPr>
            <p:ph idx="2" type="body"/>
          </p:nvPr>
        </p:nvSpPr>
        <p:spPr>
          <a:xfrm>
            <a:off x="630936" y="1269323"/>
            <a:ext cx="2743200" cy="2742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44444"/>
              </a:lnSpc>
              <a:spcBef>
                <a:spcPts val="800"/>
              </a:spcBef>
              <a:spcAft>
                <a:spcPts val="0"/>
              </a:spcAft>
              <a:buClr>
                <a:srgbClr val="7F7F7F"/>
              </a:buClr>
              <a:buSzPts val="1400"/>
              <a:buFont typeface="Arial"/>
              <a:buNone/>
              <a:defRPr b="0" i="0" sz="1400" u="none" cap="none" strike="noStrike">
                <a:solidFill>
                  <a:srgbClr val="7F7F7F"/>
                </a:solidFill>
                <a:latin typeface="Arial"/>
                <a:ea typeface="Arial"/>
                <a:cs typeface="Arial"/>
                <a:sym typeface="Arial"/>
              </a:defRPr>
            </a:lvl1pPr>
            <a:lvl2pPr indent="-228600" lvl="1" marL="9144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2pPr>
            <a:lvl3pPr indent="-228600" lvl="2" marL="13716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3pPr>
            <a:lvl4pPr indent="-228600" lvl="3" marL="18288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4pPr>
            <a:lvl5pPr indent="-228600" lvl="4" marL="22860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648" name="Google Shape;648;p153"/>
          <p:cNvSpPr txBox="1"/>
          <p:nvPr>
            <p:ph idx="3" type="body"/>
          </p:nvPr>
        </p:nvSpPr>
        <p:spPr>
          <a:xfrm>
            <a:off x="636948" y="2870804"/>
            <a:ext cx="2743200" cy="891600"/>
          </a:xfrm>
          <a:prstGeom prst="rect">
            <a:avLst/>
          </a:prstGeom>
          <a:noFill/>
          <a:ln>
            <a:noFill/>
          </a:ln>
        </p:spPr>
        <p:txBody>
          <a:bodyPr anchorCtr="0" anchor="t" bIns="34275" lIns="68575" spcFirstLastPara="1" rIns="68575" wrap="square" tIns="34275">
            <a:normAutofit/>
          </a:bodyPr>
          <a:lstStyle>
            <a:lvl1pPr indent="-228600" lvl="0" marL="457200" marR="0" rtl="0" algn="l">
              <a:lnSpc>
                <a:spcPct val="142857"/>
              </a:lnSpc>
              <a:spcBef>
                <a:spcPts val="0"/>
              </a:spcBef>
              <a:spcAft>
                <a:spcPts val="0"/>
              </a:spcAft>
              <a:buClr>
                <a:schemeClr val="dk1"/>
              </a:buClr>
              <a:buSzPts val="1100"/>
              <a:buFont typeface="Arial"/>
              <a:buNone/>
              <a:defRPr b="0" i="0" sz="1100" u="none" cap="none" strike="noStrike">
                <a:solidFill>
                  <a:srgbClr val="000000"/>
                </a:solidFill>
                <a:latin typeface="Arial"/>
                <a:ea typeface="Arial"/>
                <a:cs typeface="Arial"/>
                <a:sym typeface="Arial"/>
              </a:defRPr>
            </a:lvl1pPr>
            <a:lvl2pPr indent="-228600" lvl="1" marL="9144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2pPr>
            <a:lvl3pPr indent="-228600" lvl="2" marL="13716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3pPr>
            <a:lvl4pPr indent="-228600" lvl="3" marL="18288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4pPr>
            <a:lvl5pPr indent="-228600" lvl="4" marL="22860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649" name="Google Shape;649;p153"/>
          <p:cNvSpPr txBox="1"/>
          <p:nvPr>
            <p:ph idx="4" type="body"/>
          </p:nvPr>
        </p:nvSpPr>
        <p:spPr>
          <a:xfrm>
            <a:off x="636948" y="2564002"/>
            <a:ext cx="2743200" cy="2742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44444"/>
              </a:lnSpc>
              <a:spcBef>
                <a:spcPts val="800"/>
              </a:spcBef>
              <a:spcAft>
                <a:spcPts val="0"/>
              </a:spcAft>
              <a:buClr>
                <a:srgbClr val="7F7F7F"/>
              </a:buClr>
              <a:buSzPts val="1400"/>
              <a:buFont typeface="Arial"/>
              <a:buNone/>
              <a:defRPr b="0" i="0" sz="1400" u="none" cap="none" strike="noStrike">
                <a:solidFill>
                  <a:srgbClr val="7F7F7F"/>
                </a:solidFill>
                <a:latin typeface="Arial"/>
                <a:ea typeface="Arial"/>
                <a:cs typeface="Arial"/>
                <a:sym typeface="Arial"/>
              </a:defRPr>
            </a:lvl1pPr>
            <a:lvl2pPr indent="-228600" lvl="1" marL="9144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2pPr>
            <a:lvl3pPr indent="-228600" lvl="2" marL="13716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3pPr>
            <a:lvl4pPr indent="-228600" lvl="3" marL="18288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4pPr>
            <a:lvl5pPr indent="-228600" lvl="4" marL="22860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650" name="Google Shape;650;p153"/>
          <p:cNvSpPr txBox="1"/>
          <p:nvPr>
            <p:ph idx="5" type="body"/>
          </p:nvPr>
        </p:nvSpPr>
        <p:spPr>
          <a:xfrm>
            <a:off x="3705015" y="1573117"/>
            <a:ext cx="2743200" cy="891600"/>
          </a:xfrm>
          <a:prstGeom prst="rect">
            <a:avLst/>
          </a:prstGeom>
          <a:noFill/>
          <a:ln>
            <a:noFill/>
          </a:ln>
        </p:spPr>
        <p:txBody>
          <a:bodyPr anchorCtr="0" anchor="t" bIns="34275" lIns="68575" spcFirstLastPara="1" rIns="68575" wrap="square" tIns="34275">
            <a:normAutofit/>
          </a:bodyPr>
          <a:lstStyle>
            <a:lvl1pPr indent="-228600" lvl="0" marL="457200" marR="0" rtl="0" algn="l">
              <a:lnSpc>
                <a:spcPct val="142857"/>
              </a:lnSpc>
              <a:spcBef>
                <a:spcPts val="0"/>
              </a:spcBef>
              <a:spcAft>
                <a:spcPts val="0"/>
              </a:spcAft>
              <a:buClr>
                <a:schemeClr val="dk1"/>
              </a:buClr>
              <a:buSzPts val="1100"/>
              <a:buFont typeface="Arial"/>
              <a:buNone/>
              <a:defRPr b="0" i="0" sz="1100" u="none" cap="none" strike="noStrike">
                <a:solidFill>
                  <a:srgbClr val="000000"/>
                </a:solidFill>
                <a:latin typeface="Arial"/>
                <a:ea typeface="Arial"/>
                <a:cs typeface="Arial"/>
                <a:sym typeface="Arial"/>
              </a:defRPr>
            </a:lvl1pPr>
            <a:lvl2pPr indent="-228600" lvl="1" marL="9144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2pPr>
            <a:lvl3pPr indent="-228600" lvl="2" marL="13716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3pPr>
            <a:lvl4pPr indent="-228600" lvl="3" marL="18288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4pPr>
            <a:lvl5pPr indent="-228600" lvl="4" marL="22860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651" name="Google Shape;651;p153"/>
          <p:cNvSpPr txBox="1"/>
          <p:nvPr>
            <p:ph idx="6" type="body"/>
          </p:nvPr>
        </p:nvSpPr>
        <p:spPr>
          <a:xfrm>
            <a:off x="3705015" y="1266314"/>
            <a:ext cx="2743200" cy="2742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44444"/>
              </a:lnSpc>
              <a:spcBef>
                <a:spcPts val="800"/>
              </a:spcBef>
              <a:spcAft>
                <a:spcPts val="0"/>
              </a:spcAft>
              <a:buClr>
                <a:srgbClr val="7F7F7F"/>
              </a:buClr>
              <a:buSzPts val="1400"/>
              <a:buFont typeface="Arial"/>
              <a:buNone/>
              <a:defRPr b="0" i="0" sz="1400" u="none" cap="none" strike="noStrike">
                <a:solidFill>
                  <a:srgbClr val="7F7F7F"/>
                </a:solidFill>
                <a:latin typeface="Arial"/>
                <a:ea typeface="Arial"/>
                <a:cs typeface="Arial"/>
                <a:sym typeface="Arial"/>
              </a:defRPr>
            </a:lvl1pPr>
            <a:lvl2pPr indent="-228600" lvl="1" marL="9144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2pPr>
            <a:lvl3pPr indent="-228600" lvl="2" marL="13716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3pPr>
            <a:lvl4pPr indent="-228600" lvl="3" marL="18288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4pPr>
            <a:lvl5pPr indent="-228600" lvl="4" marL="22860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652" name="Google Shape;652;p153"/>
          <p:cNvSpPr txBox="1"/>
          <p:nvPr>
            <p:ph idx="7" type="body"/>
          </p:nvPr>
        </p:nvSpPr>
        <p:spPr>
          <a:xfrm>
            <a:off x="3711027" y="2867795"/>
            <a:ext cx="2743200" cy="891600"/>
          </a:xfrm>
          <a:prstGeom prst="rect">
            <a:avLst/>
          </a:prstGeom>
          <a:noFill/>
          <a:ln>
            <a:noFill/>
          </a:ln>
        </p:spPr>
        <p:txBody>
          <a:bodyPr anchorCtr="0" anchor="t" bIns="34275" lIns="68575" spcFirstLastPara="1" rIns="68575" wrap="square" tIns="34275">
            <a:normAutofit/>
          </a:bodyPr>
          <a:lstStyle>
            <a:lvl1pPr indent="-228600" lvl="0" marL="457200" marR="0" rtl="0" algn="l">
              <a:lnSpc>
                <a:spcPct val="142857"/>
              </a:lnSpc>
              <a:spcBef>
                <a:spcPts val="0"/>
              </a:spcBef>
              <a:spcAft>
                <a:spcPts val="0"/>
              </a:spcAft>
              <a:buClr>
                <a:schemeClr val="dk1"/>
              </a:buClr>
              <a:buSzPts val="1100"/>
              <a:buFont typeface="Arial"/>
              <a:buNone/>
              <a:defRPr b="0" i="0" sz="1100" u="none" cap="none" strike="noStrike">
                <a:solidFill>
                  <a:srgbClr val="000000"/>
                </a:solidFill>
                <a:latin typeface="Arial"/>
                <a:ea typeface="Arial"/>
                <a:cs typeface="Arial"/>
                <a:sym typeface="Arial"/>
              </a:defRPr>
            </a:lvl1pPr>
            <a:lvl2pPr indent="-228600" lvl="1" marL="9144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2pPr>
            <a:lvl3pPr indent="-228600" lvl="2" marL="13716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3pPr>
            <a:lvl4pPr indent="-228600" lvl="3" marL="18288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4pPr>
            <a:lvl5pPr indent="-228600" lvl="4" marL="22860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653" name="Google Shape;653;p153"/>
          <p:cNvSpPr txBox="1"/>
          <p:nvPr>
            <p:ph idx="8" type="body"/>
          </p:nvPr>
        </p:nvSpPr>
        <p:spPr>
          <a:xfrm>
            <a:off x="3711027" y="2560993"/>
            <a:ext cx="2743200" cy="2742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44444"/>
              </a:lnSpc>
              <a:spcBef>
                <a:spcPts val="800"/>
              </a:spcBef>
              <a:spcAft>
                <a:spcPts val="0"/>
              </a:spcAft>
              <a:buClr>
                <a:srgbClr val="7F7F7F"/>
              </a:buClr>
              <a:buSzPts val="1400"/>
              <a:buFont typeface="Arial"/>
              <a:buNone/>
              <a:defRPr b="0" i="0" sz="1400" u="none" cap="none" strike="noStrike">
                <a:solidFill>
                  <a:srgbClr val="7F7F7F"/>
                </a:solidFill>
                <a:latin typeface="Arial"/>
                <a:ea typeface="Arial"/>
                <a:cs typeface="Arial"/>
                <a:sym typeface="Arial"/>
              </a:defRPr>
            </a:lvl1pPr>
            <a:lvl2pPr indent="-228600" lvl="1" marL="9144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2pPr>
            <a:lvl3pPr indent="-228600" lvl="2" marL="13716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3pPr>
            <a:lvl4pPr indent="-228600" lvl="3" marL="18288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4pPr>
            <a:lvl5pPr indent="-228600" lvl="4" marL="22860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654" name="Google Shape;654;p153"/>
          <p:cNvSpPr txBox="1"/>
          <p:nvPr>
            <p:ph idx="9" type="body"/>
          </p:nvPr>
        </p:nvSpPr>
        <p:spPr>
          <a:xfrm>
            <a:off x="651984" y="4149158"/>
            <a:ext cx="2743200" cy="617100"/>
          </a:xfrm>
          <a:prstGeom prst="rect">
            <a:avLst/>
          </a:prstGeom>
          <a:noFill/>
          <a:ln>
            <a:noFill/>
          </a:ln>
        </p:spPr>
        <p:txBody>
          <a:bodyPr anchorCtr="0" anchor="t" bIns="34275" lIns="68575" spcFirstLastPara="1" rIns="68575" wrap="square" tIns="34275">
            <a:normAutofit/>
          </a:bodyPr>
          <a:lstStyle>
            <a:lvl1pPr indent="-228600" lvl="0" marL="457200" marR="0" rtl="0" algn="l">
              <a:lnSpc>
                <a:spcPct val="142857"/>
              </a:lnSpc>
              <a:spcBef>
                <a:spcPts val="0"/>
              </a:spcBef>
              <a:spcAft>
                <a:spcPts val="0"/>
              </a:spcAft>
              <a:buClr>
                <a:schemeClr val="dk1"/>
              </a:buClr>
              <a:buSzPts val="1100"/>
              <a:buFont typeface="Arial"/>
              <a:buNone/>
              <a:defRPr b="0" i="0" sz="1100" u="none" cap="none" strike="noStrike">
                <a:solidFill>
                  <a:srgbClr val="000000"/>
                </a:solidFill>
                <a:latin typeface="Arial"/>
                <a:ea typeface="Arial"/>
                <a:cs typeface="Arial"/>
                <a:sym typeface="Arial"/>
              </a:defRPr>
            </a:lvl1pPr>
            <a:lvl2pPr indent="-228600" lvl="1" marL="9144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2pPr>
            <a:lvl3pPr indent="-228600" lvl="2" marL="13716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3pPr>
            <a:lvl4pPr indent="-228600" lvl="3" marL="18288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4pPr>
            <a:lvl5pPr indent="-228600" lvl="4" marL="22860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655" name="Google Shape;655;p153"/>
          <p:cNvSpPr txBox="1"/>
          <p:nvPr>
            <p:ph idx="13" type="body"/>
          </p:nvPr>
        </p:nvSpPr>
        <p:spPr>
          <a:xfrm>
            <a:off x="651984" y="3842355"/>
            <a:ext cx="2743200" cy="2742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44444"/>
              </a:lnSpc>
              <a:spcBef>
                <a:spcPts val="800"/>
              </a:spcBef>
              <a:spcAft>
                <a:spcPts val="0"/>
              </a:spcAft>
              <a:buClr>
                <a:srgbClr val="7F7F7F"/>
              </a:buClr>
              <a:buSzPts val="1400"/>
              <a:buFont typeface="Arial"/>
              <a:buNone/>
              <a:defRPr b="0" i="0" sz="1400" u="none" cap="none" strike="noStrike">
                <a:solidFill>
                  <a:srgbClr val="7F7F7F"/>
                </a:solidFill>
                <a:latin typeface="Arial"/>
                <a:ea typeface="Arial"/>
                <a:cs typeface="Arial"/>
                <a:sym typeface="Arial"/>
              </a:defRPr>
            </a:lvl1pPr>
            <a:lvl2pPr indent="-228600" lvl="1" marL="9144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2pPr>
            <a:lvl3pPr indent="-228600" lvl="2" marL="13716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3pPr>
            <a:lvl4pPr indent="-228600" lvl="3" marL="18288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4pPr>
            <a:lvl5pPr indent="-228600" lvl="4" marL="2286000" marR="0" rtl="0" algn="l">
              <a:lnSpc>
                <a:spcPct val="1625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p:cSld name="TITLE_1_4">
    <p:spTree>
      <p:nvGrpSpPr>
        <p:cNvPr id="656" name="Shape 656"/>
        <p:cNvGrpSpPr/>
        <p:nvPr/>
      </p:nvGrpSpPr>
      <p:grpSpPr>
        <a:xfrm>
          <a:off x="0" y="0"/>
          <a:ext cx="0" cy="0"/>
          <a:chOff x="0" y="0"/>
          <a:chExt cx="0" cy="0"/>
        </a:xfrm>
      </p:grpSpPr>
      <p:sp>
        <p:nvSpPr>
          <p:cNvPr id="657" name="Google Shape;657;p154"/>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Autofit/>
          </a:bodyPr>
          <a:lstStyle>
            <a:lvl1pPr lvl="0" marR="0" algn="ctr">
              <a:lnSpc>
                <a:spcPct val="90000"/>
              </a:lnSpc>
              <a:spcBef>
                <a:spcPts val="0"/>
              </a:spcBef>
              <a:spcAft>
                <a:spcPts val="0"/>
              </a:spcAft>
              <a:buClr>
                <a:schemeClr val="dk1"/>
              </a:buClr>
              <a:buSzPts val="4500"/>
              <a:buFont typeface="Calibri"/>
              <a:buNone/>
              <a:defRPr b="0" i="0" sz="4500" u="none" cap="none" strike="noStrike">
                <a:solidFill>
                  <a:schemeClr val="dk1"/>
                </a:solidFill>
                <a:latin typeface="Calibri"/>
                <a:ea typeface="Calibri"/>
                <a:cs typeface="Calibri"/>
                <a:sym typeface="Calibri"/>
              </a:defRPr>
            </a:lvl1pPr>
            <a:lvl2pPr lvl="1" algn="ctr">
              <a:lnSpc>
                <a:spcPct val="100000"/>
              </a:lnSpc>
              <a:spcBef>
                <a:spcPts val="0"/>
              </a:spcBef>
              <a:spcAft>
                <a:spcPts val="0"/>
              </a:spcAft>
              <a:buSzPts val="4200"/>
              <a:buNone/>
              <a:defRPr sz="1800"/>
            </a:lvl2pPr>
            <a:lvl3pPr lvl="2" algn="ctr">
              <a:lnSpc>
                <a:spcPct val="100000"/>
              </a:lnSpc>
              <a:spcBef>
                <a:spcPts val="0"/>
              </a:spcBef>
              <a:spcAft>
                <a:spcPts val="0"/>
              </a:spcAft>
              <a:buSzPts val="4200"/>
              <a:buNone/>
              <a:defRPr sz="1800"/>
            </a:lvl3pPr>
            <a:lvl4pPr lvl="3" algn="ctr">
              <a:lnSpc>
                <a:spcPct val="100000"/>
              </a:lnSpc>
              <a:spcBef>
                <a:spcPts val="0"/>
              </a:spcBef>
              <a:spcAft>
                <a:spcPts val="0"/>
              </a:spcAft>
              <a:buSzPts val="4200"/>
              <a:buNone/>
              <a:defRPr sz="1800"/>
            </a:lvl4pPr>
            <a:lvl5pPr lvl="4" algn="ctr">
              <a:lnSpc>
                <a:spcPct val="100000"/>
              </a:lnSpc>
              <a:spcBef>
                <a:spcPts val="0"/>
              </a:spcBef>
              <a:spcAft>
                <a:spcPts val="0"/>
              </a:spcAft>
              <a:buSzPts val="4200"/>
              <a:buNone/>
              <a:defRPr sz="1800"/>
            </a:lvl5pPr>
            <a:lvl6pPr lvl="5" algn="ctr">
              <a:lnSpc>
                <a:spcPct val="100000"/>
              </a:lnSpc>
              <a:spcBef>
                <a:spcPts val="0"/>
              </a:spcBef>
              <a:spcAft>
                <a:spcPts val="0"/>
              </a:spcAft>
              <a:buSzPts val="4200"/>
              <a:buNone/>
              <a:defRPr sz="1800"/>
            </a:lvl6pPr>
            <a:lvl7pPr lvl="6" algn="ctr">
              <a:lnSpc>
                <a:spcPct val="100000"/>
              </a:lnSpc>
              <a:spcBef>
                <a:spcPts val="0"/>
              </a:spcBef>
              <a:spcAft>
                <a:spcPts val="0"/>
              </a:spcAft>
              <a:buSzPts val="4200"/>
              <a:buNone/>
              <a:defRPr sz="1800"/>
            </a:lvl7pPr>
            <a:lvl8pPr lvl="7" algn="ctr">
              <a:lnSpc>
                <a:spcPct val="100000"/>
              </a:lnSpc>
              <a:spcBef>
                <a:spcPts val="0"/>
              </a:spcBef>
              <a:spcAft>
                <a:spcPts val="0"/>
              </a:spcAft>
              <a:buSzPts val="4200"/>
              <a:buNone/>
              <a:defRPr sz="1800"/>
            </a:lvl8pPr>
            <a:lvl9pPr lvl="8" algn="ctr">
              <a:lnSpc>
                <a:spcPct val="100000"/>
              </a:lnSpc>
              <a:spcBef>
                <a:spcPts val="0"/>
              </a:spcBef>
              <a:spcAft>
                <a:spcPts val="0"/>
              </a:spcAft>
              <a:buSzPts val="4200"/>
              <a:buNone/>
              <a:defRPr sz="1800"/>
            </a:lvl9pPr>
          </a:lstStyle>
          <a:p/>
        </p:txBody>
      </p:sp>
      <p:sp>
        <p:nvSpPr>
          <p:cNvPr id="658" name="Google Shape;658;p154"/>
          <p:cNvSpPr txBox="1"/>
          <p:nvPr>
            <p:ph idx="1" type="subTitle"/>
          </p:nvPr>
        </p:nvSpPr>
        <p:spPr>
          <a:xfrm>
            <a:off x="1143000" y="2701528"/>
            <a:ext cx="6858000" cy="1241700"/>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7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1pPr>
            <a:lvl2pPr lvl="1" marR="0" rtl="0" algn="ctr">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2pPr>
            <a:lvl3pPr lvl="2" marR="0" rtl="0" algn="ctr">
              <a:lnSpc>
                <a:spcPct val="90000"/>
              </a:lnSpc>
              <a:spcBef>
                <a:spcPts val="4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3pPr>
            <a:lvl4pPr lvl="3"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4pPr>
            <a:lvl5pPr lvl="4"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5pPr>
            <a:lvl6pPr lvl="5"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9pPr>
          </a:lstStyle>
          <a:p/>
        </p:txBody>
      </p:sp>
      <p:sp>
        <p:nvSpPr>
          <p:cNvPr id="659" name="Google Shape;659;p154"/>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60" name="Google Shape;660;p154"/>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61" name="Google Shape;661;p154"/>
          <p:cNvSpPr txBox="1"/>
          <p:nvPr>
            <p:ph idx="12" type="sldNum"/>
          </p:nvPr>
        </p:nvSpPr>
        <p:spPr>
          <a:xfrm>
            <a:off x="6457950" y="4767263"/>
            <a:ext cx="2057400" cy="3684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1">
  <p:cSld name="TITLE_1_5">
    <p:spTree>
      <p:nvGrpSpPr>
        <p:cNvPr id="662" name="Shape 662"/>
        <p:cNvGrpSpPr/>
        <p:nvPr/>
      </p:nvGrpSpPr>
      <p:grpSpPr>
        <a:xfrm>
          <a:off x="0" y="0"/>
          <a:ext cx="0" cy="0"/>
          <a:chOff x="0" y="0"/>
          <a:chExt cx="0" cy="0"/>
        </a:xfrm>
      </p:grpSpPr>
      <p:sp>
        <p:nvSpPr>
          <p:cNvPr id="663" name="Google Shape;663;p155"/>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Autofit/>
          </a:bodyPr>
          <a:lstStyle>
            <a:lvl1pPr lvl="0" marR="0" algn="ctr">
              <a:lnSpc>
                <a:spcPct val="90000"/>
              </a:lnSpc>
              <a:spcBef>
                <a:spcPts val="0"/>
              </a:spcBef>
              <a:spcAft>
                <a:spcPts val="0"/>
              </a:spcAft>
              <a:buClr>
                <a:schemeClr val="dk1"/>
              </a:buClr>
              <a:buSzPts val="4500"/>
              <a:buFont typeface="Calibri"/>
              <a:buNone/>
              <a:defRPr b="0" i="0" sz="4500" u="none" cap="none" strike="noStrike">
                <a:solidFill>
                  <a:schemeClr val="dk1"/>
                </a:solidFill>
                <a:latin typeface="Calibri"/>
                <a:ea typeface="Calibri"/>
                <a:cs typeface="Calibri"/>
                <a:sym typeface="Calibri"/>
              </a:defRPr>
            </a:lvl1pPr>
            <a:lvl2pPr lvl="1" algn="ctr">
              <a:lnSpc>
                <a:spcPct val="100000"/>
              </a:lnSpc>
              <a:spcBef>
                <a:spcPts val="0"/>
              </a:spcBef>
              <a:spcAft>
                <a:spcPts val="0"/>
              </a:spcAft>
              <a:buSzPts val="4200"/>
              <a:buNone/>
              <a:defRPr sz="1800"/>
            </a:lvl2pPr>
            <a:lvl3pPr lvl="2" algn="ctr">
              <a:lnSpc>
                <a:spcPct val="100000"/>
              </a:lnSpc>
              <a:spcBef>
                <a:spcPts val="0"/>
              </a:spcBef>
              <a:spcAft>
                <a:spcPts val="0"/>
              </a:spcAft>
              <a:buSzPts val="4200"/>
              <a:buNone/>
              <a:defRPr sz="1800"/>
            </a:lvl3pPr>
            <a:lvl4pPr lvl="3" algn="ctr">
              <a:lnSpc>
                <a:spcPct val="100000"/>
              </a:lnSpc>
              <a:spcBef>
                <a:spcPts val="0"/>
              </a:spcBef>
              <a:spcAft>
                <a:spcPts val="0"/>
              </a:spcAft>
              <a:buSzPts val="4200"/>
              <a:buNone/>
              <a:defRPr sz="1800"/>
            </a:lvl4pPr>
            <a:lvl5pPr lvl="4" algn="ctr">
              <a:lnSpc>
                <a:spcPct val="100000"/>
              </a:lnSpc>
              <a:spcBef>
                <a:spcPts val="0"/>
              </a:spcBef>
              <a:spcAft>
                <a:spcPts val="0"/>
              </a:spcAft>
              <a:buSzPts val="4200"/>
              <a:buNone/>
              <a:defRPr sz="1800"/>
            </a:lvl5pPr>
            <a:lvl6pPr lvl="5" algn="ctr">
              <a:lnSpc>
                <a:spcPct val="100000"/>
              </a:lnSpc>
              <a:spcBef>
                <a:spcPts val="0"/>
              </a:spcBef>
              <a:spcAft>
                <a:spcPts val="0"/>
              </a:spcAft>
              <a:buSzPts val="4200"/>
              <a:buNone/>
              <a:defRPr sz="1800"/>
            </a:lvl6pPr>
            <a:lvl7pPr lvl="6" algn="ctr">
              <a:lnSpc>
                <a:spcPct val="100000"/>
              </a:lnSpc>
              <a:spcBef>
                <a:spcPts val="0"/>
              </a:spcBef>
              <a:spcAft>
                <a:spcPts val="0"/>
              </a:spcAft>
              <a:buSzPts val="4200"/>
              <a:buNone/>
              <a:defRPr sz="1800"/>
            </a:lvl7pPr>
            <a:lvl8pPr lvl="7" algn="ctr">
              <a:lnSpc>
                <a:spcPct val="100000"/>
              </a:lnSpc>
              <a:spcBef>
                <a:spcPts val="0"/>
              </a:spcBef>
              <a:spcAft>
                <a:spcPts val="0"/>
              </a:spcAft>
              <a:buSzPts val="4200"/>
              <a:buNone/>
              <a:defRPr sz="1800"/>
            </a:lvl8pPr>
            <a:lvl9pPr lvl="8" algn="ctr">
              <a:lnSpc>
                <a:spcPct val="100000"/>
              </a:lnSpc>
              <a:spcBef>
                <a:spcPts val="0"/>
              </a:spcBef>
              <a:spcAft>
                <a:spcPts val="0"/>
              </a:spcAft>
              <a:buSzPts val="4200"/>
              <a:buNone/>
              <a:defRPr sz="1800"/>
            </a:lvl9pPr>
          </a:lstStyle>
          <a:p/>
        </p:txBody>
      </p:sp>
      <p:sp>
        <p:nvSpPr>
          <p:cNvPr id="664" name="Google Shape;664;p155"/>
          <p:cNvSpPr txBox="1"/>
          <p:nvPr>
            <p:ph idx="1" type="subTitle"/>
          </p:nvPr>
        </p:nvSpPr>
        <p:spPr>
          <a:xfrm>
            <a:off x="1143000" y="2701528"/>
            <a:ext cx="6858000" cy="1241700"/>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7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1pPr>
            <a:lvl2pPr lvl="1" marR="0" rtl="0" algn="ctr">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2pPr>
            <a:lvl3pPr lvl="2" marR="0" rtl="0" algn="ctr">
              <a:lnSpc>
                <a:spcPct val="90000"/>
              </a:lnSpc>
              <a:spcBef>
                <a:spcPts val="4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3pPr>
            <a:lvl4pPr lvl="3"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4pPr>
            <a:lvl5pPr lvl="4"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5pPr>
            <a:lvl6pPr lvl="5"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9pPr>
          </a:lstStyle>
          <a:p/>
        </p:txBody>
      </p:sp>
      <p:sp>
        <p:nvSpPr>
          <p:cNvPr id="665" name="Google Shape;665;p155"/>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66" name="Google Shape;666;p155"/>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67" name="Google Shape;667;p155"/>
          <p:cNvSpPr txBox="1"/>
          <p:nvPr>
            <p:ph idx="12" type="sldNum"/>
          </p:nvPr>
        </p:nvSpPr>
        <p:spPr>
          <a:xfrm>
            <a:off x="6457950" y="4767263"/>
            <a:ext cx="2057400" cy="3684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668" name="Shape 668"/>
        <p:cNvGrpSpPr/>
        <p:nvPr/>
      </p:nvGrpSpPr>
      <p:grpSpPr>
        <a:xfrm>
          <a:off x="0" y="0"/>
          <a:ext cx="0" cy="0"/>
          <a:chOff x="0" y="0"/>
          <a:chExt cx="0" cy="0"/>
        </a:xfrm>
      </p:grpSpPr>
      <p:sp>
        <p:nvSpPr>
          <p:cNvPr id="669" name="Google Shape;669;p15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0" name="Google Shape;670;p15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marR="0" rtl="0" algn="l">
              <a:lnSpc>
                <a:spcPct val="90000"/>
              </a:lnSpc>
              <a:spcBef>
                <a:spcPts val="800"/>
              </a:spcBef>
              <a:spcAft>
                <a:spcPts val="0"/>
              </a:spcAft>
              <a:buClr>
                <a:schemeClr val="dk1"/>
              </a:buClr>
              <a:buSzPts val="1400"/>
              <a:buFont typeface="Arial"/>
              <a:buChar char="•"/>
              <a:defRPr b="0" i="0" sz="700" u="none" cap="none" strike="noStrike">
                <a:solidFill>
                  <a:srgbClr val="000000"/>
                </a:solidFill>
                <a:latin typeface="Arial"/>
                <a:ea typeface="Arial"/>
                <a:cs typeface="Arial"/>
                <a:sym typeface="Arial"/>
              </a:defRPr>
            </a:lvl1pPr>
            <a:lvl2pPr indent="-317500" lvl="1" marL="914400" marR="0" rtl="0" algn="l">
              <a:lnSpc>
                <a:spcPct val="90000"/>
              </a:lnSpc>
              <a:spcBef>
                <a:spcPts val="400"/>
              </a:spcBef>
              <a:spcAft>
                <a:spcPts val="0"/>
              </a:spcAft>
              <a:buClr>
                <a:schemeClr val="dk1"/>
              </a:buClr>
              <a:buSzPts val="1400"/>
              <a:buFont typeface="Arial"/>
              <a:buChar char="•"/>
              <a:defRPr b="0" i="0" sz="700" u="none" cap="none" strike="noStrike">
                <a:solidFill>
                  <a:srgbClr val="000000"/>
                </a:solidFill>
                <a:latin typeface="Arial"/>
                <a:ea typeface="Arial"/>
                <a:cs typeface="Arial"/>
                <a:sym typeface="Arial"/>
              </a:defRPr>
            </a:lvl2pPr>
            <a:lvl3pPr indent="-317500" lvl="2" marL="1371600" marR="0" rtl="0" algn="l">
              <a:lnSpc>
                <a:spcPct val="90000"/>
              </a:lnSpc>
              <a:spcBef>
                <a:spcPts val="400"/>
              </a:spcBef>
              <a:spcAft>
                <a:spcPts val="0"/>
              </a:spcAft>
              <a:buClr>
                <a:schemeClr val="dk1"/>
              </a:buClr>
              <a:buSzPts val="1400"/>
              <a:buFont typeface="Arial"/>
              <a:buChar char="•"/>
              <a:defRPr b="0" i="0" sz="700" u="none" cap="none" strike="noStrike">
                <a:solidFill>
                  <a:srgbClr val="000000"/>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700" u="none" cap="none" strike="noStrike">
                <a:solidFill>
                  <a:srgbClr val="000000"/>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7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7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7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7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700" u="none" cap="none" strike="noStrike">
                <a:solidFill>
                  <a:srgbClr val="000000"/>
                </a:solidFill>
                <a:latin typeface="Arial"/>
                <a:ea typeface="Arial"/>
                <a:cs typeface="Arial"/>
                <a:sym typeface="Arial"/>
              </a:defRPr>
            </a:lvl9pPr>
          </a:lstStyle>
          <a:p/>
        </p:txBody>
      </p:sp>
      <p:sp>
        <p:nvSpPr>
          <p:cNvPr id="671" name="Google Shape;671;p15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672" name="Google Shape;672;p15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673" name="Google Shape;673;p15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p:cSld name="Blank_1_5">
    <p:spTree>
      <p:nvGrpSpPr>
        <p:cNvPr id="674" name="Shape 674"/>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Content 1">
  <p:cSld name="CUSTOM_2_3_2">
    <p:spTree>
      <p:nvGrpSpPr>
        <p:cNvPr id="675" name="Shape 675"/>
        <p:cNvGrpSpPr/>
        <p:nvPr/>
      </p:nvGrpSpPr>
      <p:grpSpPr>
        <a:xfrm>
          <a:off x="0" y="0"/>
          <a:ext cx="0" cy="0"/>
          <a:chOff x="0" y="0"/>
          <a:chExt cx="0" cy="0"/>
        </a:xfrm>
      </p:grpSpPr>
      <p:sp>
        <p:nvSpPr>
          <p:cNvPr id="676" name="Google Shape;676;p158"/>
          <p:cNvSpPr txBox="1"/>
          <p:nvPr>
            <p:ph idx="1" type="body"/>
          </p:nvPr>
        </p:nvSpPr>
        <p:spPr>
          <a:xfrm>
            <a:off x="457175" y="1536250"/>
            <a:ext cx="4077000" cy="3151800"/>
          </a:xfrm>
          <a:prstGeom prst="rect">
            <a:avLst/>
          </a:prstGeom>
          <a:noFill/>
          <a:ln>
            <a:noFill/>
          </a:ln>
        </p:spPr>
        <p:txBody>
          <a:bodyPr anchorCtr="0" anchor="t" bIns="48200" lIns="48200" spcFirstLastPara="1" rIns="48200" wrap="square" tIns="48200">
            <a:noAutofit/>
          </a:bodyPr>
          <a:lstStyle>
            <a:lvl1pPr indent="-273050" lvl="0" marL="457200" marR="0" rtl="0" algn="l">
              <a:lnSpc>
                <a:spcPct val="100000"/>
              </a:lnSpc>
              <a:spcBef>
                <a:spcPts val="0"/>
              </a:spcBef>
              <a:spcAft>
                <a:spcPts val="0"/>
              </a:spcAft>
              <a:buClr>
                <a:srgbClr val="000000"/>
              </a:buClr>
              <a:buSzPts val="700"/>
              <a:buFont typeface="Arial"/>
              <a:buChar char="●"/>
              <a:defRPr b="0" i="0" sz="700" u="none" cap="none" strike="noStrike">
                <a:solidFill>
                  <a:srgbClr val="000000"/>
                </a:solidFill>
                <a:latin typeface="Arial"/>
                <a:ea typeface="Arial"/>
                <a:cs typeface="Arial"/>
                <a:sym typeface="Arial"/>
              </a:defRPr>
            </a:lvl1pPr>
            <a:lvl2pPr indent="-273050" lvl="1" marL="914400" marR="0" rtl="0" algn="l">
              <a:lnSpc>
                <a:spcPct val="100000"/>
              </a:lnSpc>
              <a:spcBef>
                <a:spcPts val="0"/>
              </a:spcBef>
              <a:spcAft>
                <a:spcPts val="0"/>
              </a:spcAft>
              <a:buClr>
                <a:srgbClr val="000000"/>
              </a:buClr>
              <a:buSzPts val="700"/>
              <a:buFont typeface="Arial"/>
              <a:buChar char="○"/>
              <a:defRPr b="0" i="0" sz="700" u="none" cap="none" strike="noStrike">
                <a:solidFill>
                  <a:srgbClr val="000000"/>
                </a:solidFill>
                <a:latin typeface="Arial"/>
                <a:ea typeface="Arial"/>
                <a:cs typeface="Arial"/>
                <a:sym typeface="Arial"/>
              </a:defRPr>
            </a:lvl2pPr>
            <a:lvl3pPr indent="-273050" lvl="2" marL="1371600" marR="0" rtl="0" algn="l">
              <a:lnSpc>
                <a:spcPct val="100000"/>
              </a:lnSpc>
              <a:spcBef>
                <a:spcPts val="0"/>
              </a:spcBef>
              <a:spcAft>
                <a:spcPts val="0"/>
              </a:spcAft>
              <a:buClr>
                <a:srgbClr val="000000"/>
              </a:buClr>
              <a:buSzPts val="700"/>
              <a:buFont typeface="Arial"/>
              <a:buChar char="■"/>
              <a:defRPr b="0" i="0" sz="700" u="none" cap="none" strike="noStrike">
                <a:solidFill>
                  <a:srgbClr val="000000"/>
                </a:solidFill>
                <a:latin typeface="Arial"/>
                <a:ea typeface="Arial"/>
                <a:cs typeface="Arial"/>
                <a:sym typeface="Arial"/>
              </a:defRPr>
            </a:lvl3pPr>
            <a:lvl4pPr indent="-273050" lvl="3" marL="1828800" marR="0" rtl="0" algn="l">
              <a:lnSpc>
                <a:spcPct val="100000"/>
              </a:lnSpc>
              <a:spcBef>
                <a:spcPts val="0"/>
              </a:spcBef>
              <a:spcAft>
                <a:spcPts val="0"/>
              </a:spcAft>
              <a:buClr>
                <a:srgbClr val="000000"/>
              </a:buClr>
              <a:buSzPts val="700"/>
              <a:buFont typeface="Arial"/>
              <a:buChar char="●"/>
              <a:defRPr b="0" i="0" sz="700" u="none" cap="none" strike="noStrike">
                <a:solidFill>
                  <a:srgbClr val="000000"/>
                </a:solidFill>
                <a:latin typeface="Arial"/>
                <a:ea typeface="Arial"/>
                <a:cs typeface="Arial"/>
                <a:sym typeface="Arial"/>
              </a:defRPr>
            </a:lvl4pPr>
            <a:lvl5pPr indent="-273050" lvl="4" marL="2286000" marR="0" rtl="0" algn="l">
              <a:lnSpc>
                <a:spcPct val="100000"/>
              </a:lnSpc>
              <a:spcBef>
                <a:spcPts val="0"/>
              </a:spcBef>
              <a:spcAft>
                <a:spcPts val="0"/>
              </a:spcAft>
              <a:buClr>
                <a:srgbClr val="000000"/>
              </a:buClr>
              <a:buSzPts val="700"/>
              <a:buFont typeface="Arial"/>
              <a:buChar char="○"/>
              <a:defRPr b="0" i="0" sz="700" u="none" cap="none" strike="noStrike">
                <a:solidFill>
                  <a:srgbClr val="000000"/>
                </a:solidFill>
                <a:latin typeface="Arial"/>
                <a:ea typeface="Arial"/>
                <a:cs typeface="Arial"/>
                <a:sym typeface="Arial"/>
              </a:defRPr>
            </a:lvl5pPr>
            <a:lvl6pPr indent="-273050" lvl="5" marL="2743200" marR="0" rtl="0" algn="l">
              <a:lnSpc>
                <a:spcPct val="100000"/>
              </a:lnSpc>
              <a:spcBef>
                <a:spcPts val="0"/>
              </a:spcBef>
              <a:spcAft>
                <a:spcPts val="0"/>
              </a:spcAft>
              <a:buClr>
                <a:srgbClr val="000000"/>
              </a:buClr>
              <a:buSzPts val="700"/>
              <a:buFont typeface="Arial"/>
              <a:buChar char="■"/>
              <a:defRPr b="0" i="0" sz="700" u="none" cap="none" strike="noStrike">
                <a:solidFill>
                  <a:srgbClr val="000000"/>
                </a:solidFill>
                <a:latin typeface="Arial"/>
                <a:ea typeface="Arial"/>
                <a:cs typeface="Arial"/>
                <a:sym typeface="Arial"/>
              </a:defRPr>
            </a:lvl6pPr>
            <a:lvl7pPr indent="-273050" lvl="6" marL="3200400" marR="0" rtl="0" algn="l">
              <a:lnSpc>
                <a:spcPct val="100000"/>
              </a:lnSpc>
              <a:spcBef>
                <a:spcPts val="0"/>
              </a:spcBef>
              <a:spcAft>
                <a:spcPts val="0"/>
              </a:spcAft>
              <a:buClr>
                <a:srgbClr val="000000"/>
              </a:buClr>
              <a:buSzPts val="700"/>
              <a:buFont typeface="Arial"/>
              <a:buChar char="●"/>
              <a:defRPr b="0" i="0" sz="700" u="none" cap="none" strike="noStrike">
                <a:solidFill>
                  <a:srgbClr val="000000"/>
                </a:solidFill>
                <a:latin typeface="Arial"/>
                <a:ea typeface="Arial"/>
                <a:cs typeface="Arial"/>
                <a:sym typeface="Arial"/>
              </a:defRPr>
            </a:lvl7pPr>
            <a:lvl8pPr indent="-273050" lvl="7" marL="3657600" marR="0" rtl="0" algn="l">
              <a:lnSpc>
                <a:spcPct val="100000"/>
              </a:lnSpc>
              <a:spcBef>
                <a:spcPts val="0"/>
              </a:spcBef>
              <a:spcAft>
                <a:spcPts val="0"/>
              </a:spcAft>
              <a:buClr>
                <a:srgbClr val="000000"/>
              </a:buClr>
              <a:buSzPts val="700"/>
              <a:buFont typeface="Arial"/>
              <a:buChar char="○"/>
              <a:defRPr b="0" i="0" sz="700" u="none" cap="none" strike="noStrike">
                <a:solidFill>
                  <a:srgbClr val="000000"/>
                </a:solidFill>
                <a:latin typeface="Arial"/>
                <a:ea typeface="Arial"/>
                <a:cs typeface="Arial"/>
                <a:sym typeface="Arial"/>
              </a:defRPr>
            </a:lvl8pPr>
            <a:lvl9pPr indent="-273050" lvl="8" marL="4114800" marR="0" rtl="0" algn="l">
              <a:lnSpc>
                <a:spcPct val="100000"/>
              </a:lnSpc>
              <a:spcBef>
                <a:spcPts val="0"/>
              </a:spcBef>
              <a:spcAft>
                <a:spcPts val="0"/>
              </a:spcAft>
              <a:buClr>
                <a:srgbClr val="000000"/>
              </a:buClr>
              <a:buSzPts val="700"/>
              <a:buFont typeface="Arial"/>
              <a:buChar char="■"/>
              <a:defRPr b="0" i="0" sz="700" u="none" cap="none" strike="noStrike">
                <a:solidFill>
                  <a:srgbClr val="000000"/>
                </a:solidFill>
                <a:latin typeface="Arial"/>
                <a:ea typeface="Arial"/>
                <a:cs typeface="Arial"/>
                <a:sym typeface="Arial"/>
              </a:defRPr>
            </a:lvl9pPr>
          </a:lstStyle>
          <a:p/>
        </p:txBody>
      </p:sp>
      <p:sp>
        <p:nvSpPr>
          <p:cNvPr id="677" name="Google Shape;677;p158"/>
          <p:cNvSpPr txBox="1"/>
          <p:nvPr>
            <p:ph type="title"/>
          </p:nvPr>
        </p:nvSpPr>
        <p:spPr>
          <a:xfrm>
            <a:off x="457175" y="460250"/>
            <a:ext cx="4077000" cy="9999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1100"/>
              <a:buNone/>
              <a:defRPr sz="1800"/>
            </a:lvl1pPr>
            <a:lvl2pPr lvl="1" algn="ctr">
              <a:lnSpc>
                <a:spcPct val="100000"/>
              </a:lnSpc>
              <a:spcBef>
                <a:spcPts val="0"/>
              </a:spcBef>
              <a:spcAft>
                <a:spcPts val="0"/>
              </a:spcAft>
              <a:buSzPts val="4200"/>
              <a:buNone/>
              <a:defRPr sz="1800"/>
            </a:lvl2pPr>
            <a:lvl3pPr lvl="2" algn="ctr">
              <a:lnSpc>
                <a:spcPct val="100000"/>
              </a:lnSpc>
              <a:spcBef>
                <a:spcPts val="0"/>
              </a:spcBef>
              <a:spcAft>
                <a:spcPts val="0"/>
              </a:spcAft>
              <a:buSzPts val="4200"/>
              <a:buNone/>
              <a:defRPr sz="1800"/>
            </a:lvl3pPr>
            <a:lvl4pPr lvl="3" algn="ctr">
              <a:lnSpc>
                <a:spcPct val="100000"/>
              </a:lnSpc>
              <a:spcBef>
                <a:spcPts val="0"/>
              </a:spcBef>
              <a:spcAft>
                <a:spcPts val="0"/>
              </a:spcAft>
              <a:buSzPts val="4200"/>
              <a:buNone/>
              <a:defRPr sz="1800"/>
            </a:lvl4pPr>
            <a:lvl5pPr lvl="4" algn="ctr">
              <a:lnSpc>
                <a:spcPct val="100000"/>
              </a:lnSpc>
              <a:spcBef>
                <a:spcPts val="0"/>
              </a:spcBef>
              <a:spcAft>
                <a:spcPts val="0"/>
              </a:spcAft>
              <a:buSzPts val="4200"/>
              <a:buNone/>
              <a:defRPr sz="1800"/>
            </a:lvl5pPr>
            <a:lvl6pPr lvl="5" algn="ctr">
              <a:lnSpc>
                <a:spcPct val="100000"/>
              </a:lnSpc>
              <a:spcBef>
                <a:spcPts val="0"/>
              </a:spcBef>
              <a:spcAft>
                <a:spcPts val="0"/>
              </a:spcAft>
              <a:buSzPts val="4200"/>
              <a:buNone/>
              <a:defRPr sz="1800"/>
            </a:lvl6pPr>
            <a:lvl7pPr lvl="6" algn="ctr">
              <a:lnSpc>
                <a:spcPct val="100000"/>
              </a:lnSpc>
              <a:spcBef>
                <a:spcPts val="0"/>
              </a:spcBef>
              <a:spcAft>
                <a:spcPts val="0"/>
              </a:spcAft>
              <a:buSzPts val="4200"/>
              <a:buNone/>
              <a:defRPr sz="1800"/>
            </a:lvl7pPr>
            <a:lvl8pPr lvl="7" algn="ctr">
              <a:lnSpc>
                <a:spcPct val="100000"/>
              </a:lnSpc>
              <a:spcBef>
                <a:spcPts val="0"/>
              </a:spcBef>
              <a:spcAft>
                <a:spcPts val="0"/>
              </a:spcAft>
              <a:buSzPts val="4200"/>
              <a:buNone/>
              <a:defRPr sz="1800"/>
            </a:lvl8pPr>
            <a:lvl9pPr lvl="8" algn="ctr">
              <a:lnSpc>
                <a:spcPct val="100000"/>
              </a:lnSpc>
              <a:spcBef>
                <a:spcPts val="0"/>
              </a:spcBef>
              <a:spcAft>
                <a:spcPts val="0"/>
              </a:spcAft>
              <a:buSzPts val="4200"/>
              <a:buNone/>
              <a:defRPr sz="1800"/>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Title &amp; Body_1 Col">
  <p:cSld name="CUSTOM_7_1_1_1_1_1_1_1_1_1_1_1_1_1_1_1">
    <p:bg>
      <p:bgPr>
        <a:solidFill>
          <a:srgbClr val="FFFFFF"/>
        </a:solidFill>
      </p:bgPr>
    </p:bg>
    <p:spTree>
      <p:nvGrpSpPr>
        <p:cNvPr id="678" name="Shape 678"/>
        <p:cNvGrpSpPr/>
        <p:nvPr/>
      </p:nvGrpSpPr>
      <p:grpSpPr>
        <a:xfrm>
          <a:off x="0" y="0"/>
          <a:ext cx="0" cy="0"/>
          <a:chOff x="0" y="0"/>
          <a:chExt cx="0" cy="0"/>
        </a:xfrm>
      </p:grpSpPr>
      <p:sp>
        <p:nvSpPr>
          <p:cNvPr id="679" name="Google Shape;679;p159"/>
          <p:cNvSpPr txBox="1"/>
          <p:nvPr>
            <p:ph type="title"/>
          </p:nvPr>
        </p:nvSpPr>
        <p:spPr>
          <a:xfrm>
            <a:off x="457200" y="457200"/>
            <a:ext cx="8229900" cy="3573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2000"/>
              <a:buNone/>
              <a:defRPr sz="2000"/>
            </a:lvl1pPr>
            <a:lvl2pPr lvl="1" algn="ctr">
              <a:lnSpc>
                <a:spcPct val="90000"/>
              </a:lnSpc>
              <a:spcBef>
                <a:spcPts val="0"/>
              </a:spcBef>
              <a:spcAft>
                <a:spcPts val="0"/>
              </a:spcAft>
              <a:buSzPts val="2000"/>
              <a:buNone/>
              <a:defRPr sz="2000">
                <a:latin typeface="Arial"/>
                <a:ea typeface="Arial"/>
                <a:cs typeface="Arial"/>
                <a:sym typeface="Arial"/>
              </a:defRPr>
            </a:lvl2pPr>
            <a:lvl3pPr lvl="2" algn="ctr">
              <a:lnSpc>
                <a:spcPct val="90000"/>
              </a:lnSpc>
              <a:spcBef>
                <a:spcPts val="0"/>
              </a:spcBef>
              <a:spcAft>
                <a:spcPts val="0"/>
              </a:spcAft>
              <a:buSzPts val="2000"/>
              <a:buNone/>
              <a:defRPr sz="2000">
                <a:latin typeface="Arial"/>
                <a:ea typeface="Arial"/>
                <a:cs typeface="Arial"/>
                <a:sym typeface="Arial"/>
              </a:defRPr>
            </a:lvl3pPr>
            <a:lvl4pPr lvl="3" algn="ctr">
              <a:lnSpc>
                <a:spcPct val="90000"/>
              </a:lnSpc>
              <a:spcBef>
                <a:spcPts val="0"/>
              </a:spcBef>
              <a:spcAft>
                <a:spcPts val="0"/>
              </a:spcAft>
              <a:buSzPts val="2000"/>
              <a:buNone/>
              <a:defRPr sz="2000">
                <a:latin typeface="Arial"/>
                <a:ea typeface="Arial"/>
                <a:cs typeface="Arial"/>
                <a:sym typeface="Arial"/>
              </a:defRPr>
            </a:lvl4pPr>
            <a:lvl5pPr lvl="4" algn="ctr">
              <a:lnSpc>
                <a:spcPct val="90000"/>
              </a:lnSpc>
              <a:spcBef>
                <a:spcPts val="0"/>
              </a:spcBef>
              <a:spcAft>
                <a:spcPts val="0"/>
              </a:spcAft>
              <a:buSzPts val="2000"/>
              <a:buNone/>
              <a:defRPr sz="2000">
                <a:latin typeface="Arial"/>
                <a:ea typeface="Arial"/>
                <a:cs typeface="Arial"/>
                <a:sym typeface="Arial"/>
              </a:defRPr>
            </a:lvl5pPr>
            <a:lvl6pPr lvl="5" algn="ctr">
              <a:lnSpc>
                <a:spcPct val="90000"/>
              </a:lnSpc>
              <a:spcBef>
                <a:spcPts val="0"/>
              </a:spcBef>
              <a:spcAft>
                <a:spcPts val="0"/>
              </a:spcAft>
              <a:buSzPts val="2000"/>
              <a:buNone/>
              <a:defRPr sz="2000">
                <a:latin typeface="Arial"/>
                <a:ea typeface="Arial"/>
                <a:cs typeface="Arial"/>
                <a:sym typeface="Arial"/>
              </a:defRPr>
            </a:lvl6pPr>
            <a:lvl7pPr lvl="6" algn="ctr">
              <a:lnSpc>
                <a:spcPct val="90000"/>
              </a:lnSpc>
              <a:spcBef>
                <a:spcPts val="0"/>
              </a:spcBef>
              <a:spcAft>
                <a:spcPts val="0"/>
              </a:spcAft>
              <a:buSzPts val="2000"/>
              <a:buNone/>
              <a:defRPr sz="2000">
                <a:latin typeface="Arial"/>
                <a:ea typeface="Arial"/>
                <a:cs typeface="Arial"/>
                <a:sym typeface="Arial"/>
              </a:defRPr>
            </a:lvl7pPr>
            <a:lvl8pPr lvl="7" algn="ctr">
              <a:lnSpc>
                <a:spcPct val="90000"/>
              </a:lnSpc>
              <a:spcBef>
                <a:spcPts val="0"/>
              </a:spcBef>
              <a:spcAft>
                <a:spcPts val="0"/>
              </a:spcAft>
              <a:buSzPts val="2000"/>
              <a:buNone/>
              <a:defRPr sz="2000">
                <a:latin typeface="Arial"/>
                <a:ea typeface="Arial"/>
                <a:cs typeface="Arial"/>
                <a:sym typeface="Arial"/>
              </a:defRPr>
            </a:lvl8pPr>
            <a:lvl9pPr lvl="8" algn="ctr">
              <a:lnSpc>
                <a:spcPct val="90000"/>
              </a:lnSpc>
              <a:spcBef>
                <a:spcPts val="0"/>
              </a:spcBef>
              <a:spcAft>
                <a:spcPts val="0"/>
              </a:spcAft>
              <a:buSzPts val="2000"/>
              <a:buNone/>
              <a:defRPr sz="2000">
                <a:latin typeface="Arial"/>
                <a:ea typeface="Arial"/>
                <a:cs typeface="Arial"/>
                <a:sym typeface="Arial"/>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Agenda - Red 1">
  <p:cSld name="CUSTOM_7_1_1_1_1_1_1_1_1_1_1_1_1_1_1_1_1_4_2_1_1_1">
    <p:bg>
      <p:bgPr>
        <a:solidFill>
          <a:srgbClr val="FFFFFF"/>
        </a:solidFill>
      </p:bgPr>
    </p:bg>
    <p:spTree>
      <p:nvGrpSpPr>
        <p:cNvPr id="680" name="Shape 680"/>
        <p:cNvGrpSpPr/>
        <p:nvPr/>
      </p:nvGrpSpPr>
      <p:grpSpPr>
        <a:xfrm>
          <a:off x="0" y="0"/>
          <a:ext cx="0" cy="0"/>
          <a:chOff x="0" y="0"/>
          <a:chExt cx="0" cy="0"/>
        </a:xfrm>
      </p:grpSpPr>
      <p:sp>
        <p:nvSpPr>
          <p:cNvPr id="681" name="Google Shape;681;p160"/>
          <p:cNvSpPr txBox="1"/>
          <p:nvPr/>
        </p:nvSpPr>
        <p:spPr>
          <a:xfrm>
            <a:off x="7404935" y="4875830"/>
            <a:ext cx="1300200" cy="79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0</a:t>
            </a:r>
            <a:fld id="{00000000-1234-1234-1234-123412341234}" type="slidenum">
              <a:rPr b="0" i="0" lang="en"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sp>
        <p:nvSpPr>
          <p:cNvPr id="682" name="Google Shape;682;p160"/>
          <p:cNvSpPr txBox="1"/>
          <p:nvPr/>
        </p:nvSpPr>
        <p:spPr>
          <a:xfrm>
            <a:off x="455317" y="4875830"/>
            <a:ext cx="1300200" cy="79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Google Cloud Next ‘24</a:t>
            </a:r>
            <a:endParaRPr b="0" i="0" sz="600" u="none" cap="none" strike="noStrike">
              <a:solidFill>
                <a:schemeClr val="dk1"/>
              </a:solidFill>
              <a:latin typeface="Arial"/>
              <a:ea typeface="Arial"/>
              <a:cs typeface="Arial"/>
              <a:sym typeface="Arial"/>
            </a:endParaRPr>
          </a:p>
        </p:txBody>
      </p:sp>
      <p:pic>
        <p:nvPicPr>
          <p:cNvPr id="683" name="Google Shape;683;p160"/>
          <p:cNvPicPr preferRelativeResize="0"/>
          <p:nvPr/>
        </p:nvPicPr>
        <p:blipFill rotWithShape="1">
          <a:blip r:embed="rId2">
            <a:alphaModFix/>
          </a:blip>
          <a:srcRect b="30976" l="-3523" r="29509" t="27487"/>
          <a:stretch/>
        </p:blipFill>
        <p:spPr>
          <a:xfrm>
            <a:off x="6515534" y="-8179"/>
            <a:ext cx="2628468" cy="1764526"/>
          </a:xfrm>
          <a:prstGeom prst="rect">
            <a:avLst/>
          </a:prstGeom>
          <a:noFill/>
          <a:ln>
            <a:noFill/>
          </a:ln>
        </p:spPr>
      </p:pic>
      <p:sp>
        <p:nvSpPr>
          <p:cNvPr id="684" name="Google Shape;684;p160"/>
          <p:cNvSpPr txBox="1"/>
          <p:nvPr>
            <p:ph type="title"/>
          </p:nvPr>
        </p:nvSpPr>
        <p:spPr>
          <a:xfrm>
            <a:off x="419100" y="413600"/>
            <a:ext cx="5704800" cy="6084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4400"/>
              <a:buFont typeface="Arial"/>
              <a:buNone/>
              <a:defRPr sz="4400"/>
            </a:lvl1pPr>
            <a:lvl2pPr lvl="1" algn="ctr">
              <a:lnSpc>
                <a:spcPct val="85000"/>
              </a:lnSpc>
              <a:spcBef>
                <a:spcPts val="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
        <p:nvSpPr>
          <p:cNvPr id="685" name="Google Shape;685;p160"/>
          <p:cNvSpPr txBox="1"/>
          <p:nvPr/>
        </p:nvSpPr>
        <p:spPr>
          <a:xfrm>
            <a:off x="3921900" y="4858875"/>
            <a:ext cx="1300200" cy="909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Proprietary</a:t>
            </a:r>
            <a:endParaRPr b="0" i="0" sz="600" u="none" cap="none" strike="noStrike">
              <a:solidFill>
                <a:schemeClr val="dk1"/>
              </a:solidFill>
              <a:latin typeface="Arial"/>
              <a:ea typeface="Arial"/>
              <a:cs typeface="Arial"/>
              <a:sym typeface="Arial"/>
            </a:endParaRPr>
          </a:p>
        </p:txBody>
      </p:sp>
      <p:sp>
        <p:nvSpPr>
          <p:cNvPr id="686" name="Google Shape;686;p160"/>
          <p:cNvSpPr txBox="1"/>
          <p:nvPr>
            <p:ph idx="2" type="title"/>
          </p:nvPr>
        </p:nvSpPr>
        <p:spPr>
          <a:xfrm>
            <a:off x="457175" y="1764521"/>
            <a:ext cx="2040600" cy="221400"/>
          </a:xfrm>
          <a:prstGeom prst="rect">
            <a:avLst/>
          </a:prstGeom>
          <a:noFill/>
          <a:ln>
            <a:noFill/>
          </a:ln>
        </p:spPr>
        <p:txBody>
          <a:bodyPr anchorCtr="0" anchor="t" bIns="91425" lIns="91425" spcFirstLastPara="1" rIns="91425" wrap="square" tIns="91425">
            <a:noAutofit/>
          </a:bodyPr>
          <a:lstStyle>
            <a:lvl1pPr lvl="0" marR="0" algn="l">
              <a:lnSpc>
                <a:spcPct val="115000"/>
              </a:lnSpc>
              <a:spcBef>
                <a:spcPts val="0"/>
              </a:spcBef>
              <a:spcAft>
                <a:spcPts val="0"/>
              </a:spcAft>
              <a:buSzPts val="1100"/>
              <a:buNone/>
              <a:defRPr sz="1100">
                <a:solidFill>
                  <a:schemeClr val="accent2"/>
                </a:solidFill>
              </a:defRPr>
            </a:lvl1pPr>
            <a:lvl2pPr lvl="1" algn="ctr">
              <a:lnSpc>
                <a:spcPct val="85000"/>
              </a:lnSpc>
              <a:spcBef>
                <a:spcPts val="800"/>
              </a:spcBef>
              <a:spcAft>
                <a:spcPts val="0"/>
              </a:spcAft>
              <a:buClr>
                <a:schemeClr val="accent2"/>
              </a:buClr>
              <a:buSzPts val="2000"/>
              <a:buFont typeface="Arial"/>
              <a:buNone/>
              <a:defRPr sz="2000">
                <a:solidFill>
                  <a:schemeClr val="accent2"/>
                </a:solidFill>
              </a:defRPr>
            </a:lvl2pPr>
            <a:lvl3pPr lvl="2" algn="ctr">
              <a:lnSpc>
                <a:spcPct val="85000"/>
              </a:lnSpc>
              <a:spcBef>
                <a:spcPts val="0"/>
              </a:spcBef>
              <a:spcAft>
                <a:spcPts val="0"/>
              </a:spcAft>
              <a:buClr>
                <a:schemeClr val="accent2"/>
              </a:buClr>
              <a:buSzPts val="2000"/>
              <a:buFont typeface="Arial"/>
              <a:buNone/>
              <a:defRPr sz="2000">
                <a:solidFill>
                  <a:schemeClr val="accent2"/>
                </a:solidFill>
              </a:defRPr>
            </a:lvl3pPr>
            <a:lvl4pPr lvl="3" algn="ctr">
              <a:lnSpc>
                <a:spcPct val="85000"/>
              </a:lnSpc>
              <a:spcBef>
                <a:spcPts val="0"/>
              </a:spcBef>
              <a:spcAft>
                <a:spcPts val="0"/>
              </a:spcAft>
              <a:buClr>
                <a:schemeClr val="accent2"/>
              </a:buClr>
              <a:buSzPts val="2000"/>
              <a:buFont typeface="Arial"/>
              <a:buNone/>
              <a:defRPr sz="2000">
                <a:solidFill>
                  <a:schemeClr val="accent2"/>
                </a:solidFill>
              </a:defRPr>
            </a:lvl4pPr>
            <a:lvl5pPr lvl="4" algn="ctr">
              <a:lnSpc>
                <a:spcPct val="85000"/>
              </a:lnSpc>
              <a:spcBef>
                <a:spcPts val="0"/>
              </a:spcBef>
              <a:spcAft>
                <a:spcPts val="0"/>
              </a:spcAft>
              <a:buClr>
                <a:schemeClr val="accent2"/>
              </a:buClr>
              <a:buSzPts val="2000"/>
              <a:buFont typeface="Arial"/>
              <a:buNone/>
              <a:defRPr sz="2000">
                <a:solidFill>
                  <a:schemeClr val="accent2"/>
                </a:solidFill>
              </a:defRPr>
            </a:lvl5pPr>
            <a:lvl6pPr lvl="5" algn="ctr">
              <a:lnSpc>
                <a:spcPct val="85000"/>
              </a:lnSpc>
              <a:spcBef>
                <a:spcPts val="0"/>
              </a:spcBef>
              <a:spcAft>
                <a:spcPts val="0"/>
              </a:spcAft>
              <a:buClr>
                <a:schemeClr val="accent2"/>
              </a:buClr>
              <a:buSzPts val="2000"/>
              <a:buFont typeface="Arial"/>
              <a:buNone/>
              <a:defRPr sz="2000">
                <a:solidFill>
                  <a:schemeClr val="accent2"/>
                </a:solidFill>
              </a:defRPr>
            </a:lvl6pPr>
            <a:lvl7pPr lvl="6" algn="ctr">
              <a:lnSpc>
                <a:spcPct val="85000"/>
              </a:lnSpc>
              <a:spcBef>
                <a:spcPts val="0"/>
              </a:spcBef>
              <a:spcAft>
                <a:spcPts val="0"/>
              </a:spcAft>
              <a:buClr>
                <a:schemeClr val="accent2"/>
              </a:buClr>
              <a:buSzPts val="2000"/>
              <a:buFont typeface="Arial"/>
              <a:buNone/>
              <a:defRPr sz="2000">
                <a:solidFill>
                  <a:schemeClr val="accent2"/>
                </a:solidFill>
              </a:defRPr>
            </a:lvl7pPr>
            <a:lvl8pPr lvl="7" algn="ctr">
              <a:lnSpc>
                <a:spcPct val="85000"/>
              </a:lnSpc>
              <a:spcBef>
                <a:spcPts val="0"/>
              </a:spcBef>
              <a:spcAft>
                <a:spcPts val="0"/>
              </a:spcAft>
              <a:buClr>
                <a:schemeClr val="accent2"/>
              </a:buClr>
              <a:buSzPts val="2000"/>
              <a:buFont typeface="Arial"/>
              <a:buNone/>
              <a:defRPr sz="2000">
                <a:solidFill>
                  <a:schemeClr val="accent2"/>
                </a:solidFill>
              </a:defRPr>
            </a:lvl8pPr>
            <a:lvl9pPr lvl="8" algn="ctr">
              <a:lnSpc>
                <a:spcPct val="85000"/>
              </a:lnSpc>
              <a:spcBef>
                <a:spcPts val="0"/>
              </a:spcBef>
              <a:spcAft>
                <a:spcPts val="0"/>
              </a:spcAft>
              <a:buClr>
                <a:schemeClr val="accent2"/>
              </a:buClr>
              <a:buSzPts val="2000"/>
              <a:buFont typeface="Arial"/>
              <a:buNone/>
              <a:defRPr sz="2000">
                <a:solidFill>
                  <a:schemeClr val="accent2"/>
                </a:solidFill>
              </a:defRPr>
            </a:lvl9pPr>
          </a:lstStyle>
          <a:p/>
        </p:txBody>
      </p:sp>
      <p:sp>
        <p:nvSpPr>
          <p:cNvPr id="687" name="Google Shape;687;p160"/>
          <p:cNvSpPr txBox="1"/>
          <p:nvPr>
            <p:ph idx="3" type="title"/>
          </p:nvPr>
        </p:nvSpPr>
        <p:spPr>
          <a:xfrm>
            <a:off x="3237338" y="1764521"/>
            <a:ext cx="2040600" cy="221400"/>
          </a:xfrm>
          <a:prstGeom prst="rect">
            <a:avLst/>
          </a:prstGeom>
          <a:noFill/>
          <a:ln>
            <a:noFill/>
          </a:ln>
        </p:spPr>
        <p:txBody>
          <a:bodyPr anchorCtr="0" anchor="t" bIns="91425" lIns="91425" spcFirstLastPara="1" rIns="91425" wrap="square" tIns="91425">
            <a:noAutofit/>
          </a:bodyPr>
          <a:lstStyle>
            <a:lvl1pPr lvl="0" marR="0" algn="l">
              <a:lnSpc>
                <a:spcPct val="115000"/>
              </a:lnSpc>
              <a:spcBef>
                <a:spcPts val="0"/>
              </a:spcBef>
              <a:spcAft>
                <a:spcPts val="0"/>
              </a:spcAft>
              <a:buSzPts val="1100"/>
              <a:buNone/>
              <a:defRPr sz="1100">
                <a:solidFill>
                  <a:schemeClr val="accent2"/>
                </a:solidFill>
              </a:defRPr>
            </a:lvl1pPr>
            <a:lvl2pPr lvl="1" algn="ctr">
              <a:lnSpc>
                <a:spcPct val="85000"/>
              </a:lnSpc>
              <a:spcBef>
                <a:spcPts val="800"/>
              </a:spcBef>
              <a:spcAft>
                <a:spcPts val="0"/>
              </a:spcAft>
              <a:buClr>
                <a:schemeClr val="accent2"/>
              </a:buClr>
              <a:buSzPts val="2000"/>
              <a:buFont typeface="Arial"/>
              <a:buNone/>
              <a:defRPr sz="2000">
                <a:solidFill>
                  <a:schemeClr val="accent2"/>
                </a:solidFill>
              </a:defRPr>
            </a:lvl2pPr>
            <a:lvl3pPr lvl="2" algn="ctr">
              <a:lnSpc>
                <a:spcPct val="85000"/>
              </a:lnSpc>
              <a:spcBef>
                <a:spcPts val="0"/>
              </a:spcBef>
              <a:spcAft>
                <a:spcPts val="0"/>
              </a:spcAft>
              <a:buClr>
                <a:schemeClr val="accent2"/>
              </a:buClr>
              <a:buSzPts val="2000"/>
              <a:buFont typeface="Arial"/>
              <a:buNone/>
              <a:defRPr sz="2000">
                <a:solidFill>
                  <a:schemeClr val="accent2"/>
                </a:solidFill>
              </a:defRPr>
            </a:lvl3pPr>
            <a:lvl4pPr lvl="3" algn="ctr">
              <a:lnSpc>
                <a:spcPct val="85000"/>
              </a:lnSpc>
              <a:spcBef>
                <a:spcPts val="0"/>
              </a:spcBef>
              <a:spcAft>
                <a:spcPts val="0"/>
              </a:spcAft>
              <a:buClr>
                <a:schemeClr val="accent2"/>
              </a:buClr>
              <a:buSzPts val="2000"/>
              <a:buFont typeface="Arial"/>
              <a:buNone/>
              <a:defRPr sz="2000">
                <a:solidFill>
                  <a:schemeClr val="accent2"/>
                </a:solidFill>
              </a:defRPr>
            </a:lvl4pPr>
            <a:lvl5pPr lvl="4" algn="ctr">
              <a:lnSpc>
                <a:spcPct val="85000"/>
              </a:lnSpc>
              <a:spcBef>
                <a:spcPts val="0"/>
              </a:spcBef>
              <a:spcAft>
                <a:spcPts val="0"/>
              </a:spcAft>
              <a:buClr>
                <a:schemeClr val="accent2"/>
              </a:buClr>
              <a:buSzPts val="2000"/>
              <a:buFont typeface="Arial"/>
              <a:buNone/>
              <a:defRPr sz="2000">
                <a:solidFill>
                  <a:schemeClr val="accent2"/>
                </a:solidFill>
              </a:defRPr>
            </a:lvl5pPr>
            <a:lvl6pPr lvl="5" algn="ctr">
              <a:lnSpc>
                <a:spcPct val="85000"/>
              </a:lnSpc>
              <a:spcBef>
                <a:spcPts val="0"/>
              </a:spcBef>
              <a:spcAft>
                <a:spcPts val="0"/>
              </a:spcAft>
              <a:buClr>
                <a:schemeClr val="accent2"/>
              </a:buClr>
              <a:buSzPts val="2000"/>
              <a:buFont typeface="Arial"/>
              <a:buNone/>
              <a:defRPr sz="2000">
                <a:solidFill>
                  <a:schemeClr val="accent2"/>
                </a:solidFill>
              </a:defRPr>
            </a:lvl6pPr>
            <a:lvl7pPr lvl="6" algn="ctr">
              <a:lnSpc>
                <a:spcPct val="85000"/>
              </a:lnSpc>
              <a:spcBef>
                <a:spcPts val="0"/>
              </a:spcBef>
              <a:spcAft>
                <a:spcPts val="0"/>
              </a:spcAft>
              <a:buClr>
                <a:schemeClr val="accent2"/>
              </a:buClr>
              <a:buSzPts val="2000"/>
              <a:buFont typeface="Arial"/>
              <a:buNone/>
              <a:defRPr sz="2000">
                <a:solidFill>
                  <a:schemeClr val="accent2"/>
                </a:solidFill>
              </a:defRPr>
            </a:lvl7pPr>
            <a:lvl8pPr lvl="7" algn="ctr">
              <a:lnSpc>
                <a:spcPct val="85000"/>
              </a:lnSpc>
              <a:spcBef>
                <a:spcPts val="0"/>
              </a:spcBef>
              <a:spcAft>
                <a:spcPts val="0"/>
              </a:spcAft>
              <a:buClr>
                <a:schemeClr val="accent2"/>
              </a:buClr>
              <a:buSzPts val="2000"/>
              <a:buFont typeface="Arial"/>
              <a:buNone/>
              <a:defRPr sz="2000">
                <a:solidFill>
                  <a:schemeClr val="accent2"/>
                </a:solidFill>
              </a:defRPr>
            </a:lvl8pPr>
            <a:lvl9pPr lvl="8" algn="ctr">
              <a:lnSpc>
                <a:spcPct val="85000"/>
              </a:lnSpc>
              <a:spcBef>
                <a:spcPts val="0"/>
              </a:spcBef>
              <a:spcAft>
                <a:spcPts val="0"/>
              </a:spcAft>
              <a:buClr>
                <a:schemeClr val="accent2"/>
              </a:buClr>
              <a:buSzPts val="2000"/>
              <a:buFont typeface="Arial"/>
              <a:buNone/>
              <a:defRPr sz="2000">
                <a:solidFill>
                  <a:schemeClr val="accent2"/>
                </a:solidFill>
              </a:defRPr>
            </a:lvl9pPr>
          </a:lstStyle>
          <a:p/>
        </p:txBody>
      </p:sp>
      <p:sp>
        <p:nvSpPr>
          <p:cNvPr id="688" name="Google Shape;688;p160"/>
          <p:cNvSpPr txBox="1"/>
          <p:nvPr>
            <p:ph idx="4" type="title"/>
          </p:nvPr>
        </p:nvSpPr>
        <p:spPr>
          <a:xfrm>
            <a:off x="6017513" y="1764521"/>
            <a:ext cx="2040600" cy="221400"/>
          </a:xfrm>
          <a:prstGeom prst="rect">
            <a:avLst/>
          </a:prstGeom>
          <a:noFill/>
          <a:ln>
            <a:noFill/>
          </a:ln>
        </p:spPr>
        <p:txBody>
          <a:bodyPr anchorCtr="0" anchor="t" bIns="91425" lIns="91425" spcFirstLastPara="1" rIns="91425" wrap="square" tIns="91425">
            <a:noAutofit/>
          </a:bodyPr>
          <a:lstStyle>
            <a:lvl1pPr lvl="0" marR="0" algn="l">
              <a:lnSpc>
                <a:spcPct val="115000"/>
              </a:lnSpc>
              <a:spcBef>
                <a:spcPts val="0"/>
              </a:spcBef>
              <a:spcAft>
                <a:spcPts val="0"/>
              </a:spcAft>
              <a:buSzPts val="1100"/>
              <a:buNone/>
              <a:defRPr sz="1100">
                <a:solidFill>
                  <a:schemeClr val="accent2"/>
                </a:solidFill>
              </a:defRPr>
            </a:lvl1pPr>
            <a:lvl2pPr lvl="1" algn="ctr">
              <a:lnSpc>
                <a:spcPct val="85000"/>
              </a:lnSpc>
              <a:spcBef>
                <a:spcPts val="800"/>
              </a:spcBef>
              <a:spcAft>
                <a:spcPts val="0"/>
              </a:spcAft>
              <a:buClr>
                <a:schemeClr val="accent2"/>
              </a:buClr>
              <a:buSzPts val="2000"/>
              <a:buFont typeface="Arial"/>
              <a:buNone/>
              <a:defRPr sz="2000">
                <a:solidFill>
                  <a:schemeClr val="accent2"/>
                </a:solidFill>
              </a:defRPr>
            </a:lvl2pPr>
            <a:lvl3pPr lvl="2" algn="ctr">
              <a:lnSpc>
                <a:spcPct val="85000"/>
              </a:lnSpc>
              <a:spcBef>
                <a:spcPts val="0"/>
              </a:spcBef>
              <a:spcAft>
                <a:spcPts val="0"/>
              </a:spcAft>
              <a:buClr>
                <a:schemeClr val="accent2"/>
              </a:buClr>
              <a:buSzPts val="2000"/>
              <a:buFont typeface="Arial"/>
              <a:buNone/>
              <a:defRPr sz="2000">
                <a:solidFill>
                  <a:schemeClr val="accent2"/>
                </a:solidFill>
              </a:defRPr>
            </a:lvl3pPr>
            <a:lvl4pPr lvl="3" algn="ctr">
              <a:lnSpc>
                <a:spcPct val="85000"/>
              </a:lnSpc>
              <a:spcBef>
                <a:spcPts val="0"/>
              </a:spcBef>
              <a:spcAft>
                <a:spcPts val="0"/>
              </a:spcAft>
              <a:buClr>
                <a:schemeClr val="accent2"/>
              </a:buClr>
              <a:buSzPts val="2000"/>
              <a:buFont typeface="Arial"/>
              <a:buNone/>
              <a:defRPr sz="2000">
                <a:solidFill>
                  <a:schemeClr val="accent2"/>
                </a:solidFill>
              </a:defRPr>
            </a:lvl4pPr>
            <a:lvl5pPr lvl="4" algn="ctr">
              <a:lnSpc>
                <a:spcPct val="85000"/>
              </a:lnSpc>
              <a:spcBef>
                <a:spcPts val="0"/>
              </a:spcBef>
              <a:spcAft>
                <a:spcPts val="0"/>
              </a:spcAft>
              <a:buClr>
                <a:schemeClr val="accent2"/>
              </a:buClr>
              <a:buSzPts val="2000"/>
              <a:buFont typeface="Arial"/>
              <a:buNone/>
              <a:defRPr sz="2000">
                <a:solidFill>
                  <a:schemeClr val="accent2"/>
                </a:solidFill>
              </a:defRPr>
            </a:lvl5pPr>
            <a:lvl6pPr lvl="5" algn="ctr">
              <a:lnSpc>
                <a:spcPct val="85000"/>
              </a:lnSpc>
              <a:spcBef>
                <a:spcPts val="0"/>
              </a:spcBef>
              <a:spcAft>
                <a:spcPts val="0"/>
              </a:spcAft>
              <a:buClr>
                <a:schemeClr val="accent2"/>
              </a:buClr>
              <a:buSzPts val="2000"/>
              <a:buFont typeface="Arial"/>
              <a:buNone/>
              <a:defRPr sz="2000">
                <a:solidFill>
                  <a:schemeClr val="accent2"/>
                </a:solidFill>
              </a:defRPr>
            </a:lvl6pPr>
            <a:lvl7pPr lvl="6" algn="ctr">
              <a:lnSpc>
                <a:spcPct val="85000"/>
              </a:lnSpc>
              <a:spcBef>
                <a:spcPts val="0"/>
              </a:spcBef>
              <a:spcAft>
                <a:spcPts val="0"/>
              </a:spcAft>
              <a:buClr>
                <a:schemeClr val="accent2"/>
              </a:buClr>
              <a:buSzPts val="2000"/>
              <a:buFont typeface="Arial"/>
              <a:buNone/>
              <a:defRPr sz="2000">
                <a:solidFill>
                  <a:schemeClr val="accent2"/>
                </a:solidFill>
              </a:defRPr>
            </a:lvl7pPr>
            <a:lvl8pPr lvl="7" algn="ctr">
              <a:lnSpc>
                <a:spcPct val="85000"/>
              </a:lnSpc>
              <a:spcBef>
                <a:spcPts val="0"/>
              </a:spcBef>
              <a:spcAft>
                <a:spcPts val="0"/>
              </a:spcAft>
              <a:buClr>
                <a:schemeClr val="accent2"/>
              </a:buClr>
              <a:buSzPts val="2000"/>
              <a:buFont typeface="Arial"/>
              <a:buNone/>
              <a:defRPr sz="2000">
                <a:solidFill>
                  <a:schemeClr val="accent2"/>
                </a:solidFill>
              </a:defRPr>
            </a:lvl8pPr>
            <a:lvl9pPr lvl="8" algn="ctr">
              <a:lnSpc>
                <a:spcPct val="85000"/>
              </a:lnSpc>
              <a:spcBef>
                <a:spcPts val="0"/>
              </a:spcBef>
              <a:spcAft>
                <a:spcPts val="0"/>
              </a:spcAft>
              <a:buClr>
                <a:schemeClr val="accent2"/>
              </a:buClr>
              <a:buSzPts val="2000"/>
              <a:buFont typeface="Arial"/>
              <a:buNone/>
              <a:defRPr sz="2000">
                <a:solidFill>
                  <a:schemeClr val="accent2"/>
                </a:solidFill>
              </a:defRPr>
            </a:lvl9pPr>
          </a:lstStyle>
          <a:p/>
        </p:txBody>
      </p:sp>
      <p:sp>
        <p:nvSpPr>
          <p:cNvPr id="689" name="Google Shape;689;p160"/>
          <p:cNvSpPr txBox="1"/>
          <p:nvPr>
            <p:ph idx="5" type="title"/>
          </p:nvPr>
        </p:nvSpPr>
        <p:spPr>
          <a:xfrm>
            <a:off x="457175" y="3321799"/>
            <a:ext cx="2040600" cy="221400"/>
          </a:xfrm>
          <a:prstGeom prst="rect">
            <a:avLst/>
          </a:prstGeom>
          <a:noFill/>
          <a:ln>
            <a:noFill/>
          </a:ln>
        </p:spPr>
        <p:txBody>
          <a:bodyPr anchorCtr="0" anchor="t" bIns="91425" lIns="91425" spcFirstLastPara="1" rIns="91425" wrap="square" tIns="91425">
            <a:noAutofit/>
          </a:bodyPr>
          <a:lstStyle>
            <a:lvl1pPr lvl="0" marR="0" algn="l">
              <a:lnSpc>
                <a:spcPct val="115000"/>
              </a:lnSpc>
              <a:spcBef>
                <a:spcPts val="0"/>
              </a:spcBef>
              <a:spcAft>
                <a:spcPts val="0"/>
              </a:spcAft>
              <a:buSzPts val="1100"/>
              <a:buNone/>
              <a:defRPr sz="1100">
                <a:solidFill>
                  <a:schemeClr val="accent2"/>
                </a:solidFill>
              </a:defRPr>
            </a:lvl1pPr>
            <a:lvl2pPr lvl="1" algn="ctr">
              <a:lnSpc>
                <a:spcPct val="85000"/>
              </a:lnSpc>
              <a:spcBef>
                <a:spcPts val="800"/>
              </a:spcBef>
              <a:spcAft>
                <a:spcPts val="0"/>
              </a:spcAft>
              <a:buClr>
                <a:schemeClr val="accent2"/>
              </a:buClr>
              <a:buSzPts val="2000"/>
              <a:buFont typeface="Arial"/>
              <a:buNone/>
              <a:defRPr sz="2000">
                <a:solidFill>
                  <a:schemeClr val="accent2"/>
                </a:solidFill>
              </a:defRPr>
            </a:lvl2pPr>
            <a:lvl3pPr lvl="2" algn="ctr">
              <a:lnSpc>
                <a:spcPct val="85000"/>
              </a:lnSpc>
              <a:spcBef>
                <a:spcPts val="0"/>
              </a:spcBef>
              <a:spcAft>
                <a:spcPts val="0"/>
              </a:spcAft>
              <a:buClr>
                <a:schemeClr val="accent2"/>
              </a:buClr>
              <a:buSzPts val="2000"/>
              <a:buFont typeface="Arial"/>
              <a:buNone/>
              <a:defRPr sz="2000">
                <a:solidFill>
                  <a:schemeClr val="accent2"/>
                </a:solidFill>
              </a:defRPr>
            </a:lvl3pPr>
            <a:lvl4pPr lvl="3" algn="ctr">
              <a:lnSpc>
                <a:spcPct val="85000"/>
              </a:lnSpc>
              <a:spcBef>
                <a:spcPts val="0"/>
              </a:spcBef>
              <a:spcAft>
                <a:spcPts val="0"/>
              </a:spcAft>
              <a:buClr>
                <a:schemeClr val="accent2"/>
              </a:buClr>
              <a:buSzPts val="2000"/>
              <a:buFont typeface="Arial"/>
              <a:buNone/>
              <a:defRPr sz="2000">
                <a:solidFill>
                  <a:schemeClr val="accent2"/>
                </a:solidFill>
              </a:defRPr>
            </a:lvl4pPr>
            <a:lvl5pPr lvl="4" algn="ctr">
              <a:lnSpc>
                <a:spcPct val="85000"/>
              </a:lnSpc>
              <a:spcBef>
                <a:spcPts val="0"/>
              </a:spcBef>
              <a:spcAft>
                <a:spcPts val="0"/>
              </a:spcAft>
              <a:buClr>
                <a:schemeClr val="accent2"/>
              </a:buClr>
              <a:buSzPts val="2000"/>
              <a:buFont typeface="Arial"/>
              <a:buNone/>
              <a:defRPr sz="2000">
                <a:solidFill>
                  <a:schemeClr val="accent2"/>
                </a:solidFill>
              </a:defRPr>
            </a:lvl5pPr>
            <a:lvl6pPr lvl="5" algn="ctr">
              <a:lnSpc>
                <a:spcPct val="85000"/>
              </a:lnSpc>
              <a:spcBef>
                <a:spcPts val="0"/>
              </a:spcBef>
              <a:spcAft>
                <a:spcPts val="0"/>
              </a:spcAft>
              <a:buClr>
                <a:schemeClr val="accent2"/>
              </a:buClr>
              <a:buSzPts val="2000"/>
              <a:buFont typeface="Arial"/>
              <a:buNone/>
              <a:defRPr sz="2000">
                <a:solidFill>
                  <a:schemeClr val="accent2"/>
                </a:solidFill>
              </a:defRPr>
            </a:lvl6pPr>
            <a:lvl7pPr lvl="6" algn="ctr">
              <a:lnSpc>
                <a:spcPct val="85000"/>
              </a:lnSpc>
              <a:spcBef>
                <a:spcPts val="0"/>
              </a:spcBef>
              <a:spcAft>
                <a:spcPts val="0"/>
              </a:spcAft>
              <a:buClr>
                <a:schemeClr val="accent2"/>
              </a:buClr>
              <a:buSzPts val="2000"/>
              <a:buFont typeface="Arial"/>
              <a:buNone/>
              <a:defRPr sz="2000">
                <a:solidFill>
                  <a:schemeClr val="accent2"/>
                </a:solidFill>
              </a:defRPr>
            </a:lvl7pPr>
            <a:lvl8pPr lvl="7" algn="ctr">
              <a:lnSpc>
                <a:spcPct val="85000"/>
              </a:lnSpc>
              <a:spcBef>
                <a:spcPts val="0"/>
              </a:spcBef>
              <a:spcAft>
                <a:spcPts val="0"/>
              </a:spcAft>
              <a:buClr>
                <a:schemeClr val="accent2"/>
              </a:buClr>
              <a:buSzPts val="2000"/>
              <a:buFont typeface="Arial"/>
              <a:buNone/>
              <a:defRPr sz="2000">
                <a:solidFill>
                  <a:schemeClr val="accent2"/>
                </a:solidFill>
              </a:defRPr>
            </a:lvl8pPr>
            <a:lvl9pPr lvl="8" algn="ctr">
              <a:lnSpc>
                <a:spcPct val="85000"/>
              </a:lnSpc>
              <a:spcBef>
                <a:spcPts val="0"/>
              </a:spcBef>
              <a:spcAft>
                <a:spcPts val="0"/>
              </a:spcAft>
              <a:buClr>
                <a:schemeClr val="accent2"/>
              </a:buClr>
              <a:buSzPts val="2000"/>
              <a:buFont typeface="Arial"/>
              <a:buNone/>
              <a:defRPr sz="2000">
                <a:solidFill>
                  <a:schemeClr val="accent2"/>
                </a:solidFill>
              </a:defRPr>
            </a:lvl9pPr>
          </a:lstStyle>
          <a:p/>
        </p:txBody>
      </p:sp>
      <p:sp>
        <p:nvSpPr>
          <p:cNvPr id="690" name="Google Shape;690;p160"/>
          <p:cNvSpPr txBox="1"/>
          <p:nvPr>
            <p:ph idx="6" type="title"/>
          </p:nvPr>
        </p:nvSpPr>
        <p:spPr>
          <a:xfrm>
            <a:off x="3237338" y="3321799"/>
            <a:ext cx="2040600" cy="221400"/>
          </a:xfrm>
          <a:prstGeom prst="rect">
            <a:avLst/>
          </a:prstGeom>
          <a:noFill/>
          <a:ln>
            <a:noFill/>
          </a:ln>
        </p:spPr>
        <p:txBody>
          <a:bodyPr anchorCtr="0" anchor="t" bIns="91425" lIns="91425" spcFirstLastPara="1" rIns="91425" wrap="square" tIns="91425">
            <a:noAutofit/>
          </a:bodyPr>
          <a:lstStyle>
            <a:lvl1pPr lvl="0" marR="0" algn="l">
              <a:lnSpc>
                <a:spcPct val="115000"/>
              </a:lnSpc>
              <a:spcBef>
                <a:spcPts val="0"/>
              </a:spcBef>
              <a:spcAft>
                <a:spcPts val="0"/>
              </a:spcAft>
              <a:buSzPts val="1100"/>
              <a:buNone/>
              <a:defRPr sz="1100">
                <a:solidFill>
                  <a:schemeClr val="accent2"/>
                </a:solidFill>
              </a:defRPr>
            </a:lvl1pPr>
            <a:lvl2pPr lvl="1" algn="ctr">
              <a:lnSpc>
                <a:spcPct val="85000"/>
              </a:lnSpc>
              <a:spcBef>
                <a:spcPts val="800"/>
              </a:spcBef>
              <a:spcAft>
                <a:spcPts val="0"/>
              </a:spcAft>
              <a:buClr>
                <a:schemeClr val="accent2"/>
              </a:buClr>
              <a:buSzPts val="2000"/>
              <a:buFont typeface="Arial"/>
              <a:buNone/>
              <a:defRPr sz="2000">
                <a:solidFill>
                  <a:schemeClr val="accent2"/>
                </a:solidFill>
              </a:defRPr>
            </a:lvl2pPr>
            <a:lvl3pPr lvl="2" algn="ctr">
              <a:lnSpc>
                <a:spcPct val="85000"/>
              </a:lnSpc>
              <a:spcBef>
                <a:spcPts val="0"/>
              </a:spcBef>
              <a:spcAft>
                <a:spcPts val="0"/>
              </a:spcAft>
              <a:buClr>
                <a:schemeClr val="accent2"/>
              </a:buClr>
              <a:buSzPts val="2000"/>
              <a:buFont typeface="Arial"/>
              <a:buNone/>
              <a:defRPr sz="2000">
                <a:solidFill>
                  <a:schemeClr val="accent2"/>
                </a:solidFill>
              </a:defRPr>
            </a:lvl3pPr>
            <a:lvl4pPr lvl="3" algn="ctr">
              <a:lnSpc>
                <a:spcPct val="85000"/>
              </a:lnSpc>
              <a:spcBef>
                <a:spcPts val="0"/>
              </a:spcBef>
              <a:spcAft>
                <a:spcPts val="0"/>
              </a:spcAft>
              <a:buClr>
                <a:schemeClr val="accent2"/>
              </a:buClr>
              <a:buSzPts val="2000"/>
              <a:buFont typeface="Arial"/>
              <a:buNone/>
              <a:defRPr sz="2000">
                <a:solidFill>
                  <a:schemeClr val="accent2"/>
                </a:solidFill>
              </a:defRPr>
            </a:lvl4pPr>
            <a:lvl5pPr lvl="4" algn="ctr">
              <a:lnSpc>
                <a:spcPct val="85000"/>
              </a:lnSpc>
              <a:spcBef>
                <a:spcPts val="0"/>
              </a:spcBef>
              <a:spcAft>
                <a:spcPts val="0"/>
              </a:spcAft>
              <a:buClr>
                <a:schemeClr val="accent2"/>
              </a:buClr>
              <a:buSzPts val="2000"/>
              <a:buFont typeface="Arial"/>
              <a:buNone/>
              <a:defRPr sz="2000">
                <a:solidFill>
                  <a:schemeClr val="accent2"/>
                </a:solidFill>
              </a:defRPr>
            </a:lvl5pPr>
            <a:lvl6pPr lvl="5" algn="ctr">
              <a:lnSpc>
                <a:spcPct val="85000"/>
              </a:lnSpc>
              <a:spcBef>
                <a:spcPts val="0"/>
              </a:spcBef>
              <a:spcAft>
                <a:spcPts val="0"/>
              </a:spcAft>
              <a:buClr>
                <a:schemeClr val="accent2"/>
              </a:buClr>
              <a:buSzPts val="2000"/>
              <a:buFont typeface="Arial"/>
              <a:buNone/>
              <a:defRPr sz="2000">
                <a:solidFill>
                  <a:schemeClr val="accent2"/>
                </a:solidFill>
              </a:defRPr>
            </a:lvl6pPr>
            <a:lvl7pPr lvl="6" algn="ctr">
              <a:lnSpc>
                <a:spcPct val="85000"/>
              </a:lnSpc>
              <a:spcBef>
                <a:spcPts val="0"/>
              </a:spcBef>
              <a:spcAft>
                <a:spcPts val="0"/>
              </a:spcAft>
              <a:buClr>
                <a:schemeClr val="accent2"/>
              </a:buClr>
              <a:buSzPts val="2000"/>
              <a:buFont typeface="Arial"/>
              <a:buNone/>
              <a:defRPr sz="2000">
                <a:solidFill>
                  <a:schemeClr val="accent2"/>
                </a:solidFill>
              </a:defRPr>
            </a:lvl7pPr>
            <a:lvl8pPr lvl="7" algn="ctr">
              <a:lnSpc>
                <a:spcPct val="85000"/>
              </a:lnSpc>
              <a:spcBef>
                <a:spcPts val="0"/>
              </a:spcBef>
              <a:spcAft>
                <a:spcPts val="0"/>
              </a:spcAft>
              <a:buClr>
                <a:schemeClr val="accent2"/>
              </a:buClr>
              <a:buSzPts val="2000"/>
              <a:buFont typeface="Arial"/>
              <a:buNone/>
              <a:defRPr sz="2000">
                <a:solidFill>
                  <a:schemeClr val="accent2"/>
                </a:solidFill>
              </a:defRPr>
            </a:lvl8pPr>
            <a:lvl9pPr lvl="8" algn="ctr">
              <a:lnSpc>
                <a:spcPct val="85000"/>
              </a:lnSpc>
              <a:spcBef>
                <a:spcPts val="0"/>
              </a:spcBef>
              <a:spcAft>
                <a:spcPts val="0"/>
              </a:spcAft>
              <a:buClr>
                <a:schemeClr val="accent2"/>
              </a:buClr>
              <a:buSzPts val="2000"/>
              <a:buFont typeface="Arial"/>
              <a:buNone/>
              <a:defRPr sz="2000">
                <a:solidFill>
                  <a:schemeClr val="accent2"/>
                </a:solidFill>
              </a:defRPr>
            </a:lvl9pPr>
          </a:lstStyle>
          <a:p/>
        </p:txBody>
      </p:sp>
      <p:sp>
        <p:nvSpPr>
          <p:cNvPr id="691" name="Google Shape;691;p160"/>
          <p:cNvSpPr txBox="1"/>
          <p:nvPr>
            <p:ph idx="7" type="title"/>
          </p:nvPr>
        </p:nvSpPr>
        <p:spPr>
          <a:xfrm>
            <a:off x="6017513" y="3321799"/>
            <a:ext cx="2040600" cy="221400"/>
          </a:xfrm>
          <a:prstGeom prst="rect">
            <a:avLst/>
          </a:prstGeom>
          <a:noFill/>
          <a:ln>
            <a:noFill/>
          </a:ln>
        </p:spPr>
        <p:txBody>
          <a:bodyPr anchorCtr="0" anchor="t" bIns="91425" lIns="91425" spcFirstLastPara="1" rIns="91425" wrap="square" tIns="91425">
            <a:noAutofit/>
          </a:bodyPr>
          <a:lstStyle>
            <a:lvl1pPr lvl="0" marR="0" algn="l">
              <a:lnSpc>
                <a:spcPct val="115000"/>
              </a:lnSpc>
              <a:spcBef>
                <a:spcPts val="0"/>
              </a:spcBef>
              <a:spcAft>
                <a:spcPts val="0"/>
              </a:spcAft>
              <a:buSzPts val="1100"/>
              <a:buNone/>
              <a:defRPr sz="1100">
                <a:solidFill>
                  <a:schemeClr val="accent2"/>
                </a:solidFill>
              </a:defRPr>
            </a:lvl1pPr>
            <a:lvl2pPr lvl="1" algn="ctr">
              <a:lnSpc>
                <a:spcPct val="85000"/>
              </a:lnSpc>
              <a:spcBef>
                <a:spcPts val="800"/>
              </a:spcBef>
              <a:spcAft>
                <a:spcPts val="0"/>
              </a:spcAft>
              <a:buClr>
                <a:schemeClr val="accent2"/>
              </a:buClr>
              <a:buSzPts val="2000"/>
              <a:buFont typeface="Arial"/>
              <a:buNone/>
              <a:defRPr sz="2000">
                <a:solidFill>
                  <a:schemeClr val="accent2"/>
                </a:solidFill>
              </a:defRPr>
            </a:lvl2pPr>
            <a:lvl3pPr lvl="2" algn="ctr">
              <a:lnSpc>
                <a:spcPct val="85000"/>
              </a:lnSpc>
              <a:spcBef>
                <a:spcPts val="0"/>
              </a:spcBef>
              <a:spcAft>
                <a:spcPts val="0"/>
              </a:spcAft>
              <a:buClr>
                <a:schemeClr val="accent2"/>
              </a:buClr>
              <a:buSzPts val="2000"/>
              <a:buFont typeface="Arial"/>
              <a:buNone/>
              <a:defRPr sz="2000">
                <a:solidFill>
                  <a:schemeClr val="accent2"/>
                </a:solidFill>
              </a:defRPr>
            </a:lvl3pPr>
            <a:lvl4pPr lvl="3" algn="ctr">
              <a:lnSpc>
                <a:spcPct val="85000"/>
              </a:lnSpc>
              <a:spcBef>
                <a:spcPts val="0"/>
              </a:spcBef>
              <a:spcAft>
                <a:spcPts val="0"/>
              </a:spcAft>
              <a:buClr>
                <a:schemeClr val="accent2"/>
              </a:buClr>
              <a:buSzPts val="2000"/>
              <a:buFont typeface="Arial"/>
              <a:buNone/>
              <a:defRPr sz="2000">
                <a:solidFill>
                  <a:schemeClr val="accent2"/>
                </a:solidFill>
              </a:defRPr>
            </a:lvl4pPr>
            <a:lvl5pPr lvl="4" algn="ctr">
              <a:lnSpc>
                <a:spcPct val="85000"/>
              </a:lnSpc>
              <a:spcBef>
                <a:spcPts val="0"/>
              </a:spcBef>
              <a:spcAft>
                <a:spcPts val="0"/>
              </a:spcAft>
              <a:buClr>
                <a:schemeClr val="accent2"/>
              </a:buClr>
              <a:buSzPts val="2000"/>
              <a:buFont typeface="Arial"/>
              <a:buNone/>
              <a:defRPr sz="2000">
                <a:solidFill>
                  <a:schemeClr val="accent2"/>
                </a:solidFill>
              </a:defRPr>
            </a:lvl5pPr>
            <a:lvl6pPr lvl="5" algn="ctr">
              <a:lnSpc>
                <a:spcPct val="85000"/>
              </a:lnSpc>
              <a:spcBef>
                <a:spcPts val="0"/>
              </a:spcBef>
              <a:spcAft>
                <a:spcPts val="0"/>
              </a:spcAft>
              <a:buClr>
                <a:schemeClr val="accent2"/>
              </a:buClr>
              <a:buSzPts val="2000"/>
              <a:buFont typeface="Arial"/>
              <a:buNone/>
              <a:defRPr sz="2000">
                <a:solidFill>
                  <a:schemeClr val="accent2"/>
                </a:solidFill>
              </a:defRPr>
            </a:lvl6pPr>
            <a:lvl7pPr lvl="6" algn="ctr">
              <a:lnSpc>
                <a:spcPct val="85000"/>
              </a:lnSpc>
              <a:spcBef>
                <a:spcPts val="0"/>
              </a:spcBef>
              <a:spcAft>
                <a:spcPts val="0"/>
              </a:spcAft>
              <a:buClr>
                <a:schemeClr val="accent2"/>
              </a:buClr>
              <a:buSzPts val="2000"/>
              <a:buFont typeface="Arial"/>
              <a:buNone/>
              <a:defRPr sz="2000">
                <a:solidFill>
                  <a:schemeClr val="accent2"/>
                </a:solidFill>
              </a:defRPr>
            </a:lvl7pPr>
            <a:lvl8pPr lvl="7" algn="ctr">
              <a:lnSpc>
                <a:spcPct val="85000"/>
              </a:lnSpc>
              <a:spcBef>
                <a:spcPts val="0"/>
              </a:spcBef>
              <a:spcAft>
                <a:spcPts val="0"/>
              </a:spcAft>
              <a:buClr>
                <a:schemeClr val="accent2"/>
              </a:buClr>
              <a:buSzPts val="2000"/>
              <a:buFont typeface="Arial"/>
              <a:buNone/>
              <a:defRPr sz="2000">
                <a:solidFill>
                  <a:schemeClr val="accent2"/>
                </a:solidFill>
              </a:defRPr>
            </a:lvl8pPr>
            <a:lvl9pPr lvl="8" algn="ctr">
              <a:lnSpc>
                <a:spcPct val="85000"/>
              </a:lnSpc>
              <a:spcBef>
                <a:spcPts val="0"/>
              </a:spcBef>
              <a:spcAft>
                <a:spcPts val="0"/>
              </a:spcAft>
              <a:buClr>
                <a:schemeClr val="accent2"/>
              </a:buClr>
              <a:buSzPts val="2000"/>
              <a:buFont typeface="Arial"/>
              <a:buNone/>
              <a:defRPr sz="2000">
                <a:solidFill>
                  <a:schemeClr val="accent2"/>
                </a:solidFill>
              </a:defRPr>
            </a:lvl9pPr>
          </a:lstStyle>
          <a:p/>
        </p:txBody>
      </p:sp>
      <p:sp>
        <p:nvSpPr>
          <p:cNvPr id="692" name="Google Shape;692;p160"/>
          <p:cNvSpPr txBox="1"/>
          <p:nvPr>
            <p:ph idx="8" type="title"/>
          </p:nvPr>
        </p:nvSpPr>
        <p:spPr>
          <a:xfrm>
            <a:off x="457175" y="2019199"/>
            <a:ext cx="2040600" cy="221400"/>
          </a:xfrm>
          <a:prstGeom prst="rect">
            <a:avLst/>
          </a:prstGeom>
          <a:noFill/>
          <a:ln>
            <a:noFill/>
          </a:ln>
        </p:spPr>
        <p:txBody>
          <a:bodyPr anchorCtr="0" anchor="t" bIns="91425" lIns="91425" spcFirstLastPara="1" rIns="91425" wrap="square" tIns="91425">
            <a:noAutofit/>
          </a:bodyPr>
          <a:lstStyle>
            <a:lvl1pPr lvl="0" marR="0" algn="l">
              <a:lnSpc>
                <a:spcPct val="85000"/>
              </a:lnSpc>
              <a:spcBef>
                <a:spcPts val="0"/>
              </a:spcBef>
              <a:spcAft>
                <a:spcPts val="0"/>
              </a:spcAft>
              <a:buSzPts val="1100"/>
              <a:buNone/>
              <a:defRPr sz="1800"/>
            </a:lvl1pPr>
            <a:lvl2pPr lvl="1" algn="ctr">
              <a:lnSpc>
                <a:spcPct val="85000"/>
              </a:lnSpc>
              <a:spcBef>
                <a:spcPts val="300"/>
              </a:spcBef>
              <a:spcAft>
                <a:spcPts val="0"/>
              </a:spcAft>
              <a:buSzPts val="2000"/>
              <a:buFont typeface="Arial"/>
              <a:buNone/>
              <a:defRPr sz="2000"/>
            </a:lvl2pPr>
            <a:lvl3pPr lvl="2" algn="ctr">
              <a:lnSpc>
                <a:spcPct val="85000"/>
              </a:lnSpc>
              <a:spcBef>
                <a:spcPts val="300"/>
              </a:spcBef>
              <a:spcAft>
                <a:spcPts val="0"/>
              </a:spcAft>
              <a:buSzPts val="2000"/>
              <a:buFont typeface="Arial"/>
              <a:buNone/>
              <a:defRPr sz="2000"/>
            </a:lvl3pPr>
            <a:lvl4pPr lvl="3" algn="ctr">
              <a:lnSpc>
                <a:spcPct val="85000"/>
              </a:lnSpc>
              <a:spcBef>
                <a:spcPts val="300"/>
              </a:spcBef>
              <a:spcAft>
                <a:spcPts val="0"/>
              </a:spcAft>
              <a:buSzPts val="2000"/>
              <a:buFont typeface="Arial"/>
              <a:buNone/>
              <a:defRPr sz="2000"/>
            </a:lvl4pPr>
            <a:lvl5pPr lvl="4" algn="ctr">
              <a:lnSpc>
                <a:spcPct val="85000"/>
              </a:lnSpc>
              <a:spcBef>
                <a:spcPts val="300"/>
              </a:spcBef>
              <a:spcAft>
                <a:spcPts val="0"/>
              </a:spcAft>
              <a:buSzPts val="2000"/>
              <a:buFont typeface="Arial"/>
              <a:buNone/>
              <a:defRPr sz="2000"/>
            </a:lvl5pPr>
            <a:lvl6pPr lvl="5" algn="ctr">
              <a:lnSpc>
                <a:spcPct val="85000"/>
              </a:lnSpc>
              <a:spcBef>
                <a:spcPts val="300"/>
              </a:spcBef>
              <a:spcAft>
                <a:spcPts val="0"/>
              </a:spcAft>
              <a:buSzPts val="2000"/>
              <a:buFont typeface="Arial"/>
              <a:buNone/>
              <a:defRPr sz="2000"/>
            </a:lvl6pPr>
            <a:lvl7pPr lvl="6" algn="ctr">
              <a:lnSpc>
                <a:spcPct val="85000"/>
              </a:lnSpc>
              <a:spcBef>
                <a:spcPts val="300"/>
              </a:spcBef>
              <a:spcAft>
                <a:spcPts val="0"/>
              </a:spcAft>
              <a:buSzPts val="2000"/>
              <a:buFont typeface="Arial"/>
              <a:buNone/>
              <a:defRPr sz="2000"/>
            </a:lvl7pPr>
            <a:lvl8pPr lvl="7" algn="ctr">
              <a:lnSpc>
                <a:spcPct val="85000"/>
              </a:lnSpc>
              <a:spcBef>
                <a:spcPts val="300"/>
              </a:spcBef>
              <a:spcAft>
                <a:spcPts val="0"/>
              </a:spcAft>
              <a:buSzPts val="2000"/>
              <a:buFont typeface="Arial"/>
              <a:buNone/>
              <a:defRPr sz="2000"/>
            </a:lvl8pPr>
            <a:lvl9pPr lvl="8" algn="ctr">
              <a:lnSpc>
                <a:spcPct val="85000"/>
              </a:lnSpc>
              <a:spcBef>
                <a:spcPts val="300"/>
              </a:spcBef>
              <a:spcAft>
                <a:spcPts val="300"/>
              </a:spcAft>
              <a:buSzPts val="2000"/>
              <a:buFont typeface="Arial"/>
              <a:buNone/>
              <a:defRPr sz="2000"/>
            </a:lvl9pPr>
          </a:lstStyle>
          <a:p/>
        </p:txBody>
      </p:sp>
      <p:sp>
        <p:nvSpPr>
          <p:cNvPr id="693" name="Google Shape;693;p160"/>
          <p:cNvSpPr txBox="1"/>
          <p:nvPr>
            <p:ph idx="9" type="title"/>
          </p:nvPr>
        </p:nvSpPr>
        <p:spPr>
          <a:xfrm>
            <a:off x="3237338" y="2019199"/>
            <a:ext cx="2040600" cy="221400"/>
          </a:xfrm>
          <a:prstGeom prst="rect">
            <a:avLst/>
          </a:prstGeom>
          <a:noFill/>
          <a:ln>
            <a:noFill/>
          </a:ln>
        </p:spPr>
        <p:txBody>
          <a:bodyPr anchorCtr="0" anchor="t" bIns="91425" lIns="91425" spcFirstLastPara="1" rIns="91425" wrap="square" tIns="91425">
            <a:noAutofit/>
          </a:bodyPr>
          <a:lstStyle>
            <a:lvl1pPr lvl="0" marR="0" algn="l">
              <a:lnSpc>
                <a:spcPct val="85000"/>
              </a:lnSpc>
              <a:spcBef>
                <a:spcPts val="0"/>
              </a:spcBef>
              <a:spcAft>
                <a:spcPts val="0"/>
              </a:spcAft>
              <a:buSzPts val="1100"/>
              <a:buNone/>
              <a:defRPr sz="1800"/>
            </a:lvl1pPr>
            <a:lvl2pPr lvl="1" algn="ctr">
              <a:lnSpc>
                <a:spcPct val="85000"/>
              </a:lnSpc>
              <a:spcBef>
                <a:spcPts val="30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
        <p:nvSpPr>
          <p:cNvPr id="694" name="Google Shape;694;p160"/>
          <p:cNvSpPr txBox="1"/>
          <p:nvPr>
            <p:ph idx="13" type="title"/>
          </p:nvPr>
        </p:nvSpPr>
        <p:spPr>
          <a:xfrm>
            <a:off x="6017513" y="2019199"/>
            <a:ext cx="2040600" cy="221400"/>
          </a:xfrm>
          <a:prstGeom prst="rect">
            <a:avLst/>
          </a:prstGeom>
          <a:noFill/>
          <a:ln>
            <a:noFill/>
          </a:ln>
        </p:spPr>
        <p:txBody>
          <a:bodyPr anchorCtr="0" anchor="t" bIns="91425" lIns="91425" spcFirstLastPara="1" rIns="91425" wrap="square" tIns="91425">
            <a:noAutofit/>
          </a:bodyPr>
          <a:lstStyle>
            <a:lvl1pPr lvl="0" marR="0" algn="l">
              <a:lnSpc>
                <a:spcPct val="85000"/>
              </a:lnSpc>
              <a:spcBef>
                <a:spcPts val="0"/>
              </a:spcBef>
              <a:spcAft>
                <a:spcPts val="0"/>
              </a:spcAft>
              <a:buSzPts val="1100"/>
              <a:buNone/>
              <a:defRPr sz="1800"/>
            </a:lvl1pPr>
            <a:lvl2pPr lvl="1" algn="ctr">
              <a:lnSpc>
                <a:spcPct val="85000"/>
              </a:lnSpc>
              <a:spcBef>
                <a:spcPts val="30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
        <p:nvSpPr>
          <p:cNvPr id="695" name="Google Shape;695;p160"/>
          <p:cNvSpPr txBox="1"/>
          <p:nvPr>
            <p:ph idx="14" type="title"/>
          </p:nvPr>
        </p:nvSpPr>
        <p:spPr>
          <a:xfrm>
            <a:off x="457175" y="3576477"/>
            <a:ext cx="2040600" cy="221400"/>
          </a:xfrm>
          <a:prstGeom prst="rect">
            <a:avLst/>
          </a:prstGeom>
          <a:noFill/>
          <a:ln>
            <a:noFill/>
          </a:ln>
        </p:spPr>
        <p:txBody>
          <a:bodyPr anchorCtr="0" anchor="t" bIns="91425" lIns="91425" spcFirstLastPara="1" rIns="91425" wrap="square" tIns="91425">
            <a:noAutofit/>
          </a:bodyPr>
          <a:lstStyle>
            <a:lvl1pPr lvl="0" marR="0" algn="l">
              <a:lnSpc>
                <a:spcPct val="85000"/>
              </a:lnSpc>
              <a:spcBef>
                <a:spcPts val="0"/>
              </a:spcBef>
              <a:spcAft>
                <a:spcPts val="0"/>
              </a:spcAft>
              <a:buSzPts val="1100"/>
              <a:buNone/>
              <a:defRPr sz="1800"/>
            </a:lvl1pPr>
            <a:lvl2pPr lvl="1" algn="ctr">
              <a:lnSpc>
                <a:spcPct val="85000"/>
              </a:lnSpc>
              <a:spcBef>
                <a:spcPts val="30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
        <p:nvSpPr>
          <p:cNvPr id="696" name="Google Shape;696;p160"/>
          <p:cNvSpPr txBox="1"/>
          <p:nvPr>
            <p:ph idx="15" type="title"/>
          </p:nvPr>
        </p:nvSpPr>
        <p:spPr>
          <a:xfrm>
            <a:off x="3237338" y="3576477"/>
            <a:ext cx="2040600" cy="221400"/>
          </a:xfrm>
          <a:prstGeom prst="rect">
            <a:avLst/>
          </a:prstGeom>
          <a:noFill/>
          <a:ln>
            <a:noFill/>
          </a:ln>
        </p:spPr>
        <p:txBody>
          <a:bodyPr anchorCtr="0" anchor="t" bIns="91425" lIns="91425" spcFirstLastPara="1" rIns="91425" wrap="square" tIns="91425">
            <a:noAutofit/>
          </a:bodyPr>
          <a:lstStyle>
            <a:lvl1pPr lvl="0" marR="0" algn="l">
              <a:lnSpc>
                <a:spcPct val="85000"/>
              </a:lnSpc>
              <a:spcBef>
                <a:spcPts val="0"/>
              </a:spcBef>
              <a:spcAft>
                <a:spcPts val="0"/>
              </a:spcAft>
              <a:buSzPts val="1100"/>
              <a:buNone/>
              <a:defRPr sz="1800"/>
            </a:lvl1pPr>
            <a:lvl2pPr lvl="1" algn="ctr">
              <a:lnSpc>
                <a:spcPct val="85000"/>
              </a:lnSpc>
              <a:spcBef>
                <a:spcPts val="30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
        <p:nvSpPr>
          <p:cNvPr id="697" name="Google Shape;697;p160"/>
          <p:cNvSpPr txBox="1"/>
          <p:nvPr>
            <p:ph idx="16" type="title"/>
          </p:nvPr>
        </p:nvSpPr>
        <p:spPr>
          <a:xfrm>
            <a:off x="6017513" y="3576477"/>
            <a:ext cx="2040600" cy="221400"/>
          </a:xfrm>
          <a:prstGeom prst="rect">
            <a:avLst/>
          </a:prstGeom>
          <a:noFill/>
          <a:ln>
            <a:noFill/>
          </a:ln>
        </p:spPr>
        <p:txBody>
          <a:bodyPr anchorCtr="0" anchor="t" bIns="91425" lIns="91425" spcFirstLastPara="1" rIns="91425" wrap="square" tIns="91425">
            <a:noAutofit/>
          </a:bodyPr>
          <a:lstStyle>
            <a:lvl1pPr lvl="0" marR="0" algn="l">
              <a:lnSpc>
                <a:spcPct val="85000"/>
              </a:lnSpc>
              <a:spcBef>
                <a:spcPts val="0"/>
              </a:spcBef>
              <a:spcAft>
                <a:spcPts val="0"/>
              </a:spcAft>
              <a:buSzPts val="1100"/>
              <a:buNone/>
              <a:defRPr sz="1800"/>
            </a:lvl1pPr>
            <a:lvl2pPr lvl="1" algn="ctr">
              <a:lnSpc>
                <a:spcPct val="85000"/>
              </a:lnSpc>
              <a:spcBef>
                <a:spcPts val="30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
        <p:nvSpPr>
          <p:cNvPr id="698" name="Google Shape;698;p160"/>
          <p:cNvSpPr txBox="1"/>
          <p:nvPr>
            <p:ph idx="17" type="title"/>
          </p:nvPr>
        </p:nvSpPr>
        <p:spPr>
          <a:xfrm>
            <a:off x="457175" y="2400201"/>
            <a:ext cx="2040600" cy="512700"/>
          </a:xfrm>
          <a:prstGeom prst="rect">
            <a:avLst/>
          </a:prstGeom>
          <a:noFill/>
          <a:ln>
            <a:noFill/>
          </a:ln>
        </p:spPr>
        <p:txBody>
          <a:bodyPr anchorCtr="0" anchor="t" bIns="91425" lIns="91425" spcFirstLastPara="1" rIns="91425" wrap="square" tIns="91425">
            <a:noAutofit/>
          </a:bodyPr>
          <a:lstStyle>
            <a:lvl1pPr lvl="0" marR="0" algn="l">
              <a:lnSpc>
                <a:spcPct val="115000"/>
              </a:lnSpc>
              <a:spcBef>
                <a:spcPts val="0"/>
              </a:spcBef>
              <a:spcAft>
                <a:spcPts val="0"/>
              </a:spcAft>
              <a:buSzPts val="1100"/>
              <a:buNone/>
              <a:defRPr sz="1100"/>
            </a:lvl1pPr>
            <a:lvl2pPr lvl="1" algn="ctr">
              <a:lnSpc>
                <a:spcPct val="85000"/>
              </a:lnSpc>
              <a:spcBef>
                <a:spcPts val="300"/>
              </a:spcBef>
              <a:spcAft>
                <a:spcPts val="0"/>
              </a:spcAft>
              <a:buSzPts val="2000"/>
              <a:buFont typeface="Arial"/>
              <a:buNone/>
              <a:defRPr sz="2000"/>
            </a:lvl2pPr>
            <a:lvl3pPr lvl="2" algn="ctr">
              <a:lnSpc>
                <a:spcPct val="85000"/>
              </a:lnSpc>
              <a:spcBef>
                <a:spcPts val="300"/>
              </a:spcBef>
              <a:spcAft>
                <a:spcPts val="0"/>
              </a:spcAft>
              <a:buSzPts val="2000"/>
              <a:buFont typeface="Arial"/>
              <a:buNone/>
              <a:defRPr sz="2000"/>
            </a:lvl3pPr>
            <a:lvl4pPr lvl="3" algn="ctr">
              <a:lnSpc>
                <a:spcPct val="85000"/>
              </a:lnSpc>
              <a:spcBef>
                <a:spcPts val="300"/>
              </a:spcBef>
              <a:spcAft>
                <a:spcPts val="0"/>
              </a:spcAft>
              <a:buSzPts val="2000"/>
              <a:buFont typeface="Arial"/>
              <a:buNone/>
              <a:defRPr sz="2000"/>
            </a:lvl4pPr>
            <a:lvl5pPr lvl="4" algn="ctr">
              <a:lnSpc>
                <a:spcPct val="85000"/>
              </a:lnSpc>
              <a:spcBef>
                <a:spcPts val="300"/>
              </a:spcBef>
              <a:spcAft>
                <a:spcPts val="0"/>
              </a:spcAft>
              <a:buSzPts val="2000"/>
              <a:buFont typeface="Arial"/>
              <a:buNone/>
              <a:defRPr sz="2000"/>
            </a:lvl5pPr>
            <a:lvl6pPr lvl="5" algn="ctr">
              <a:lnSpc>
                <a:spcPct val="85000"/>
              </a:lnSpc>
              <a:spcBef>
                <a:spcPts val="300"/>
              </a:spcBef>
              <a:spcAft>
                <a:spcPts val="0"/>
              </a:spcAft>
              <a:buSzPts val="2000"/>
              <a:buFont typeface="Arial"/>
              <a:buNone/>
              <a:defRPr sz="2000"/>
            </a:lvl6pPr>
            <a:lvl7pPr lvl="6" algn="ctr">
              <a:lnSpc>
                <a:spcPct val="85000"/>
              </a:lnSpc>
              <a:spcBef>
                <a:spcPts val="300"/>
              </a:spcBef>
              <a:spcAft>
                <a:spcPts val="0"/>
              </a:spcAft>
              <a:buSzPts val="2000"/>
              <a:buFont typeface="Arial"/>
              <a:buNone/>
              <a:defRPr sz="2000"/>
            </a:lvl7pPr>
            <a:lvl8pPr lvl="7" algn="ctr">
              <a:lnSpc>
                <a:spcPct val="85000"/>
              </a:lnSpc>
              <a:spcBef>
                <a:spcPts val="300"/>
              </a:spcBef>
              <a:spcAft>
                <a:spcPts val="0"/>
              </a:spcAft>
              <a:buSzPts val="2000"/>
              <a:buFont typeface="Arial"/>
              <a:buNone/>
              <a:defRPr sz="2000"/>
            </a:lvl8pPr>
            <a:lvl9pPr lvl="8" algn="ctr">
              <a:lnSpc>
                <a:spcPct val="85000"/>
              </a:lnSpc>
              <a:spcBef>
                <a:spcPts val="300"/>
              </a:spcBef>
              <a:spcAft>
                <a:spcPts val="300"/>
              </a:spcAft>
              <a:buSzPts val="2000"/>
              <a:buFont typeface="Arial"/>
              <a:buNone/>
              <a:defRPr sz="2000"/>
            </a:lvl9pPr>
          </a:lstStyle>
          <a:p/>
        </p:txBody>
      </p:sp>
      <p:sp>
        <p:nvSpPr>
          <p:cNvPr id="699" name="Google Shape;699;p160"/>
          <p:cNvSpPr txBox="1"/>
          <p:nvPr>
            <p:ph idx="18" type="title"/>
          </p:nvPr>
        </p:nvSpPr>
        <p:spPr>
          <a:xfrm>
            <a:off x="3237338" y="2400201"/>
            <a:ext cx="2040600" cy="512700"/>
          </a:xfrm>
          <a:prstGeom prst="rect">
            <a:avLst/>
          </a:prstGeom>
          <a:noFill/>
          <a:ln>
            <a:noFill/>
          </a:ln>
        </p:spPr>
        <p:txBody>
          <a:bodyPr anchorCtr="0" anchor="t" bIns="91425" lIns="91425" spcFirstLastPara="1" rIns="91425" wrap="square" tIns="91425">
            <a:noAutofit/>
          </a:bodyPr>
          <a:lstStyle>
            <a:lvl1pPr lvl="0" marR="0" algn="l">
              <a:lnSpc>
                <a:spcPct val="115000"/>
              </a:lnSpc>
              <a:spcBef>
                <a:spcPts val="0"/>
              </a:spcBef>
              <a:spcAft>
                <a:spcPts val="0"/>
              </a:spcAft>
              <a:buSzPts val="1100"/>
              <a:buNone/>
              <a:defRPr sz="1100"/>
            </a:lvl1pPr>
            <a:lvl2pPr lvl="1" algn="ctr">
              <a:lnSpc>
                <a:spcPct val="85000"/>
              </a:lnSpc>
              <a:spcBef>
                <a:spcPts val="30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
        <p:nvSpPr>
          <p:cNvPr id="700" name="Google Shape;700;p160"/>
          <p:cNvSpPr txBox="1"/>
          <p:nvPr>
            <p:ph idx="19" type="title"/>
          </p:nvPr>
        </p:nvSpPr>
        <p:spPr>
          <a:xfrm>
            <a:off x="6017513" y="2400201"/>
            <a:ext cx="2040600" cy="512700"/>
          </a:xfrm>
          <a:prstGeom prst="rect">
            <a:avLst/>
          </a:prstGeom>
          <a:noFill/>
          <a:ln>
            <a:noFill/>
          </a:ln>
        </p:spPr>
        <p:txBody>
          <a:bodyPr anchorCtr="0" anchor="t" bIns="91425" lIns="91425" spcFirstLastPara="1" rIns="91425" wrap="square" tIns="91425">
            <a:noAutofit/>
          </a:bodyPr>
          <a:lstStyle>
            <a:lvl1pPr lvl="0" marR="0" algn="l">
              <a:lnSpc>
                <a:spcPct val="115000"/>
              </a:lnSpc>
              <a:spcBef>
                <a:spcPts val="0"/>
              </a:spcBef>
              <a:spcAft>
                <a:spcPts val="0"/>
              </a:spcAft>
              <a:buSzPts val="1100"/>
              <a:buNone/>
              <a:defRPr sz="1100"/>
            </a:lvl1pPr>
            <a:lvl2pPr lvl="1" algn="ctr">
              <a:lnSpc>
                <a:spcPct val="85000"/>
              </a:lnSpc>
              <a:spcBef>
                <a:spcPts val="30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
        <p:nvSpPr>
          <p:cNvPr id="701" name="Google Shape;701;p160"/>
          <p:cNvSpPr txBox="1"/>
          <p:nvPr>
            <p:ph idx="20" type="title"/>
          </p:nvPr>
        </p:nvSpPr>
        <p:spPr>
          <a:xfrm>
            <a:off x="457175" y="3957472"/>
            <a:ext cx="2040600" cy="482400"/>
          </a:xfrm>
          <a:prstGeom prst="rect">
            <a:avLst/>
          </a:prstGeom>
          <a:noFill/>
          <a:ln>
            <a:noFill/>
          </a:ln>
        </p:spPr>
        <p:txBody>
          <a:bodyPr anchorCtr="0" anchor="t" bIns="91425" lIns="91425" spcFirstLastPara="1" rIns="91425" wrap="square" tIns="91425">
            <a:noAutofit/>
          </a:bodyPr>
          <a:lstStyle>
            <a:lvl1pPr lvl="0" marR="0" algn="l">
              <a:lnSpc>
                <a:spcPct val="115000"/>
              </a:lnSpc>
              <a:spcBef>
                <a:spcPts val="0"/>
              </a:spcBef>
              <a:spcAft>
                <a:spcPts val="0"/>
              </a:spcAft>
              <a:buSzPts val="1100"/>
              <a:buNone/>
              <a:defRPr sz="1100"/>
            </a:lvl1pPr>
            <a:lvl2pPr lvl="1" algn="ctr">
              <a:lnSpc>
                <a:spcPct val="85000"/>
              </a:lnSpc>
              <a:spcBef>
                <a:spcPts val="30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
        <p:nvSpPr>
          <p:cNvPr id="702" name="Google Shape;702;p160"/>
          <p:cNvSpPr txBox="1"/>
          <p:nvPr>
            <p:ph idx="21" type="title"/>
          </p:nvPr>
        </p:nvSpPr>
        <p:spPr>
          <a:xfrm>
            <a:off x="3217667" y="3957472"/>
            <a:ext cx="2040600" cy="482400"/>
          </a:xfrm>
          <a:prstGeom prst="rect">
            <a:avLst/>
          </a:prstGeom>
          <a:noFill/>
          <a:ln>
            <a:noFill/>
          </a:ln>
        </p:spPr>
        <p:txBody>
          <a:bodyPr anchorCtr="0" anchor="t" bIns="91425" lIns="91425" spcFirstLastPara="1" rIns="91425" wrap="square" tIns="91425">
            <a:noAutofit/>
          </a:bodyPr>
          <a:lstStyle>
            <a:lvl1pPr lvl="0" marR="0" algn="l">
              <a:lnSpc>
                <a:spcPct val="115000"/>
              </a:lnSpc>
              <a:spcBef>
                <a:spcPts val="0"/>
              </a:spcBef>
              <a:spcAft>
                <a:spcPts val="0"/>
              </a:spcAft>
              <a:buSzPts val="1100"/>
              <a:buNone/>
              <a:defRPr sz="1100"/>
            </a:lvl1pPr>
            <a:lvl2pPr lvl="1" algn="ctr">
              <a:lnSpc>
                <a:spcPct val="85000"/>
              </a:lnSpc>
              <a:spcBef>
                <a:spcPts val="30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
        <p:nvSpPr>
          <p:cNvPr id="703" name="Google Shape;703;p160"/>
          <p:cNvSpPr txBox="1"/>
          <p:nvPr>
            <p:ph idx="22" type="title"/>
          </p:nvPr>
        </p:nvSpPr>
        <p:spPr>
          <a:xfrm>
            <a:off x="6017513" y="3957472"/>
            <a:ext cx="2040600" cy="482400"/>
          </a:xfrm>
          <a:prstGeom prst="rect">
            <a:avLst/>
          </a:prstGeom>
          <a:noFill/>
          <a:ln>
            <a:noFill/>
          </a:ln>
        </p:spPr>
        <p:txBody>
          <a:bodyPr anchorCtr="0" anchor="t" bIns="91425" lIns="91425" spcFirstLastPara="1" rIns="91425" wrap="square" tIns="91425">
            <a:noAutofit/>
          </a:bodyPr>
          <a:lstStyle>
            <a:lvl1pPr lvl="0" marR="0" algn="l">
              <a:lnSpc>
                <a:spcPct val="115000"/>
              </a:lnSpc>
              <a:spcBef>
                <a:spcPts val="0"/>
              </a:spcBef>
              <a:spcAft>
                <a:spcPts val="0"/>
              </a:spcAft>
              <a:buSzPts val="1100"/>
              <a:buNone/>
              <a:defRPr sz="1100"/>
            </a:lvl1pPr>
            <a:lvl2pPr lvl="1" algn="ctr">
              <a:lnSpc>
                <a:spcPct val="85000"/>
              </a:lnSpc>
              <a:spcBef>
                <a:spcPts val="30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Title &amp; Body_1 Col 1">
  <p:cSld name="CUSTOM_7_1_1_1_1_1_1_1_1_1_1_1_1_1_1_1_2">
    <p:bg>
      <p:bgPr>
        <a:solidFill>
          <a:srgbClr val="FFFFFF"/>
        </a:solidFill>
      </p:bgPr>
    </p:bg>
    <p:spTree>
      <p:nvGrpSpPr>
        <p:cNvPr id="704" name="Shape 704"/>
        <p:cNvGrpSpPr/>
        <p:nvPr/>
      </p:nvGrpSpPr>
      <p:grpSpPr>
        <a:xfrm>
          <a:off x="0" y="0"/>
          <a:ext cx="0" cy="0"/>
          <a:chOff x="0" y="0"/>
          <a:chExt cx="0" cy="0"/>
        </a:xfrm>
      </p:grpSpPr>
      <p:pic>
        <p:nvPicPr>
          <p:cNvPr id="705" name="Google Shape;705;p161"/>
          <p:cNvPicPr preferRelativeResize="0"/>
          <p:nvPr/>
        </p:nvPicPr>
        <p:blipFill rotWithShape="1">
          <a:blip r:embed="rId2">
            <a:alphaModFix/>
          </a:blip>
          <a:srcRect b="0" l="0" r="0" t="0"/>
          <a:stretch/>
        </p:blipFill>
        <p:spPr>
          <a:xfrm>
            <a:off x="8027650" y="4862779"/>
            <a:ext cx="659264" cy="115346"/>
          </a:xfrm>
          <a:prstGeom prst="rect">
            <a:avLst/>
          </a:prstGeom>
          <a:noFill/>
          <a:ln>
            <a:noFill/>
          </a:ln>
        </p:spPr>
      </p:pic>
      <p:sp>
        <p:nvSpPr>
          <p:cNvPr id="706" name="Google Shape;706;p161"/>
          <p:cNvSpPr txBox="1"/>
          <p:nvPr>
            <p:ph type="title"/>
          </p:nvPr>
        </p:nvSpPr>
        <p:spPr>
          <a:xfrm>
            <a:off x="457200" y="457200"/>
            <a:ext cx="8229900" cy="2919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2000"/>
              <a:buNone/>
              <a:defRPr sz="2000"/>
            </a:lvl1pPr>
            <a:lvl2pPr lvl="1" algn="ctr">
              <a:lnSpc>
                <a:spcPct val="90000"/>
              </a:lnSpc>
              <a:spcBef>
                <a:spcPts val="0"/>
              </a:spcBef>
              <a:spcAft>
                <a:spcPts val="0"/>
              </a:spcAft>
              <a:buSzPts val="2000"/>
              <a:buNone/>
              <a:defRPr sz="2000">
                <a:latin typeface="Arial"/>
                <a:ea typeface="Arial"/>
                <a:cs typeface="Arial"/>
                <a:sym typeface="Arial"/>
              </a:defRPr>
            </a:lvl2pPr>
            <a:lvl3pPr lvl="2" algn="ctr">
              <a:lnSpc>
                <a:spcPct val="90000"/>
              </a:lnSpc>
              <a:spcBef>
                <a:spcPts val="0"/>
              </a:spcBef>
              <a:spcAft>
                <a:spcPts val="0"/>
              </a:spcAft>
              <a:buSzPts val="2000"/>
              <a:buNone/>
              <a:defRPr sz="2000">
                <a:latin typeface="Arial"/>
                <a:ea typeface="Arial"/>
                <a:cs typeface="Arial"/>
                <a:sym typeface="Arial"/>
              </a:defRPr>
            </a:lvl3pPr>
            <a:lvl4pPr lvl="3" algn="ctr">
              <a:lnSpc>
                <a:spcPct val="90000"/>
              </a:lnSpc>
              <a:spcBef>
                <a:spcPts val="0"/>
              </a:spcBef>
              <a:spcAft>
                <a:spcPts val="0"/>
              </a:spcAft>
              <a:buSzPts val="2000"/>
              <a:buNone/>
              <a:defRPr sz="2000">
                <a:latin typeface="Arial"/>
                <a:ea typeface="Arial"/>
                <a:cs typeface="Arial"/>
                <a:sym typeface="Arial"/>
              </a:defRPr>
            </a:lvl4pPr>
            <a:lvl5pPr lvl="4" algn="ctr">
              <a:lnSpc>
                <a:spcPct val="90000"/>
              </a:lnSpc>
              <a:spcBef>
                <a:spcPts val="0"/>
              </a:spcBef>
              <a:spcAft>
                <a:spcPts val="0"/>
              </a:spcAft>
              <a:buSzPts val="2000"/>
              <a:buNone/>
              <a:defRPr sz="2000">
                <a:latin typeface="Arial"/>
                <a:ea typeface="Arial"/>
                <a:cs typeface="Arial"/>
                <a:sym typeface="Arial"/>
              </a:defRPr>
            </a:lvl5pPr>
            <a:lvl6pPr lvl="5" algn="ctr">
              <a:lnSpc>
                <a:spcPct val="90000"/>
              </a:lnSpc>
              <a:spcBef>
                <a:spcPts val="0"/>
              </a:spcBef>
              <a:spcAft>
                <a:spcPts val="0"/>
              </a:spcAft>
              <a:buSzPts val="2000"/>
              <a:buNone/>
              <a:defRPr sz="2000">
                <a:latin typeface="Arial"/>
                <a:ea typeface="Arial"/>
                <a:cs typeface="Arial"/>
                <a:sym typeface="Arial"/>
              </a:defRPr>
            </a:lvl6pPr>
            <a:lvl7pPr lvl="6" algn="ctr">
              <a:lnSpc>
                <a:spcPct val="90000"/>
              </a:lnSpc>
              <a:spcBef>
                <a:spcPts val="0"/>
              </a:spcBef>
              <a:spcAft>
                <a:spcPts val="0"/>
              </a:spcAft>
              <a:buSzPts val="2000"/>
              <a:buNone/>
              <a:defRPr sz="2000">
                <a:latin typeface="Arial"/>
                <a:ea typeface="Arial"/>
                <a:cs typeface="Arial"/>
                <a:sym typeface="Arial"/>
              </a:defRPr>
            </a:lvl7pPr>
            <a:lvl8pPr lvl="7" algn="ctr">
              <a:lnSpc>
                <a:spcPct val="90000"/>
              </a:lnSpc>
              <a:spcBef>
                <a:spcPts val="0"/>
              </a:spcBef>
              <a:spcAft>
                <a:spcPts val="0"/>
              </a:spcAft>
              <a:buSzPts val="2000"/>
              <a:buNone/>
              <a:defRPr sz="2000">
                <a:latin typeface="Arial"/>
                <a:ea typeface="Arial"/>
                <a:cs typeface="Arial"/>
                <a:sym typeface="Arial"/>
              </a:defRPr>
            </a:lvl8pPr>
            <a:lvl9pPr lvl="8" algn="ctr">
              <a:lnSpc>
                <a:spcPct val="90000"/>
              </a:lnSpc>
              <a:spcBef>
                <a:spcPts val="0"/>
              </a:spcBef>
              <a:spcAft>
                <a:spcPts val="0"/>
              </a:spcAft>
              <a:buSzPts val="2000"/>
              <a:buNone/>
              <a:defRPr sz="2000">
                <a:latin typeface="Arial"/>
                <a:ea typeface="Arial"/>
                <a:cs typeface="Arial"/>
                <a:sym typeface="Arial"/>
              </a:defRPr>
            </a:lvl9pPr>
          </a:lstStyle>
          <a:p/>
        </p:txBody>
      </p:sp>
      <p:sp>
        <p:nvSpPr>
          <p:cNvPr id="707" name="Google Shape;707;p161"/>
          <p:cNvSpPr txBox="1"/>
          <p:nvPr>
            <p:ph idx="1" type="body"/>
          </p:nvPr>
        </p:nvSpPr>
        <p:spPr>
          <a:xfrm>
            <a:off x="457200" y="1536192"/>
            <a:ext cx="4078200" cy="3154800"/>
          </a:xfrm>
          <a:prstGeom prst="rect">
            <a:avLst/>
          </a:prstGeom>
          <a:noFill/>
          <a:ln>
            <a:noFill/>
          </a:ln>
        </p:spPr>
        <p:txBody>
          <a:bodyPr anchorCtr="0" anchor="t" bIns="0" lIns="0" spcFirstLastPara="1" rIns="91425" wrap="square" tIns="0">
            <a:noAutofit/>
          </a:bodyPr>
          <a:lstStyle>
            <a:lvl1pPr indent="-317500" lvl="0" marL="457200" marR="0" rtl="0" algn="l">
              <a:lnSpc>
                <a:spcPct val="15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17500" lvl="1" marL="914400" marR="0" rtl="0" algn="l">
              <a:lnSpc>
                <a:spcPct val="15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l">
              <a:lnSpc>
                <a:spcPct val="15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5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5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15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15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15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15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08" name="Shape 708"/>
        <p:cNvGrpSpPr/>
        <p:nvPr/>
      </p:nvGrpSpPr>
      <p:grpSpPr>
        <a:xfrm>
          <a:off x="0" y="0"/>
          <a:ext cx="0" cy="0"/>
          <a:chOff x="0" y="0"/>
          <a:chExt cx="0" cy="0"/>
        </a:xfrm>
      </p:grpSpPr>
      <p:sp>
        <p:nvSpPr>
          <p:cNvPr id="709" name="Google Shape;709;p162"/>
          <p:cNvSpPr txBox="1"/>
          <p:nvPr/>
        </p:nvSpPr>
        <p:spPr>
          <a:xfrm>
            <a:off x="457200" y="4800600"/>
            <a:ext cx="2625000" cy="14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Arial"/>
                <a:ea typeface="Arial"/>
                <a:cs typeface="Arial"/>
                <a:sym typeface="Arial"/>
              </a:rPr>
              <a:t>Google Cloud</a:t>
            </a:r>
            <a:endParaRPr b="0" i="0" sz="800" u="none" cap="none" strike="noStrike">
              <a:solidFill>
                <a:schemeClr val="dk1"/>
              </a:solidFill>
              <a:latin typeface="Arial"/>
              <a:ea typeface="Arial"/>
              <a:cs typeface="Arial"/>
              <a:sym typeface="Arial"/>
            </a:endParaRPr>
          </a:p>
        </p:txBody>
      </p:sp>
      <p:sp>
        <p:nvSpPr>
          <p:cNvPr id="710" name="Google Shape;710;p162"/>
          <p:cNvSpPr txBox="1"/>
          <p:nvPr>
            <p:ph idx="12" type="sldNum"/>
          </p:nvPr>
        </p:nvSpPr>
        <p:spPr>
          <a:xfrm>
            <a:off x="8004300" y="4663225"/>
            <a:ext cx="683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
              <a:t>   </a:t>
            </a:r>
            <a:fld id="{00000000-1234-1234-1234-123412341234}" type="slidenum">
              <a:rPr lang="en"/>
              <a:t>‹#›</a:t>
            </a:fld>
            <a:endParaRPr/>
          </a:p>
        </p:txBody>
      </p:sp>
      <p:sp>
        <p:nvSpPr>
          <p:cNvPr id="711" name="Google Shape;711;p162"/>
          <p:cNvSpPr txBox="1"/>
          <p:nvPr/>
        </p:nvSpPr>
        <p:spPr>
          <a:xfrm>
            <a:off x="5643933" y="4800600"/>
            <a:ext cx="2625000" cy="1410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Arial"/>
                <a:ea typeface="Arial"/>
                <a:cs typeface="Arial"/>
                <a:sym typeface="Arial"/>
              </a:rPr>
              <a:t>Proprietary &amp; Confidential</a:t>
            </a:r>
            <a:endParaRPr b="0" i="0" sz="800" u="none" cap="none" strike="noStrike">
              <a:solidFill>
                <a:schemeClr val="dk1"/>
              </a:solidFill>
              <a:latin typeface="Arial"/>
              <a:ea typeface="Arial"/>
              <a:cs typeface="Arial"/>
              <a:sym typeface="Arial"/>
            </a:endParaRPr>
          </a:p>
        </p:txBody>
      </p:sp>
      <p:pic>
        <p:nvPicPr>
          <p:cNvPr id="712" name="Google Shape;712;p162"/>
          <p:cNvPicPr preferRelativeResize="0"/>
          <p:nvPr/>
        </p:nvPicPr>
        <p:blipFill rotWithShape="1">
          <a:blip r:embed="rId2">
            <a:alphaModFix/>
          </a:blip>
          <a:srcRect b="0" l="0" r="0" t="0"/>
          <a:stretch/>
        </p:blipFill>
        <p:spPr>
          <a:xfrm>
            <a:off x="-15" y="923526"/>
            <a:ext cx="5281126" cy="48675"/>
          </a:xfrm>
          <a:prstGeom prst="rect">
            <a:avLst/>
          </a:prstGeom>
          <a:noFill/>
          <a:ln>
            <a:noFill/>
          </a:ln>
        </p:spPr>
      </p:pic>
      <p:sp>
        <p:nvSpPr>
          <p:cNvPr id="713" name="Google Shape;713;p162"/>
          <p:cNvSpPr txBox="1"/>
          <p:nvPr>
            <p:ph type="title"/>
          </p:nvPr>
        </p:nvSpPr>
        <p:spPr>
          <a:xfrm>
            <a:off x="457200" y="1234440"/>
            <a:ext cx="4782600" cy="2004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3000"/>
              <a:buFont typeface="Arial"/>
              <a:buNone/>
              <a:defRPr b="1" sz="3000">
                <a:latin typeface="Arial"/>
                <a:ea typeface="Arial"/>
                <a:cs typeface="Arial"/>
                <a:sym typeface="Arial"/>
              </a:defRPr>
            </a:lvl1pPr>
            <a:lvl2pPr lvl="1" algn="ctr">
              <a:lnSpc>
                <a:spcPct val="90000"/>
              </a:lnSpc>
              <a:spcBef>
                <a:spcPts val="1100"/>
              </a:spcBef>
              <a:spcAft>
                <a:spcPts val="0"/>
              </a:spcAft>
              <a:buSzPts val="3000"/>
              <a:buFont typeface="Arial"/>
              <a:buNone/>
              <a:defRPr b="1" sz="3000">
                <a:latin typeface="Arial"/>
                <a:ea typeface="Arial"/>
                <a:cs typeface="Arial"/>
                <a:sym typeface="Arial"/>
              </a:defRPr>
            </a:lvl2pPr>
            <a:lvl3pPr lvl="2" algn="ctr">
              <a:lnSpc>
                <a:spcPct val="90000"/>
              </a:lnSpc>
              <a:spcBef>
                <a:spcPts val="1100"/>
              </a:spcBef>
              <a:spcAft>
                <a:spcPts val="0"/>
              </a:spcAft>
              <a:buSzPts val="3000"/>
              <a:buFont typeface="Arial"/>
              <a:buNone/>
              <a:defRPr b="1" sz="3000">
                <a:latin typeface="Arial"/>
                <a:ea typeface="Arial"/>
                <a:cs typeface="Arial"/>
                <a:sym typeface="Arial"/>
              </a:defRPr>
            </a:lvl3pPr>
            <a:lvl4pPr lvl="3" algn="ctr">
              <a:lnSpc>
                <a:spcPct val="90000"/>
              </a:lnSpc>
              <a:spcBef>
                <a:spcPts val="1100"/>
              </a:spcBef>
              <a:spcAft>
                <a:spcPts val="0"/>
              </a:spcAft>
              <a:buSzPts val="3000"/>
              <a:buFont typeface="Arial"/>
              <a:buNone/>
              <a:defRPr b="1" sz="3000">
                <a:latin typeface="Arial"/>
                <a:ea typeface="Arial"/>
                <a:cs typeface="Arial"/>
                <a:sym typeface="Arial"/>
              </a:defRPr>
            </a:lvl4pPr>
            <a:lvl5pPr lvl="4" algn="ctr">
              <a:lnSpc>
                <a:spcPct val="90000"/>
              </a:lnSpc>
              <a:spcBef>
                <a:spcPts val="1100"/>
              </a:spcBef>
              <a:spcAft>
                <a:spcPts val="0"/>
              </a:spcAft>
              <a:buSzPts val="3000"/>
              <a:buFont typeface="Arial"/>
              <a:buNone/>
              <a:defRPr b="1" sz="3000">
                <a:latin typeface="Arial"/>
                <a:ea typeface="Arial"/>
                <a:cs typeface="Arial"/>
                <a:sym typeface="Arial"/>
              </a:defRPr>
            </a:lvl5pPr>
            <a:lvl6pPr lvl="5" algn="ctr">
              <a:lnSpc>
                <a:spcPct val="90000"/>
              </a:lnSpc>
              <a:spcBef>
                <a:spcPts val="1100"/>
              </a:spcBef>
              <a:spcAft>
                <a:spcPts val="0"/>
              </a:spcAft>
              <a:buSzPts val="3000"/>
              <a:buFont typeface="Arial"/>
              <a:buNone/>
              <a:defRPr b="1" sz="3000">
                <a:latin typeface="Arial"/>
                <a:ea typeface="Arial"/>
                <a:cs typeface="Arial"/>
                <a:sym typeface="Arial"/>
              </a:defRPr>
            </a:lvl6pPr>
            <a:lvl7pPr lvl="6" algn="ctr">
              <a:lnSpc>
                <a:spcPct val="90000"/>
              </a:lnSpc>
              <a:spcBef>
                <a:spcPts val="1100"/>
              </a:spcBef>
              <a:spcAft>
                <a:spcPts val="0"/>
              </a:spcAft>
              <a:buSzPts val="3000"/>
              <a:buFont typeface="Arial"/>
              <a:buNone/>
              <a:defRPr b="1" sz="3000">
                <a:latin typeface="Arial"/>
                <a:ea typeface="Arial"/>
                <a:cs typeface="Arial"/>
                <a:sym typeface="Arial"/>
              </a:defRPr>
            </a:lvl7pPr>
            <a:lvl8pPr lvl="7" algn="ctr">
              <a:lnSpc>
                <a:spcPct val="90000"/>
              </a:lnSpc>
              <a:spcBef>
                <a:spcPts val="1100"/>
              </a:spcBef>
              <a:spcAft>
                <a:spcPts val="0"/>
              </a:spcAft>
              <a:buSzPts val="3000"/>
              <a:buFont typeface="Arial"/>
              <a:buNone/>
              <a:defRPr b="1" sz="3000">
                <a:latin typeface="Arial"/>
                <a:ea typeface="Arial"/>
                <a:cs typeface="Arial"/>
                <a:sym typeface="Arial"/>
              </a:defRPr>
            </a:lvl8pPr>
            <a:lvl9pPr lvl="8" algn="ctr">
              <a:lnSpc>
                <a:spcPct val="90000"/>
              </a:lnSpc>
              <a:spcBef>
                <a:spcPts val="1100"/>
              </a:spcBef>
              <a:spcAft>
                <a:spcPts val="1100"/>
              </a:spcAft>
              <a:buSzPts val="3000"/>
              <a:buFont typeface="Arial"/>
              <a:buNone/>
              <a:defRPr b="1" sz="3000">
                <a:latin typeface="Arial"/>
                <a:ea typeface="Arial"/>
                <a:cs typeface="Arial"/>
                <a:sym typeface="Arial"/>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p:cSld name="CUSTOM_2_3_8">
    <p:spTree>
      <p:nvGrpSpPr>
        <p:cNvPr id="714" name="Shape 714"/>
        <p:cNvGrpSpPr/>
        <p:nvPr/>
      </p:nvGrpSpPr>
      <p:grpSpPr>
        <a:xfrm>
          <a:off x="0" y="0"/>
          <a:ext cx="0" cy="0"/>
          <a:chOff x="0" y="0"/>
          <a:chExt cx="0" cy="0"/>
        </a:xfrm>
      </p:grpSpPr>
      <p:sp>
        <p:nvSpPr>
          <p:cNvPr id="715" name="Google Shape;715;p163"/>
          <p:cNvSpPr txBox="1"/>
          <p:nvPr>
            <p:ph idx="1" type="body"/>
          </p:nvPr>
        </p:nvSpPr>
        <p:spPr>
          <a:xfrm>
            <a:off x="457175" y="1536250"/>
            <a:ext cx="4077000" cy="3151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3C4043"/>
              </a:buClr>
              <a:buSzPts val="1400"/>
              <a:buFont typeface="Arial"/>
              <a:buChar char="●"/>
              <a:defRPr b="0" i="0" sz="1400" u="none" cap="none" strike="noStrike">
                <a:solidFill>
                  <a:srgbClr val="3C4043"/>
                </a:solidFill>
                <a:latin typeface="Arial"/>
                <a:ea typeface="Arial"/>
                <a:cs typeface="Arial"/>
                <a:sym typeface="Arial"/>
              </a:defRPr>
            </a:lvl1pPr>
            <a:lvl2pPr indent="-317500" lvl="1" marL="914400" marR="0" rtl="0" algn="l">
              <a:lnSpc>
                <a:spcPct val="100000"/>
              </a:lnSpc>
              <a:spcBef>
                <a:spcPts val="0"/>
              </a:spcBef>
              <a:spcAft>
                <a:spcPts val="0"/>
              </a:spcAft>
              <a:buClr>
                <a:srgbClr val="3C4043"/>
              </a:buClr>
              <a:buSzPts val="1400"/>
              <a:buFont typeface="Arial"/>
              <a:buChar char="○"/>
              <a:defRPr b="0" i="0" sz="1400" u="none" cap="none" strike="noStrike">
                <a:solidFill>
                  <a:srgbClr val="3C4043"/>
                </a:solidFill>
                <a:latin typeface="Arial"/>
                <a:ea typeface="Arial"/>
                <a:cs typeface="Arial"/>
                <a:sym typeface="Arial"/>
              </a:defRPr>
            </a:lvl2pPr>
            <a:lvl3pPr indent="-317500" lvl="2" marL="1371600" marR="0" rtl="0" algn="l">
              <a:lnSpc>
                <a:spcPct val="100000"/>
              </a:lnSpc>
              <a:spcBef>
                <a:spcPts val="0"/>
              </a:spcBef>
              <a:spcAft>
                <a:spcPts val="0"/>
              </a:spcAft>
              <a:buClr>
                <a:srgbClr val="3C4043"/>
              </a:buClr>
              <a:buSzPts val="1400"/>
              <a:buFont typeface="Arial"/>
              <a:buChar char="■"/>
              <a:defRPr b="0" i="0" sz="1400" u="none" cap="none" strike="noStrike">
                <a:solidFill>
                  <a:srgbClr val="3C4043"/>
                </a:solidFill>
                <a:latin typeface="Arial"/>
                <a:ea typeface="Arial"/>
                <a:cs typeface="Arial"/>
                <a:sym typeface="Arial"/>
              </a:defRPr>
            </a:lvl3pPr>
            <a:lvl4pPr indent="-317500" lvl="3" marL="1828800" marR="0" rtl="0" algn="l">
              <a:lnSpc>
                <a:spcPct val="100000"/>
              </a:lnSpc>
              <a:spcBef>
                <a:spcPts val="0"/>
              </a:spcBef>
              <a:spcAft>
                <a:spcPts val="0"/>
              </a:spcAft>
              <a:buClr>
                <a:srgbClr val="3C4043"/>
              </a:buClr>
              <a:buSzPts val="1400"/>
              <a:buFont typeface="Arial"/>
              <a:buChar char="●"/>
              <a:defRPr b="0" i="0" sz="1400" u="none" cap="none" strike="noStrike">
                <a:solidFill>
                  <a:srgbClr val="3C4043"/>
                </a:solidFill>
                <a:latin typeface="Arial"/>
                <a:ea typeface="Arial"/>
                <a:cs typeface="Arial"/>
                <a:sym typeface="Arial"/>
              </a:defRPr>
            </a:lvl4pPr>
            <a:lvl5pPr indent="-317500" lvl="4" marL="2286000" marR="0" rtl="0" algn="l">
              <a:lnSpc>
                <a:spcPct val="100000"/>
              </a:lnSpc>
              <a:spcBef>
                <a:spcPts val="0"/>
              </a:spcBef>
              <a:spcAft>
                <a:spcPts val="0"/>
              </a:spcAft>
              <a:buClr>
                <a:srgbClr val="3C4043"/>
              </a:buClr>
              <a:buSzPts val="1400"/>
              <a:buFont typeface="Arial"/>
              <a:buChar char="○"/>
              <a:defRPr b="0" i="0" sz="1400" u="none" cap="none" strike="noStrike">
                <a:solidFill>
                  <a:srgbClr val="3C4043"/>
                </a:solidFill>
                <a:latin typeface="Arial"/>
                <a:ea typeface="Arial"/>
                <a:cs typeface="Arial"/>
                <a:sym typeface="Arial"/>
              </a:defRPr>
            </a:lvl5pPr>
            <a:lvl6pPr indent="-317500" lvl="5" marL="2743200" marR="0" rtl="0" algn="l">
              <a:lnSpc>
                <a:spcPct val="100000"/>
              </a:lnSpc>
              <a:spcBef>
                <a:spcPts val="0"/>
              </a:spcBef>
              <a:spcAft>
                <a:spcPts val="0"/>
              </a:spcAft>
              <a:buClr>
                <a:srgbClr val="3C4043"/>
              </a:buClr>
              <a:buSzPts val="1400"/>
              <a:buFont typeface="Arial"/>
              <a:buChar char="■"/>
              <a:defRPr b="0" i="0" sz="1400" u="none" cap="none" strike="noStrike">
                <a:solidFill>
                  <a:srgbClr val="3C4043"/>
                </a:solidFill>
                <a:latin typeface="Arial"/>
                <a:ea typeface="Arial"/>
                <a:cs typeface="Arial"/>
                <a:sym typeface="Arial"/>
              </a:defRPr>
            </a:lvl6pPr>
            <a:lvl7pPr indent="-317500" lvl="6" marL="3200400" marR="0" rtl="0" algn="l">
              <a:lnSpc>
                <a:spcPct val="100000"/>
              </a:lnSpc>
              <a:spcBef>
                <a:spcPts val="0"/>
              </a:spcBef>
              <a:spcAft>
                <a:spcPts val="0"/>
              </a:spcAft>
              <a:buClr>
                <a:srgbClr val="3C4043"/>
              </a:buClr>
              <a:buSzPts val="1400"/>
              <a:buFont typeface="Arial"/>
              <a:buChar char="●"/>
              <a:defRPr b="0" i="0" sz="1400" u="none" cap="none" strike="noStrike">
                <a:solidFill>
                  <a:srgbClr val="3C4043"/>
                </a:solidFill>
                <a:latin typeface="Arial"/>
                <a:ea typeface="Arial"/>
                <a:cs typeface="Arial"/>
                <a:sym typeface="Arial"/>
              </a:defRPr>
            </a:lvl7pPr>
            <a:lvl8pPr indent="-317500" lvl="7" marL="3657600" marR="0" rtl="0" algn="l">
              <a:lnSpc>
                <a:spcPct val="100000"/>
              </a:lnSpc>
              <a:spcBef>
                <a:spcPts val="0"/>
              </a:spcBef>
              <a:spcAft>
                <a:spcPts val="0"/>
              </a:spcAft>
              <a:buClr>
                <a:srgbClr val="3C4043"/>
              </a:buClr>
              <a:buSzPts val="1400"/>
              <a:buFont typeface="Arial"/>
              <a:buChar char="○"/>
              <a:defRPr b="0" i="0" sz="1400" u="none" cap="none" strike="noStrike">
                <a:solidFill>
                  <a:srgbClr val="3C4043"/>
                </a:solidFill>
                <a:latin typeface="Arial"/>
                <a:ea typeface="Arial"/>
                <a:cs typeface="Arial"/>
                <a:sym typeface="Arial"/>
              </a:defRPr>
            </a:lvl8pPr>
            <a:lvl9pPr indent="-317500" lvl="8" marL="4114800" marR="0" rtl="0" algn="l">
              <a:lnSpc>
                <a:spcPct val="100000"/>
              </a:lnSpc>
              <a:spcBef>
                <a:spcPts val="0"/>
              </a:spcBef>
              <a:spcAft>
                <a:spcPts val="0"/>
              </a:spcAft>
              <a:buClr>
                <a:srgbClr val="3C4043"/>
              </a:buClr>
              <a:buSzPts val="1400"/>
              <a:buFont typeface="Arial"/>
              <a:buChar char="■"/>
              <a:defRPr b="0" i="0" sz="1400" u="none" cap="none" strike="noStrike">
                <a:solidFill>
                  <a:srgbClr val="3C4043"/>
                </a:solidFill>
                <a:latin typeface="Arial"/>
                <a:ea typeface="Arial"/>
                <a:cs typeface="Arial"/>
                <a:sym typeface="Arial"/>
              </a:defRPr>
            </a:lvl9pPr>
          </a:lstStyle>
          <a:p/>
        </p:txBody>
      </p:sp>
      <p:sp>
        <p:nvSpPr>
          <p:cNvPr id="716" name="Google Shape;716;p163"/>
          <p:cNvSpPr txBox="1"/>
          <p:nvPr>
            <p:ph type="title"/>
          </p:nvPr>
        </p:nvSpPr>
        <p:spPr>
          <a:xfrm>
            <a:off x="457175" y="460250"/>
            <a:ext cx="8229600" cy="4206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1100"/>
              <a:buNone/>
              <a:defRPr>
                <a:solidFill>
                  <a:srgbClr val="3C4043"/>
                </a:solidFill>
              </a:defRPr>
            </a:lvl1pPr>
            <a:lvl2pPr lvl="1" algn="ctr">
              <a:lnSpc>
                <a:spcPct val="100000"/>
              </a:lnSpc>
              <a:spcBef>
                <a:spcPts val="0"/>
              </a:spcBef>
              <a:spcAft>
                <a:spcPts val="0"/>
              </a:spcAft>
              <a:buSzPts val="4200"/>
              <a:buNone/>
              <a:defRPr sz="1800">
                <a:solidFill>
                  <a:srgbClr val="3C4043"/>
                </a:solidFill>
              </a:defRPr>
            </a:lvl2pPr>
            <a:lvl3pPr lvl="2" algn="ctr">
              <a:lnSpc>
                <a:spcPct val="100000"/>
              </a:lnSpc>
              <a:spcBef>
                <a:spcPts val="0"/>
              </a:spcBef>
              <a:spcAft>
                <a:spcPts val="0"/>
              </a:spcAft>
              <a:buSzPts val="4200"/>
              <a:buNone/>
              <a:defRPr sz="1800">
                <a:solidFill>
                  <a:srgbClr val="3C4043"/>
                </a:solidFill>
              </a:defRPr>
            </a:lvl3pPr>
            <a:lvl4pPr lvl="3" algn="ctr">
              <a:lnSpc>
                <a:spcPct val="100000"/>
              </a:lnSpc>
              <a:spcBef>
                <a:spcPts val="0"/>
              </a:spcBef>
              <a:spcAft>
                <a:spcPts val="0"/>
              </a:spcAft>
              <a:buSzPts val="4200"/>
              <a:buNone/>
              <a:defRPr sz="1800">
                <a:solidFill>
                  <a:srgbClr val="3C4043"/>
                </a:solidFill>
              </a:defRPr>
            </a:lvl4pPr>
            <a:lvl5pPr lvl="4" algn="ctr">
              <a:lnSpc>
                <a:spcPct val="100000"/>
              </a:lnSpc>
              <a:spcBef>
                <a:spcPts val="0"/>
              </a:spcBef>
              <a:spcAft>
                <a:spcPts val="0"/>
              </a:spcAft>
              <a:buSzPts val="4200"/>
              <a:buNone/>
              <a:defRPr sz="1800">
                <a:solidFill>
                  <a:srgbClr val="3C4043"/>
                </a:solidFill>
              </a:defRPr>
            </a:lvl5pPr>
            <a:lvl6pPr lvl="5" algn="ctr">
              <a:lnSpc>
                <a:spcPct val="100000"/>
              </a:lnSpc>
              <a:spcBef>
                <a:spcPts val="0"/>
              </a:spcBef>
              <a:spcAft>
                <a:spcPts val="0"/>
              </a:spcAft>
              <a:buSzPts val="4200"/>
              <a:buNone/>
              <a:defRPr sz="1800">
                <a:solidFill>
                  <a:srgbClr val="3C4043"/>
                </a:solidFill>
              </a:defRPr>
            </a:lvl6pPr>
            <a:lvl7pPr lvl="6" algn="ctr">
              <a:lnSpc>
                <a:spcPct val="100000"/>
              </a:lnSpc>
              <a:spcBef>
                <a:spcPts val="0"/>
              </a:spcBef>
              <a:spcAft>
                <a:spcPts val="0"/>
              </a:spcAft>
              <a:buSzPts val="4200"/>
              <a:buNone/>
              <a:defRPr sz="1800">
                <a:solidFill>
                  <a:srgbClr val="3C4043"/>
                </a:solidFill>
              </a:defRPr>
            </a:lvl7pPr>
            <a:lvl8pPr lvl="7" algn="ctr">
              <a:lnSpc>
                <a:spcPct val="100000"/>
              </a:lnSpc>
              <a:spcBef>
                <a:spcPts val="0"/>
              </a:spcBef>
              <a:spcAft>
                <a:spcPts val="0"/>
              </a:spcAft>
              <a:buSzPts val="4200"/>
              <a:buNone/>
              <a:defRPr sz="1800">
                <a:solidFill>
                  <a:srgbClr val="3C4043"/>
                </a:solidFill>
              </a:defRPr>
            </a:lvl8pPr>
            <a:lvl9pPr lvl="8" algn="ctr">
              <a:lnSpc>
                <a:spcPct val="100000"/>
              </a:lnSpc>
              <a:spcBef>
                <a:spcPts val="0"/>
              </a:spcBef>
              <a:spcAft>
                <a:spcPts val="0"/>
              </a:spcAft>
              <a:buSzPts val="4200"/>
              <a:buNone/>
              <a:defRPr sz="1800">
                <a:solidFill>
                  <a:srgbClr val="3C4043"/>
                </a:solidFill>
              </a:defRPr>
            </a:lvl9pPr>
          </a:lstStyle>
          <a:p/>
        </p:txBody>
      </p:sp>
      <p:pic>
        <p:nvPicPr>
          <p:cNvPr id="717" name="Google Shape;717;p163"/>
          <p:cNvPicPr preferRelativeResize="0"/>
          <p:nvPr/>
        </p:nvPicPr>
        <p:blipFill rotWithShape="1">
          <a:blip r:embed="rId2">
            <a:alphaModFix/>
          </a:blip>
          <a:srcRect b="0" l="0" r="0" t="0"/>
          <a:stretch/>
        </p:blipFill>
        <p:spPr>
          <a:xfrm>
            <a:off x="8027650" y="4857963"/>
            <a:ext cx="659356" cy="115363"/>
          </a:xfrm>
          <a:prstGeom prst="rect">
            <a:avLst/>
          </a:prstGeom>
          <a:noFill/>
          <a:ln>
            <a:noFill/>
          </a:ln>
        </p:spPr>
      </p:pic>
      <p:sp>
        <p:nvSpPr>
          <p:cNvPr id="718" name="Google Shape;718;p163"/>
          <p:cNvSpPr txBox="1"/>
          <p:nvPr/>
        </p:nvSpPr>
        <p:spPr>
          <a:xfrm>
            <a:off x="6762575" y="-301"/>
            <a:ext cx="1924200" cy="460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rgbClr val="BDC1C6"/>
                </a:solidFill>
                <a:latin typeface="Arial"/>
                <a:ea typeface="Arial"/>
                <a:cs typeface="Arial"/>
                <a:sym typeface="Arial"/>
              </a:rPr>
              <a:t>Proprietary + Confidential</a:t>
            </a:r>
            <a:endParaRPr b="0" i="0" sz="600" u="none" cap="none" strike="noStrike">
              <a:solidFill>
                <a:srgbClr val="BDC1C6"/>
              </a:solidFill>
              <a:latin typeface="Arial"/>
              <a:ea typeface="Arial"/>
              <a:cs typeface="Arial"/>
              <a:sym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8">
  <p:cSld name="TITLE_8">
    <p:spTree>
      <p:nvGrpSpPr>
        <p:cNvPr id="719" name="Shape 719"/>
        <p:cNvGrpSpPr/>
        <p:nvPr/>
      </p:nvGrpSpPr>
      <p:grpSpPr>
        <a:xfrm>
          <a:off x="0" y="0"/>
          <a:ext cx="0" cy="0"/>
          <a:chOff x="0" y="0"/>
          <a:chExt cx="0" cy="0"/>
        </a:xfrm>
      </p:grpSpPr>
      <p:sp>
        <p:nvSpPr>
          <p:cNvPr id="720" name="Google Shape;720;p16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9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721" name="Google Shape;721;p164"/>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
        <p:nvSpPr>
          <p:cNvPr id="722" name="Google Shape;722;p1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grpSp>
        <p:nvGrpSpPr>
          <p:cNvPr id="723" name="Google Shape;723;p164"/>
          <p:cNvGrpSpPr/>
          <p:nvPr/>
        </p:nvGrpSpPr>
        <p:grpSpPr>
          <a:xfrm>
            <a:off x="614120" y="4568626"/>
            <a:ext cx="1565658" cy="245350"/>
            <a:chOff x="614120" y="4568626"/>
            <a:chExt cx="1565658" cy="245350"/>
          </a:xfrm>
        </p:grpSpPr>
        <p:grpSp>
          <p:nvGrpSpPr>
            <p:cNvPr id="724" name="Google Shape;724;p164"/>
            <p:cNvGrpSpPr/>
            <p:nvPr/>
          </p:nvGrpSpPr>
          <p:grpSpPr>
            <a:xfrm>
              <a:off x="614120" y="4568626"/>
              <a:ext cx="290167" cy="233377"/>
              <a:chOff x="614120" y="4568626"/>
              <a:chExt cx="290167" cy="233377"/>
            </a:xfrm>
          </p:grpSpPr>
          <p:sp>
            <p:nvSpPr>
              <p:cNvPr id="725" name="Google Shape;725;p164"/>
              <p:cNvSpPr/>
              <p:nvPr/>
            </p:nvSpPr>
            <p:spPr>
              <a:xfrm>
                <a:off x="649563" y="4568626"/>
                <a:ext cx="184863" cy="83805"/>
              </a:xfrm>
              <a:custGeom>
                <a:rect b="b" l="l" r="r" t="t"/>
                <a:pathLst>
                  <a:path extrusionOk="0" h="12669" w="27946">
                    <a:moveTo>
                      <a:pt x="16372" y="0"/>
                    </a:moveTo>
                    <a:lnTo>
                      <a:pt x="14729" y="95"/>
                    </a:lnTo>
                    <a:lnTo>
                      <a:pt x="13098" y="345"/>
                    </a:lnTo>
                    <a:lnTo>
                      <a:pt x="11502" y="762"/>
                    </a:lnTo>
                    <a:lnTo>
                      <a:pt x="9942" y="1322"/>
                    </a:lnTo>
                    <a:lnTo>
                      <a:pt x="8430" y="2036"/>
                    </a:lnTo>
                    <a:lnTo>
                      <a:pt x="6989" y="2905"/>
                    </a:lnTo>
                    <a:lnTo>
                      <a:pt x="5620" y="3929"/>
                    </a:lnTo>
                    <a:lnTo>
                      <a:pt x="4334" y="5108"/>
                    </a:lnTo>
                    <a:lnTo>
                      <a:pt x="3739" y="5751"/>
                    </a:lnTo>
                    <a:lnTo>
                      <a:pt x="3405" y="6132"/>
                    </a:lnTo>
                    <a:lnTo>
                      <a:pt x="2798" y="6906"/>
                    </a:lnTo>
                    <a:lnTo>
                      <a:pt x="2227" y="7716"/>
                    </a:lnTo>
                    <a:lnTo>
                      <a:pt x="1703" y="8561"/>
                    </a:lnTo>
                    <a:lnTo>
                      <a:pt x="1238" y="9430"/>
                    </a:lnTo>
                    <a:lnTo>
                      <a:pt x="810" y="10335"/>
                    </a:lnTo>
                    <a:lnTo>
                      <a:pt x="453" y="11252"/>
                    </a:lnTo>
                    <a:lnTo>
                      <a:pt x="131" y="12192"/>
                    </a:lnTo>
                    <a:lnTo>
                      <a:pt x="0" y="12669"/>
                    </a:lnTo>
                    <a:lnTo>
                      <a:pt x="179" y="12573"/>
                    </a:lnTo>
                    <a:lnTo>
                      <a:pt x="595" y="12514"/>
                    </a:lnTo>
                    <a:lnTo>
                      <a:pt x="1203" y="12573"/>
                    </a:lnTo>
                    <a:lnTo>
                      <a:pt x="1310" y="12597"/>
                    </a:lnTo>
                    <a:lnTo>
                      <a:pt x="8930" y="11347"/>
                    </a:lnTo>
                    <a:lnTo>
                      <a:pt x="8978" y="11264"/>
                    </a:lnTo>
                    <a:lnTo>
                      <a:pt x="9252" y="10906"/>
                    </a:lnTo>
                    <a:lnTo>
                      <a:pt x="9442" y="10740"/>
                    </a:lnTo>
                    <a:lnTo>
                      <a:pt x="9526" y="10740"/>
                    </a:lnTo>
                    <a:lnTo>
                      <a:pt x="9847" y="10395"/>
                    </a:lnTo>
                    <a:lnTo>
                      <a:pt x="10538" y="9775"/>
                    </a:lnTo>
                    <a:lnTo>
                      <a:pt x="11276" y="9240"/>
                    </a:lnTo>
                    <a:lnTo>
                      <a:pt x="12050" y="8775"/>
                    </a:lnTo>
                    <a:lnTo>
                      <a:pt x="12847" y="8382"/>
                    </a:lnTo>
                    <a:lnTo>
                      <a:pt x="13681" y="8085"/>
                    </a:lnTo>
                    <a:lnTo>
                      <a:pt x="14538" y="7846"/>
                    </a:lnTo>
                    <a:lnTo>
                      <a:pt x="15407" y="7704"/>
                    </a:lnTo>
                    <a:lnTo>
                      <a:pt x="16289" y="7644"/>
                    </a:lnTo>
                    <a:lnTo>
                      <a:pt x="17170" y="7656"/>
                    </a:lnTo>
                    <a:lnTo>
                      <a:pt x="18039" y="7751"/>
                    </a:lnTo>
                    <a:lnTo>
                      <a:pt x="18908" y="7930"/>
                    </a:lnTo>
                    <a:lnTo>
                      <a:pt x="19765" y="8192"/>
                    </a:lnTo>
                    <a:lnTo>
                      <a:pt x="20599" y="8537"/>
                    </a:lnTo>
                    <a:lnTo>
                      <a:pt x="21408" y="8966"/>
                    </a:lnTo>
                    <a:lnTo>
                      <a:pt x="22182" y="9478"/>
                    </a:lnTo>
                    <a:lnTo>
                      <a:pt x="22551" y="9775"/>
                    </a:lnTo>
                    <a:lnTo>
                      <a:pt x="22551" y="9740"/>
                    </a:lnTo>
                    <a:lnTo>
                      <a:pt x="23956" y="9775"/>
                    </a:lnTo>
                    <a:lnTo>
                      <a:pt x="27767" y="5965"/>
                    </a:lnTo>
                    <a:lnTo>
                      <a:pt x="27945" y="4334"/>
                    </a:lnTo>
                    <a:lnTo>
                      <a:pt x="27267" y="3763"/>
                    </a:lnTo>
                    <a:lnTo>
                      <a:pt x="25862" y="2750"/>
                    </a:lnTo>
                    <a:lnTo>
                      <a:pt x="24385" y="1893"/>
                    </a:lnTo>
                    <a:lnTo>
                      <a:pt x="22849" y="1191"/>
                    </a:lnTo>
                    <a:lnTo>
                      <a:pt x="21266" y="655"/>
                    </a:lnTo>
                    <a:lnTo>
                      <a:pt x="19646" y="274"/>
                    </a:lnTo>
                    <a:lnTo>
                      <a:pt x="18015" y="60"/>
                    </a:lnTo>
                    <a:lnTo>
                      <a:pt x="16372"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164"/>
              <p:cNvSpPr/>
              <p:nvPr/>
            </p:nvSpPr>
            <p:spPr>
              <a:xfrm>
                <a:off x="752817" y="4597368"/>
                <a:ext cx="151470" cy="204556"/>
              </a:xfrm>
              <a:custGeom>
                <a:rect b="b" l="l" r="r" t="t"/>
                <a:pathLst>
                  <a:path extrusionOk="0" h="30923" w="22898">
                    <a:moveTo>
                      <a:pt x="12348" y="1"/>
                    </a:moveTo>
                    <a:lnTo>
                      <a:pt x="6942" y="5395"/>
                    </a:lnTo>
                    <a:lnTo>
                      <a:pt x="7359" y="5740"/>
                    </a:lnTo>
                    <a:lnTo>
                      <a:pt x="8109" y="6502"/>
                    </a:lnTo>
                    <a:lnTo>
                      <a:pt x="8764" y="7335"/>
                    </a:lnTo>
                    <a:lnTo>
                      <a:pt x="9324" y="8228"/>
                    </a:lnTo>
                    <a:lnTo>
                      <a:pt x="9788" y="9181"/>
                    </a:lnTo>
                    <a:lnTo>
                      <a:pt x="10133" y="10169"/>
                    </a:lnTo>
                    <a:lnTo>
                      <a:pt x="10372" y="11205"/>
                    </a:lnTo>
                    <a:lnTo>
                      <a:pt x="10491" y="12265"/>
                    </a:lnTo>
                    <a:lnTo>
                      <a:pt x="10503" y="12812"/>
                    </a:lnTo>
                    <a:lnTo>
                      <a:pt x="10503" y="13777"/>
                    </a:lnTo>
                    <a:lnTo>
                      <a:pt x="10991" y="13789"/>
                    </a:lnTo>
                    <a:lnTo>
                      <a:pt x="11920" y="13979"/>
                    </a:lnTo>
                    <a:lnTo>
                      <a:pt x="12777" y="14348"/>
                    </a:lnTo>
                    <a:lnTo>
                      <a:pt x="13539" y="14860"/>
                    </a:lnTo>
                    <a:lnTo>
                      <a:pt x="14182" y="15503"/>
                    </a:lnTo>
                    <a:lnTo>
                      <a:pt x="14694" y="16265"/>
                    </a:lnTo>
                    <a:lnTo>
                      <a:pt x="15051" y="17123"/>
                    </a:lnTo>
                    <a:lnTo>
                      <a:pt x="15241" y="18051"/>
                    </a:lnTo>
                    <a:lnTo>
                      <a:pt x="15265" y="18540"/>
                    </a:lnTo>
                    <a:lnTo>
                      <a:pt x="15241" y="19028"/>
                    </a:lnTo>
                    <a:lnTo>
                      <a:pt x="15051" y="19956"/>
                    </a:lnTo>
                    <a:lnTo>
                      <a:pt x="14694" y="20814"/>
                    </a:lnTo>
                    <a:lnTo>
                      <a:pt x="14182" y="21576"/>
                    </a:lnTo>
                    <a:lnTo>
                      <a:pt x="13539" y="22219"/>
                    </a:lnTo>
                    <a:lnTo>
                      <a:pt x="12777" y="22731"/>
                    </a:lnTo>
                    <a:lnTo>
                      <a:pt x="11920" y="23100"/>
                    </a:lnTo>
                    <a:lnTo>
                      <a:pt x="10991" y="23290"/>
                    </a:lnTo>
                    <a:lnTo>
                      <a:pt x="10503" y="23302"/>
                    </a:lnTo>
                    <a:lnTo>
                      <a:pt x="977" y="23302"/>
                    </a:lnTo>
                    <a:lnTo>
                      <a:pt x="1" y="24267"/>
                    </a:lnTo>
                    <a:lnTo>
                      <a:pt x="1" y="29958"/>
                    </a:lnTo>
                    <a:lnTo>
                      <a:pt x="977" y="30922"/>
                    </a:lnTo>
                    <a:lnTo>
                      <a:pt x="10503" y="30922"/>
                    </a:lnTo>
                    <a:lnTo>
                      <a:pt x="11134" y="30911"/>
                    </a:lnTo>
                    <a:lnTo>
                      <a:pt x="12384" y="30780"/>
                    </a:lnTo>
                    <a:lnTo>
                      <a:pt x="13598" y="30541"/>
                    </a:lnTo>
                    <a:lnTo>
                      <a:pt x="14765" y="30172"/>
                    </a:lnTo>
                    <a:lnTo>
                      <a:pt x="15873" y="29708"/>
                    </a:lnTo>
                    <a:lnTo>
                      <a:pt x="16932" y="29136"/>
                    </a:lnTo>
                    <a:lnTo>
                      <a:pt x="17921" y="28470"/>
                    </a:lnTo>
                    <a:lnTo>
                      <a:pt x="18837" y="27708"/>
                    </a:lnTo>
                    <a:lnTo>
                      <a:pt x="19671" y="26874"/>
                    </a:lnTo>
                    <a:lnTo>
                      <a:pt x="20433" y="25957"/>
                    </a:lnTo>
                    <a:lnTo>
                      <a:pt x="21100" y="24969"/>
                    </a:lnTo>
                    <a:lnTo>
                      <a:pt x="21671" y="23909"/>
                    </a:lnTo>
                    <a:lnTo>
                      <a:pt x="22147" y="22802"/>
                    </a:lnTo>
                    <a:lnTo>
                      <a:pt x="22505" y="21635"/>
                    </a:lnTo>
                    <a:lnTo>
                      <a:pt x="22755" y="20433"/>
                    </a:lnTo>
                    <a:lnTo>
                      <a:pt x="22886" y="19183"/>
                    </a:lnTo>
                    <a:lnTo>
                      <a:pt x="22898" y="18540"/>
                    </a:lnTo>
                    <a:lnTo>
                      <a:pt x="22886" y="17778"/>
                    </a:lnTo>
                    <a:lnTo>
                      <a:pt x="22695" y="16289"/>
                    </a:lnTo>
                    <a:lnTo>
                      <a:pt x="22338" y="14837"/>
                    </a:lnTo>
                    <a:lnTo>
                      <a:pt x="21802" y="13455"/>
                    </a:lnTo>
                    <a:lnTo>
                      <a:pt x="21112" y="12134"/>
                    </a:lnTo>
                    <a:lnTo>
                      <a:pt x="20266" y="10907"/>
                    </a:lnTo>
                    <a:lnTo>
                      <a:pt x="19278" y="9788"/>
                    </a:lnTo>
                    <a:lnTo>
                      <a:pt x="18147" y="8776"/>
                    </a:lnTo>
                    <a:lnTo>
                      <a:pt x="17528" y="8336"/>
                    </a:lnTo>
                    <a:lnTo>
                      <a:pt x="17349" y="7728"/>
                    </a:lnTo>
                    <a:lnTo>
                      <a:pt x="16944" y="6550"/>
                    </a:lnTo>
                    <a:lnTo>
                      <a:pt x="16444" y="5407"/>
                    </a:lnTo>
                    <a:lnTo>
                      <a:pt x="15861" y="4311"/>
                    </a:lnTo>
                    <a:lnTo>
                      <a:pt x="15206" y="3263"/>
                    </a:lnTo>
                    <a:lnTo>
                      <a:pt x="14479" y="2263"/>
                    </a:lnTo>
                    <a:lnTo>
                      <a:pt x="13682" y="1311"/>
                    </a:lnTo>
                    <a:lnTo>
                      <a:pt x="12813" y="418"/>
                    </a:lnTo>
                    <a:lnTo>
                      <a:pt x="1234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164"/>
              <p:cNvSpPr/>
              <p:nvPr/>
            </p:nvSpPr>
            <p:spPr>
              <a:xfrm>
                <a:off x="646726" y="4748673"/>
                <a:ext cx="112561" cy="53330"/>
              </a:xfrm>
              <a:custGeom>
                <a:rect b="b" l="l" r="r" t="t"/>
                <a:pathLst>
                  <a:path extrusionOk="0" h="8062" w="17016">
                    <a:moveTo>
                      <a:pt x="5513" y="1"/>
                    </a:moveTo>
                    <a:lnTo>
                      <a:pt x="4144" y="417"/>
                    </a:lnTo>
                    <a:lnTo>
                      <a:pt x="334" y="4227"/>
                    </a:lnTo>
                    <a:lnTo>
                      <a:pt x="0" y="5525"/>
                    </a:lnTo>
                    <a:lnTo>
                      <a:pt x="405" y="5823"/>
                    </a:lnTo>
                    <a:lnTo>
                      <a:pt x="1251" y="6359"/>
                    </a:lnTo>
                    <a:lnTo>
                      <a:pt x="2144" y="6835"/>
                    </a:lnTo>
                    <a:lnTo>
                      <a:pt x="3061" y="7228"/>
                    </a:lnTo>
                    <a:lnTo>
                      <a:pt x="4001" y="7549"/>
                    </a:lnTo>
                    <a:lnTo>
                      <a:pt x="4977" y="7799"/>
                    </a:lnTo>
                    <a:lnTo>
                      <a:pt x="5966" y="7966"/>
                    </a:lnTo>
                    <a:lnTo>
                      <a:pt x="6966" y="8049"/>
                    </a:lnTo>
                    <a:lnTo>
                      <a:pt x="7478" y="8061"/>
                    </a:lnTo>
                    <a:lnTo>
                      <a:pt x="17015" y="8061"/>
                    </a:lnTo>
                    <a:lnTo>
                      <a:pt x="17015" y="429"/>
                    </a:lnTo>
                    <a:lnTo>
                      <a:pt x="7478" y="429"/>
                    </a:lnTo>
                    <a:lnTo>
                      <a:pt x="6966" y="405"/>
                    </a:lnTo>
                    <a:lnTo>
                      <a:pt x="5978" y="191"/>
                    </a:lnTo>
                    <a:lnTo>
                      <a:pt x="551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164"/>
              <p:cNvSpPr/>
              <p:nvPr/>
            </p:nvSpPr>
            <p:spPr>
              <a:xfrm>
                <a:off x="614120" y="4638010"/>
                <a:ext cx="147290" cy="147376"/>
              </a:xfrm>
              <a:custGeom>
                <a:rect b="b" l="l" r="r" t="t"/>
                <a:pathLst>
                  <a:path extrusionOk="0" h="22279" w="22266">
                    <a:moveTo>
                      <a:pt x="12407" y="1"/>
                    </a:moveTo>
                    <a:lnTo>
                      <a:pt x="11764" y="13"/>
                    </a:lnTo>
                    <a:lnTo>
                      <a:pt x="10514" y="132"/>
                    </a:lnTo>
                    <a:lnTo>
                      <a:pt x="9299" y="382"/>
                    </a:lnTo>
                    <a:lnTo>
                      <a:pt x="8132" y="739"/>
                    </a:lnTo>
                    <a:lnTo>
                      <a:pt x="7025" y="1203"/>
                    </a:lnTo>
                    <a:lnTo>
                      <a:pt x="5965" y="1775"/>
                    </a:lnTo>
                    <a:lnTo>
                      <a:pt x="4977" y="2442"/>
                    </a:lnTo>
                    <a:lnTo>
                      <a:pt x="4060" y="3192"/>
                    </a:lnTo>
                    <a:lnTo>
                      <a:pt x="3215" y="4037"/>
                    </a:lnTo>
                    <a:lnTo>
                      <a:pt x="2465" y="4954"/>
                    </a:lnTo>
                    <a:lnTo>
                      <a:pt x="1798" y="5942"/>
                    </a:lnTo>
                    <a:lnTo>
                      <a:pt x="1226" y="6990"/>
                    </a:lnTo>
                    <a:lnTo>
                      <a:pt x="750" y="8097"/>
                    </a:lnTo>
                    <a:lnTo>
                      <a:pt x="393" y="9264"/>
                    </a:lnTo>
                    <a:lnTo>
                      <a:pt x="143" y="10479"/>
                    </a:lnTo>
                    <a:lnTo>
                      <a:pt x="12" y="11729"/>
                    </a:lnTo>
                    <a:lnTo>
                      <a:pt x="0" y="12360"/>
                    </a:lnTo>
                    <a:lnTo>
                      <a:pt x="12" y="13098"/>
                    </a:lnTo>
                    <a:lnTo>
                      <a:pt x="179" y="14527"/>
                    </a:lnTo>
                    <a:lnTo>
                      <a:pt x="512" y="15920"/>
                    </a:lnTo>
                    <a:lnTo>
                      <a:pt x="1000" y="17265"/>
                    </a:lnTo>
                    <a:lnTo>
                      <a:pt x="1631" y="18527"/>
                    </a:lnTo>
                    <a:lnTo>
                      <a:pt x="2405" y="19730"/>
                    </a:lnTo>
                    <a:lnTo>
                      <a:pt x="3310" y="20825"/>
                    </a:lnTo>
                    <a:lnTo>
                      <a:pt x="4358" y="21826"/>
                    </a:lnTo>
                    <a:lnTo>
                      <a:pt x="4929" y="22278"/>
                    </a:lnTo>
                    <a:lnTo>
                      <a:pt x="10454" y="16741"/>
                    </a:lnTo>
                    <a:lnTo>
                      <a:pt x="10014" y="16527"/>
                    </a:lnTo>
                    <a:lnTo>
                      <a:pt x="9240" y="15979"/>
                    </a:lnTo>
                    <a:lnTo>
                      <a:pt x="8609" y="15301"/>
                    </a:lnTo>
                    <a:lnTo>
                      <a:pt x="8120" y="14515"/>
                    </a:lnTo>
                    <a:lnTo>
                      <a:pt x="7799" y="13670"/>
                    </a:lnTo>
                    <a:lnTo>
                      <a:pt x="7644" y="12765"/>
                    </a:lnTo>
                    <a:lnTo>
                      <a:pt x="7656" y="11836"/>
                    </a:lnTo>
                    <a:lnTo>
                      <a:pt x="7870" y="10895"/>
                    </a:lnTo>
                    <a:lnTo>
                      <a:pt x="8061" y="10443"/>
                    </a:lnTo>
                    <a:lnTo>
                      <a:pt x="8275" y="10002"/>
                    </a:lnTo>
                    <a:lnTo>
                      <a:pt x="8823" y="9240"/>
                    </a:lnTo>
                    <a:lnTo>
                      <a:pt x="9502" y="8597"/>
                    </a:lnTo>
                    <a:lnTo>
                      <a:pt x="10276" y="8121"/>
                    </a:lnTo>
                    <a:lnTo>
                      <a:pt x="11133" y="7788"/>
                    </a:lnTo>
                    <a:lnTo>
                      <a:pt x="12038" y="7633"/>
                    </a:lnTo>
                    <a:lnTo>
                      <a:pt x="12967" y="7657"/>
                    </a:lnTo>
                    <a:lnTo>
                      <a:pt x="13895" y="7859"/>
                    </a:lnTo>
                    <a:lnTo>
                      <a:pt x="14348" y="8050"/>
                    </a:lnTo>
                    <a:lnTo>
                      <a:pt x="14741" y="8240"/>
                    </a:lnTo>
                    <a:lnTo>
                      <a:pt x="15455" y="8728"/>
                    </a:lnTo>
                    <a:lnTo>
                      <a:pt x="16062" y="9347"/>
                    </a:lnTo>
                    <a:lnTo>
                      <a:pt x="16562" y="10050"/>
                    </a:lnTo>
                    <a:lnTo>
                      <a:pt x="16753" y="10443"/>
                    </a:lnTo>
                    <a:lnTo>
                      <a:pt x="22266" y="4930"/>
                    </a:lnTo>
                    <a:lnTo>
                      <a:pt x="21825" y="4347"/>
                    </a:lnTo>
                    <a:lnTo>
                      <a:pt x="20825" y="3311"/>
                    </a:lnTo>
                    <a:lnTo>
                      <a:pt x="19730" y="2394"/>
                    </a:lnTo>
                    <a:lnTo>
                      <a:pt x="18539" y="1620"/>
                    </a:lnTo>
                    <a:lnTo>
                      <a:pt x="17277" y="989"/>
                    </a:lnTo>
                    <a:lnTo>
                      <a:pt x="15943" y="513"/>
                    </a:lnTo>
                    <a:lnTo>
                      <a:pt x="14550" y="179"/>
                    </a:lnTo>
                    <a:lnTo>
                      <a:pt x="13133" y="13"/>
                    </a:lnTo>
                    <a:lnTo>
                      <a:pt x="12407"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29" name="Google Shape;729;p164"/>
            <p:cNvGrpSpPr/>
            <p:nvPr/>
          </p:nvGrpSpPr>
          <p:grpSpPr>
            <a:xfrm>
              <a:off x="989660" y="4603434"/>
              <a:ext cx="1190118" cy="210542"/>
              <a:chOff x="989660" y="4603434"/>
              <a:chExt cx="1190118" cy="210542"/>
            </a:xfrm>
          </p:grpSpPr>
          <p:sp>
            <p:nvSpPr>
              <p:cNvPr id="730" name="Google Shape;730;p164"/>
              <p:cNvSpPr/>
              <p:nvPr/>
            </p:nvSpPr>
            <p:spPr>
              <a:xfrm>
                <a:off x="989660" y="4603434"/>
                <a:ext cx="646021" cy="210542"/>
              </a:xfrm>
              <a:custGeom>
                <a:rect b="b" l="l" r="r" t="t"/>
                <a:pathLst>
                  <a:path extrusionOk="0" h="31828" w="97660">
                    <a:moveTo>
                      <a:pt x="90813" y="11848"/>
                    </a:moveTo>
                    <a:lnTo>
                      <a:pt x="91289" y="11919"/>
                    </a:lnTo>
                    <a:lnTo>
                      <a:pt x="91754" y="12038"/>
                    </a:lnTo>
                    <a:lnTo>
                      <a:pt x="92194" y="12217"/>
                    </a:lnTo>
                    <a:lnTo>
                      <a:pt x="92409" y="12336"/>
                    </a:lnTo>
                    <a:lnTo>
                      <a:pt x="92599" y="12443"/>
                    </a:lnTo>
                    <a:lnTo>
                      <a:pt x="92933" y="12705"/>
                    </a:lnTo>
                    <a:lnTo>
                      <a:pt x="93206" y="13015"/>
                    </a:lnTo>
                    <a:lnTo>
                      <a:pt x="93433" y="13372"/>
                    </a:lnTo>
                    <a:lnTo>
                      <a:pt x="93528" y="13562"/>
                    </a:lnTo>
                    <a:lnTo>
                      <a:pt x="86408" y="16491"/>
                    </a:lnTo>
                    <a:lnTo>
                      <a:pt x="86396" y="16015"/>
                    </a:lnTo>
                    <a:lnTo>
                      <a:pt x="86539" y="15098"/>
                    </a:lnTo>
                    <a:lnTo>
                      <a:pt x="86860" y="14229"/>
                    </a:lnTo>
                    <a:lnTo>
                      <a:pt x="87372" y="13455"/>
                    </a:lnTo>
                    <a:lnTo>
                      <a:pt x="87694" y="13110"/>
                    </a:lnTo>
                    <a:lnTo>
                      <a:pt x="87979" y="12824"/>
                    </a:lnTo>
                    <a:lnTo>
                      <a:pt x="88646" y="12372"/>
                    </a:lnTo>
                    <a:lnTo>
                      <a:pt x="89372" y="12050"/>
                    </a:lnTo>
                    <a:lnTo>
                      <a:pt x="90158" y="11872"/>
                    </a:lnTo>
                    <a:lnTo>
                      <a:pt x="90563" y="11848"/>
                    </a:lnTo>
                    <a:close/>
                    <a:moveTo>
                      <a:pt x="32899" y="11907"/>
                    </a:moveTo>
                    <a:lnTo>
                      <a:pt x="33756" y="11931"/>
                    </a:lnTo>
                    <a:lnTo>
                      <a:pt x="34578" y="12110"/>
                    </a:lnTo>
                    <a:lnTo>
                      <a:pt x="35375" y="12443"/>
                    </a:lnTo>
                    <a:lnTo>
                      <a:pt x="36090" y="12943"/>
                    </a:lnTo>
                    <a:lnTo>
                      <a:pt x="36423" y="13265"/>
                    </a:lnTo>
                    <a:lnTo>
                      <a:pt x="36733" y="13646"/>
                    </a:lnTo>
                    <a:lnTo>
                      <a:pt x="37221" y="14467"/>
                    </a:lnTo>
                    <a:lnTo>
                      <a:pt x="37554" y="15348"/>
                    </a:lnTo>
                    <a:lnTo>
                      <a:pt x="37721" y="16265"/>
                    </a:lnTo>
                    <a:lnTo>
                      <a:pt x="37721" y="17194"/>
                    </a:lnTo>
                    <a:lnTo>
                      <a:pt x="37554" y="18111"/>
                    </a:lnTo>
                    <a:lnTo>
                      <a:pt x="37221" y="18992"/>
                    </a:lnTo>
                    <a:lnTo>
                      <a:pt x="36733" y="19801"/>
                    </a:lnTo>
                    <a:lnTo>
                      <a:pt x="36423" y="20182"/>
                    </a:lnTo>
                    <a:lnTo>
                      <a:pt x="36340" y="20266"/>
                    </a:lnTo>
                    <a:lnTo>
                      <a:pt x="36256" y="20349"/>
                    </a:lnTo>
                    <a:lnTo>
                      <a:pt x="35911" y="20647"/>
                    </a:lnTo>
                    <a:lnTo>
                      <a:pt x="35173" y="21099"/>
                    </a:lnTo>
                    <a:lnTo>
                      <a:pt x="34375" y="21397"/>
                    </a:lnTo>
                    <a:lnTo>
                      <a:pt x="33554" y="21540"/>
                    </a:lnTo>
                    <a:lnTo>
                      <a:pt x="32720" y="21516"/>
                    </a:lnTo>
                    <a:lnTo>
                      <a:pt x="31899" y="21326"/>
                    </a:lnTo>
                    <a:lnTo>
                      <a:pt x="31125" y="20992"/>
                    </a:lnTo>
                    <a:lnTo>
                      <a:pt x="30410" y="20492"/>
                    </a:lnTo>
                    <a:lnTo>
                      <a:pt x="30089" y="20182"/>
                    </a:lnTo>
                    <a:lnTo>
                      <a:pt x="30053" y="20182"/>
                    </a:lnTo>
                    <a:lnTo>
                      <a:pt x="29732" y="19801"/>
                    </a:lnTo>
                    <a:lnTo>
                      <a:pt x="29243" y="18980"/>
                    </a:lnTo>
                    <a:lnTo>
                      <a:pt x="28910" y="18099"/>
                    </a:lnTo>
                    <a:lnTo>
                      <a:pt x="28743" y="17182"/>
                    </a:lnTo>
                    <a:lnTo>
                      <a:pt x="28743" y="16253"/>
                    </a:lnTo>
                    <a:lnTo>
                      <a:pt x="28910" y="15336"/>
                    </a:lnTo>
                    <a:lnTo>
                      <a:pt x="29243" y="14455"/>
                    </a:lnTo>
                    <a:lnTo>
                      <a:pt x="29732" y="13634"/>
                    </a:lnTo>
                    <a:lnTo>
                      <a:pt x="30053" y="13265"/>
                    </a:lnTo>
                    <a:lnTo>
                      <a:pt x="30184" y="13134"/>
                    </a:lnTo>
                    <a:lnTo>
                      <a:pt x="30517" y="12824"/>
                    </a:lnTo>
                    <a:lnTo>
                      <a:pt x="31268" y="12360"/>
                    </a:lnTo>
                    <a:lnTo>
                      <a:pt x="32065" y="12050"/>
                    </a:lnTo>
                    <a:lnTo>
                      <a:pt x="32899" y="11907"/>
                    </a:lnTo>
                    <a:close/>
                    <a:moveTo>
                      <a:pt x="50318" y="11907"/>
                    </a:moveTo>
                    <a:lnTo>
                      <a:pt x="51164" y="11931"/>
                    </a:lnTo>
                    <a:lnTo>
                      <a:pt x="51997" y="12110"/>
                    </a:lnTo>
                    <a:lnTo>
                      <a:pt x="52783" y="12443"/>
                    </a:lnTo>
                    <a:lnTo>
                      <a:pt x="53509" y="12943"/>
                    </a:lnTo>
                    <a:lnTo>
                      <a:pt x="53831" y="13265"/>
                    </a:lnTo>
                    <a:lnTo>
                      <a:pt x="54152" y="13646"/>
                    </a:lnTo>
                    <a:lnTo>
                      <a:pt x="54641" y="14467"/>
                    </a:lnTo>
                    <a:lnTo>
                      <a:pt x="54974" y="15348"/>
                    </a:lnTo>
                    <a:lnTo>
                      <a:pt x="55129" y="16265"/>
                    </a:lnTo>
                    <a:lnTo>
                      <a:pt x="55129" y="17194"/>
                    </a:lnTo>
                    <a:lnTo>
                      <a:pt x="54974" y="18111"/>
                    </a:lnTo>
                    <a:lnTo>
                      <a:pt x="54641" y="18992"/>
                    </a:lnTo>
                    <a:lnTo>
                      <a:pt x="54152" y="19801"/>
                    </a:lnTo>
                    <a:lnTo>
                      <a:pt x="53831" y="20182"/>
                    </a:lnTo>
                    <a:lnTo>
                      <a:pt x="53759" y="20266"/>
                    </a:lnTo>
                    <a:lnTo>
                      <a:pt x="53664" y="20349"/>
                    </a:lnTo>
                    <a:lnTo>
                      <a:pt x="53331" y="20647"/>
                    </a:lnTo>
                    <a:lnTo>
                      <a:pt x="52593" y="21099"/>
                    </a:lnTo>
                    <a:lnTo>
                      <a:pt x="51795" y="21397"/>
                    </a:lnTo>
                    <a:lnTo>
                      <a:pt x="50961" y="21540"/>
                    </a:lnTo>
                    <a:lnTo>
                      <a:pt x="50128" y="21516"/>
                    </a:lnTo>
                    <a:lnTo>
                      <a:pt x="49306" y="21326"/>
                    </a:lnTo>
                    <a:lnTo>
                      <a:pt x="48532" y="20992"/>
                    </a:lnTo>
                    <a:lnTo>
                      <a:pt x="47818" y="20492"/>
                    </a:lnTo>
                    <a:lnTo>
                      <a:pt x="47508" y="20182"/>
                    </a:lnTo>
                    <a:lnTo>
                      <a:pt x="47461" y="20182"/>
                    </a:lnTo>
                    <a:lnTo>
                      <a:pt x="47139" y="19801"/>
                    </a:lnTo>
                    <a:lnTo>
                      <a:pt x="46651" y="18980"/>
                    </a:lnTo>
                    <a:lnTo>
                      <a:pt x="46318" y="18099"/>
                    </a:lnTo>
                    <a:lnTo>
                      <a:pt x="46163" y="17182"/>
                    </a:lnTo>
                    <a:lnTo>
                      <a:pt x="46163" y="16253"/>
                    </a:lnTo>
                    <a:lnTo>
                      <a:pt x="46318" y="15336"/>
                    </a:lnTo>
                    <a:lnTo>
                      <a:pt x="46651" y="14455"/>
                    </a:lnTo>
                    <a:lnTo>
                      <a:pt x="47139" y="13634"/>
                    </a:lnTo>
                    <a:lnTo>
                      <a:pt x="47461" y="13265"/>
                    </a:lnTo>
                    <a:lnTo>
                      <a:pt x="47592" y="13134"/>
                    </a:lnTo>
                    <a:lnTo>
                      <a:pt x="47937" y="12824"/>
                    </a:lnTo>
                    <a:lnTo>
                      <a:pt x="48675" y="12360"/>
                    </a:lnTo>
                    <a:lnTo>
                      <a:pt x="49485" y="12050"/>
                    </a:lnTo>
                    <a:lnTo>
                      <a:pt x="50318" y="11907"/>
                    </a:lnTo>
                    <a:close/>
                    <a:moveTo>
                      <a:pt x="68048" y="11907"/>
                    </a:moveTo>
                    <a:lnTo>
                      <a:pt x="68488" y="11919"/>
                    </a:lnTo>
                    <a:lnTo>
                      <a:pt x="69333" y="12098"/>
                    </a:lnTo>
                    <a:lnTo>
                      <a:pt x="70107" y="12455"/>
                    </a:lnTo>
                    <a:lnTo>
                      <a:pt x="70786" y="12967"/>
                    </a:lnTo>
                    <a:lnTo>
                      <a:pt x="71084" y="13289"/>
                    </a:lnTo>
                    <a:lnTo>
                      <a:pt x="71381" y="13658"/>
                    </a:lnTo>
                    <a:lnTo>
                      <a:pt x="71846" y="14479"/>
                    </a:lnTo>
                    <a:lnTo>
                      <a:pt x="72167" y="15360"/>
                    </a:lnTo>
                    <a:lnTo>
                      <a:pt x="72298" y="16289"/>
                    </a:lnTo>
                    <a:lnTo>
                      <a:pt x="72298" y="16765"/>
                    </a:lnTo>
                    <a:lnTo>
                      <a:pt x="72298" y="17230"/>
                    </a:lnTo>
                    <a:lnTo>
                      <a:pt x="72155" y="18146"/>
                    </a:lnTo>
                    <a:lnTo>
                      <a:pt x="71846" y="19016"/>
                    </a:lnTo>
                    <a:lnTo>
                      <a:pt x="71381" y="19813"/>
                    </a:lnTo>
                    <a:lnTo>
                      <a:pt x="71084" y="20182"/>
                    </a:lnTo>
                    <a:lnTo>
                      <a:pt x="70786" y="20504"/>
                    </a:lnTo>
                    <a:lnTo>
                      <a:pt x="70095" y="21028"/>
                    </a:lnTo>
                    <a:lnTo>
                      <a:pt x="69322" y="21373"/>
                    </a:lnTo>
                    <a:lnTo>
                      <a:pt x="68476" y="21552"/>
                    </a:lnTo>
                    <a:lnTo>
                      <a:pt x="68048" y="21552"/>
                    </a:lnTo>
                    <a:lnTo>
                      <a:pt x="67595" y="21540"/>
                    </a:lnTo>
                    <a:lnTo>
                      <a:pt x="66726" y="21361"/>
                    </a:lnTo>
                    <a:lnTo>
                      <a:pt x="65928" y="21016"/>
                    </a:lnTo>
                    <a:lnTo>
                      <a:pt x="65214" y="20504"/>
                    </a:lnTo>
                    <a:lnTo>
                      <a:pt x="64904" y="20182"/>
                    </a:lnTo>
                    <a:lnTo>
                      <a:pt x="64595" y="19825"/>
                    </a:lnTo>
                    <a:lnTo>
                      <a:pt x="64094" y="19028"/>
                    </a:lnTo>
                    <a:lnTo>
                      <a:pt x="63761" y="18158"/>
                    </a:lnTo>
                    <a:lnTo>
                      <a:pt x="63606" y="17230"/>
                    </a:lnTo>
                    <a:lnTo>
                      <a:pt x="63606" y="16765"/>
                    </a:lnTo>
                    <a:lnTo>
                      <a:pt x="63606" y="16277"/>
                    </a:lnTo>
                    <a:lnTo>
                      <a:pt x="63761" y="15348"/>
                    </a:lnTo>
                    <a:lnTo>
                      <a:pt x="64094" y="14455"/>
                    </a:lnTo>
                    <a:lnTo>
                      <a:pt x="64583" y="13658"/>
                    </a:lnTo>
                    <a:lnTo>
                      <a:pt x="64904" y="13289"/>
                    </a:lnTo>
                    <a:lnTo>
                      <a:pt x="65214" y="12967"/>
                    </a:lnTo>
                    <a:lnTo>
                      <a:pt x="65928" y="12455"/>
                    </a:lnTo>
                    <a:lnTo>
                      <a:pt x="66726" y="12098"/>
                    </a:lnTo>
                    <a:lnTo>
                      <a:pt x="67595" y="11919"/>
                    </a:lnTo>
                    <a:lnTo>
                      <a:pt x="68048" y="11907"/>
                    </a:lnTo>
                    <a:close/>
                    <a:moveTo>
                      <a:pt x="77763" y="822"/>
                    </a:moveTo>
                    <a:lnTo>
                      <a:pt x="77763" y="24219"/>
                    </a:lnTo>
                    <a:lnTo>
                      <a:pt x="81264" y="24219"/>
                    </a:lnTo>
                    <a:lnTo>
                      <a:pt x="81264" y="822"/>
                    </a:lnTo>
                    <a:close/>
                    <a:moveTo>
                      <a:pt x="32875" y="8788"/>
                    </a:moveTo>
                    <a:lnTo>
                      <a:pt x="32113" y="8859"/>
                    </a:lnTo>
                    <a:lnTo>
                      <a:pt x="31363" y="9002"/>
                    </a:lnTo>
                    <a:lnTo>
                      <a:pt x="30613" y="9216"/>
                    </a:lnTo>
                    <a:lnTo>
                      <a:pt x="29898" y="9502"/>
                    </a:lnTo>
                    <a:lnTo>
                      <a:pt x="29196" y="9859"/>
                    </a:lnTo>
                    <a:lnTo>
                      <a:pt x="28529" y="10288"/>
                    </a:lnTo>
                    <a:lnTo>
                      <a:pt x="27898" y="10776"/>
                    </a:lnTo>
                    <a:lnTo>
                      <a:pt x="27588" y="11062"/>
                    </a:lnTo>
                    <a:lnTo>
                      <a:pt x="27303" y="11360"/>
                    </a:lnTo>
                    <a:lnTo>
                      <a:pt x="26803" y="11991"/>
                    </a:lnTo>
                    <a:lnTo>
                      <a:pt x="26362" y="12657"/>
                    </a:lnTo>
                    <a:lnTo>
                      <a:pt x="26005" y="13360"/>
                    </a:lnTo>
                    <a:lnTo>
                      <a:pt x="25707" y="14086"/>
                    </a:lnTo>
                    <a:lnTo>
                      <a:pt x="25493" y="14825"/>
                    </a:lnTo>
                    <a:lnTo>
                      <a:pt x="25350" y="15587"/>
                    </a:lnTo>
                    <a:lnTo>
                      <a:pt x="25278" y="16349"/>
                    </a:lnTo>
                    <a:lnTo>
                      <a:pt x="25278" y="17122"/>
                    </a:lnTo>
                    <a:lnTo>
                      <a:pt x="25350" y="17885"/>
                    </a:lnTo>
                    <a:lnTo>
                      <a:pt x="25493" y="18647"/>
                    </a:lnTo>
                    <a:lnTo>
                      <a:pt x="25707" y="19385"/>
                    </a:lnTo>
                    <a:lnTo>
                      <a:pt x="26005" y="20111"/>
                    </a:lnTo>
                    <a:lnTo>
                      <a:pt x="26362" y="20814"/>
                    </a:lnTo>
                    <a:lnTo>
                      <a:pt x="26803" y="21480"/>
                    </a:lnTo>
                    <a:lnTo>
                      <a:pt x="27303" y="22111"/>
                    </a:lnTo>
                    <a:lnTo>
                      <a:pt x="27588" y="22421"/>
                    </a:lnTo>
                    <a:lnTo>
                      <a:pt x="27886" y="22695"/>
                    </a:lnTo>
                    <a:lnTo>
                      <a:pt x="28517" y="23195"/>
                    </a:lnTo>
                    <a:lnTo>
                      <a:pt x="29196" y="23624"/>
                    </a:lnTo>
                    <a:lnTo>
                      <a:pt x="29886" y="23969"/>
                    </a:lnTo>
                    <a:lnTo>
                      <a:pt x="30613" y="24255"/>
                    </a:lnTo>
                    <a:lnTo>
                      <a:pt x="31351" y="24469"/>
                    </a:lnTo>
                    <a:lnTo>
                      <a:pt x="32101" y="24612"/>
                    </a:lnTo>
                    <a:lnTo>
                      <a:pt x="32863" y="24683"/>
                    </a:lnTo>
                    <a:lnTo>
                      <a:pt x="33637" y="24683"/>
                    </a:lnTo>
                    <a:lnTo>
                      <a:pt x="34399" y="24612"/>
                    </a:lnTo>
                    <a:lnTo>
                      <a:pt x="35149" y="24469"/>
                    </a:lnTo>
                    <a:lnTo>
                      <a:pt x="35887" y="24255"/>
                    </a:lnTo>
                    <a:lnTo>
                      <a:pt x="36614" y="23969"/>
                    </a:lnTo>
                    <a:lnTo>
                      <a:pt x="37316" y="23624"/>
                    </a:lnTo>
                    <a:lnTo>
                      <a:pt x="37983" y="23195"/>
                    </a:lnTo>
                    <a:lnTo>
                      <a:pt x="38614" y="22695"/>
                    </a:lnTo>
                    <a:lnTo>
                      <a:pt x="38924" y="22421"/>
                    </a:lnTo>
                    <a:lnTo>
                      <a:pt x="39197" y="22111"/>
                    </a:lnTo>
                    <a:lnTo>
                      <a:pt x="39709" y="21480"/>
                    </a:lnTo>
                    <a:lnTo>
                      <a:pt x="40150" y="20814"/>
                    </a:lnTo>
                    <a:lnTo>
                      <a:pt x="40507" y="20111"/>
                    </a:lnTo>
                    <a:lnTo>
                      <a:pt x="40793" y="19385"/>
                    </a:lnTo>
                    <a:lnTo>
                      <a:pt x="41019" y="18647"/>
                    </a:lnTo>
                    <a:lnTo>
                      <a:pt x="41162" y="17885"/>
                    </a:lnTo>
                    <a:lnTo>
                      <a:pt x="41234" y="17122"/>
                    </a:lnTo>
                    <a:lnTo>
                      <a:pt x="41234" y="16349"/>
                    </a:lnTo>
                    <a:lnTo>
                      <a:pt x="41162" y="15587"/>
                    </a:lnTo>
                    <a:lnTo>
                      <a:pt x="41019" y="14825"/>
                    </a:lnTo>
                    <a:lnTo>
                      <a:pt x="40793" y="14086"/>
                    </a:lnTo>
                    <a:lnTo>
                      <a:pt x="40507" y="13360"/>
                    </a:lnTo>
                    <a:lnTo>
                      <a:pt x="40150" y="12657"/>
                    </a:lnTo>
                    <a:lnTo>
                      <a:pt x="39709" y="11991"/>
                    </a:lnTo>
                    <a:lnTo>
                      <a:pt x="39197" y="11360"/>
                    </a:lnTo>
                    <a:lnTo>
                      <a:pt x="38924" y="11062"/>
                    </a:lnTo>
                    <a:lnTo>
                      <a:pt x="38614" y="10776"/>
                    </a:lnTo>
                    <a:lnTo>
                      <a:pt x="37983" y="10288"/>
                    </a:lnTo>
                    <a:lnTo>
                      <a:pt x="37316" y="9859"/>
                    </a:lnTo>
                    <a:lnTo>
                      <a:pt x="36626" y="9502"/>
                    </a:lnTo>
                    <a:lnTo>
                      <a:pt x="35899" y="9216"/>
                    </a:lnTo>
                    <a:lnTo>
                      <a:pt x="35161" y="9002"/>
                    </a:lnTo>
                    <a:lnTo>
                      <a:pt x="34411" y="8859"/>
                    </a:lnTo>
                    <a:lnTo>
                      <a:pt x="33637" y="8788"/>
                    </a:lnTo>
                    <a:close/>
                    <a:moveTo>
                      <a:pt x="50306" y="8788"/>
                    </a:moveTo>
                    <a:lnTo>
                      <a:pt x="49544" y="8859"/>
                    </a:lnTo>
                    <a:lnTo>
                      <a:pt x="48782" y="9002"/>
                    </a:lnTo>
                    <a:lnTo>
                      <a:pt x="48044" y="9216"/>
                    </a:lnTo>
                    <a:lnTo>
                      <a:pt x="47318" y="9502"/>
                    </a:lnTo>
                    <a:lnTo>
                      <a:pt x="46627" y="9859"/>
                    </a:lnTo>
                    <a:lnTo>
                      <a:pt x="45960" y="10288"/>
                    </a:lnTo>
                    <a:lnTo>
                      <a:pt x="45318" y="10776"/>
                    </a:lnTo>
                    <a:lnTo>
                      <a:pt x="45020" y="11062"/>
                    </a:lnTo>
                    <a:lnTo>
                      <a:pt x="44734" y="11360"/>
                    </a:lnTo>
                    <a:lnTo>
                      <a:pt x="44222" y="11991"/>
                    </a:lnTo>
                    <a:lnTo>
                      <a:pt x="43793" y="12657"/>
                    </a:lnTo>
                    <a:lnTo>
                      <a:pt x="43424" y="13360"/>
                    </a:lnTo>
                    <a:lnTo>
                      <a:pt x="43139" y="14086"/>
                    </a:lnTo>
                    <a:lnTo>
                      <a:pt x="42924" y="14825"/>
                    </a:lnTo>
                    <a:lnTo>
                      <a:pt x="42781" y="15587"/>
                    </a:lnTo>
                    <a:lnTo>
                      <a:pt x="42710" y="16349"/>
                    </a:lnTo>
                    <a:lnTo>
                      <a:pt x="42710" y="17122"/>
                    </a:lnTo>
                    <a:lnTo>
                      <a:pt x="42781" y="17885"/>
                    </a:lnTo>
                    <a:lnTo>
                      <a:pt x="42924" y="18647"/>
                    </a:lnTo>
                    <a:lnTo>
                      <a:pt x="43139" y="19385"/>
                    </a:lnTo>
                    <a:lnTo>
                      <a:pt x="43424" y="20111"/>
                    </a:lnTo>
                    <a:lnTo>
                      <a:pt x="43793" y="20814"/>
                    </a:lnTo>
                    <a:lnTo>
                      <a:pt x="44222" y="21480"/>
                    </a:lnTo>
                    <a:lnTo>
                      <a:pt x="44734" y="22111"/>
                    </a:lnTo>
                    <a:lnTo>
                      <a:pt x="45020" y="22421"/>
                    </a:lnTo>
                    <a:lnTo>
                      <a:pt x="45318" y="22695"/>
                    </a:lnTo>
                    <a:lnTo>
                      <a:pt x="45949" y="23195"/>
                    </a:lnTo>
                    <a:lnTo>
                      <a:pt x="46615" y="23624"/>
                    </a:lnTo>
                    <a:lnTo>
                      <a:pt x="47318" y="23969"/>
                    </a:lnTo>
                    <a:lnTo>
                      <a:pt x="48032" y="24255"/>
                    </a:lnTo>
                    <a:lnTo>
                      <a:pt x="48782" y="24469"/>
                    </a:lnTo>
                    <a:lnTo>
                      <a:pt x="49533" y="24612"/>
                    </a:lnTo>
                    <a:lnTo>
                      <a:pt x="50295" y="24683"/>
                    </a:lnTo>
                    <a:lnTo>
                      <a:pt x="51057" y="24683"/>
                    </a:lnTo>
                    <a:lnTo>
                      <a:pt x="51819" y="24612"/>
                    </a:lnTo>
                    <a:lnTo>
                      <a:pt x="52581" y="24469"/>
                    </a:lnTo>
                    <a:lnTo>
                      <a:pt x="53319" y="24255"/>
                    </a:lnTo>
                    <a:lnTo>
                      <a:pt x="54045" y="23969"/>
                    </a:lnTo>
                    <a:lnTo>
                      <a:pt x="54736" y="23624"/>
                    </a:lnTo>
                    <a:lnTo>
                      <a:pt x="55414" y="23195"/>
                    </a:lnTo>
                    <a:lnTo>
                      <a:pt x="56046" y="22695"/>
                    </a:lnTo>
                    <a:lnTo>
                      <a:pt x="56343" y="22421"/>
                    </a:lnTo>
                    <a:lnTo>
                      <a:pt x="56629" y="22111"/>
                    </a:lnTo>
                    <a:lnTo>
                      <a:pt x="57129" y="21480"/>
                    </a:lnTo>
                    <a:lnTo>
                      <a:pt x="57570" y="20814"/>
                    </a:lnTo>
                    <a:lnTo>
                      <a:pt x="57927" y="20111"/>
                    </a:lnTo>
                    <a:lnTo>
                      <a:pt x="58213" y="19385"/>
                    </a:lnTo>
                    <a:lnTo>
                      <a:pt x="58439" y="18647"/>
                    </a:lnTo>
                    <a:lnTo>
                      <a:pt x="58582" y="17885"/>
                    </a:lnTo>
                    <a:lnTo>
                      <a:pt x="58653" y="17111"/>
                    </a:lnTo>
                    <a:lnTo>
                      <a:pt x="58653" y="16349"/>
                    </a:lnTo>
                    <a:lnTo>
                      <a:pt x="58582" y="15575"/>
                    </a:lnTo>
                    <a:lnTo>
                      <a:pt x="58439" y="14825"/>
                    </a:lnTo>
                    <a:lnTo>
                      <a:pt x="58213" y="14074"/>
                    </a:lnTo>
                    <a:lnTo>
                      <a:pt x="57927" y="13360"/>
                    </a:lnTo>
                    <a:lnTo>
                      <a:pt x="57570" y="12657"/>
                    </a:lnTo>
                    <a:lnTo>
                      <a:pt x="57129" y="11991"/>
                    </a:lnTo>
                    <a:lnTo>
                      <a:pt x="56629" y="11360"/>
                    </a:lnTo>
                    <a:lnTo>
                      <a:pt x="56343" y="11062"/>
                    </a:lnTo>
                    <a:lnTo>
                      <a:pt x="56046" y="10776"/>
                    </a:lnTo>
                    <a:lnTo>
                      <a:pt x="55414" y="10288"/>
                    </a:lnTo>
                    <a:lnTo>
                      <a:pt x="54748" y="9859"/>
                    </a:lnTo>
                    <a:lnTo>
                      <a:pt x="54045" y="9502"/>
                    </a:lnTo>
                    <a:lnTo>
                      <a:pt x="53331" y="9216"/>
                    </a:lnTo>
                    <a:lnTo>
                      <a:pt x="52593" y="9002"/>
                    </a:lnTo>
                    <a:lnTo>
                      <a:pt x="51831" y="8859"/>
                    </a:lnTo>
                    <a:lnTo>
                      <a:pt x="51068" y="8788"/>
                    </a:lnTo>
                    <a:close/>
                    <a:moveTo>
                      <a:pt x="11907" y="1"/>
                    </a:moveTo>
                    <a:lnTo>
                      <a:pt x="10681" y="108"/>
                    </a:lnTo>
                    <a:lnTo>
                      <a:pt x="9490" y="346"/>
                    </a:lnTo>
                    <a:lnTo>
                      <a:pt x="8311" y="691"/>
                    </a:lnTo>
                    <a:lnTo>
                      <a:pt x="7192" y="1156"/>
                    </a:lnTo>
                    <a:lnTo>
                      <a:pt x="6109" y="1727"/>
                    </a:lnTo>
                    <a:lnTo>
                      <a:pt x="5097" y="2406"/>
                    </a:lnTo>
                    <a:lnTo>
                      <a:pt x="4144" y="3192"/>
                    </a:lnTo>
                    <a:lnTo>
                      <a:pt x="3703" y="3632"/>
                    </a:lnTo>
                    <a:lnTo>
                      <a:pt x="3394" y="3942"/>
                    </a:lnTo>
                    <a:lnTo>
                      <a:pt x="2965" y="4406"/>
                    </a:lnTo>
                    <a:lnTo>
                      <a:pt x="2203" y="5371"/>
                    </a:lnTo>
                    <a:lnTo>
                      <a:pt x="1560" y="6383"/>
                    </a:lnTo>
                    <a:lnTo>
                      <a:pt x="1024" y="7454"/>
                    </a:lnTo>
                    <a:lnTo>
                      <a:pt x="608" y="8550"/>
                    </a:lnTo>
                    <a:lnTo>
                      <a:pt x="286" y="9681"/>
                    </a:lnTo>
                    <a:lnTo>
                      <a:pt x="96" y="10836"/>
                    </a:lnTo>
                    <a:lnTo>
                      <a:pt x="0" y="11991"/>
                    </a:lnTo>
                    <a:lnTo>
                      <a:pt x="24" y="13146"/>
                    </a:lnTo>
                    <a:lnTo>
                      <a:pt x="155" y="14301"/>
                    </a:lnTo>
                    <a:lnTo>
                      <a:pt x="393" y="15444"/>
                    </a:lnTo>
                    <a:lnTo>
                      <a:pt x="751" y="16563"/>
                    </a:lnTo>
                    <a:lnTo>
                      <a:pt x="1215" y="17646"/>
                    </a:lnTo>
                    <a:lnTo>
                      <a:pt x="1786" y="18682"/>
                    </a:lnTo>
                    <a:lnTo>
                      <a:pt x="2465" y="19682"/>
                    </a:lnTo>
                    <a:lnTo>
                      <a:pt x="3263" y="20623"/>
                    </a:lnTo>
                    <a:lnTo>
                      <a:pt x="3703" y="21064"/>
                    </a:lnTo>
                    <a:lnTo>
                      <a:pt x="4144" y="21492"/>
                    </a:lnTo>
                    <a:lnTo>
                      <a:pt x="5097" y="22278"/>
                    </a:lnTo>
                    <a:lnTo>
                      <a:pt x="6109" y="22969"/>
                    </a:lnTo>
                    <a:lnTo>
                      <a:pt x="7180" y="23540"/>
                    </a:lnTo>
                    <a:lnTo>
                      <a:pt x="8311" y="24005"/>
                    </a:lnTo>
                    <a:lnTo>
                      <a:pt x="9478" y="24350"/>
                    </a:lnTo>
                    <a:lnTo>
                      <a:pt x="10681" y="24576"/>
                    </a:lnTo>
                    <a:lnTo>
                      <a:pt x="11907" y="24695"/>
                    </a:lnTo>
                    <a:lnTo>
                      <a:pt x="12526" y="24695"/>
                    </a:lnTo>
                    <a:lnTo>
                      <a:pt x="13181" y="24683"/>
                    </a:lnTo>
                    <a:lnTo>
                      <a:pt x="14443" y="24576"/>
                    </a:lnTo>
                    <a:lnTo>
                      <a:pt x="15646" y="24362"/>
                    </a:lnTo>
                    <a:lnTo>
                      <a:pt x="16789" y="24028"/>
                    </a:lnTo>
                    <a:lnTo>
                      <a:pt x="17861" y="23588"/>
                    </a:lnTo>
                    <a:lnTo>
                      <a:pt x="18885" y="23040"/>
                    </a:lnTo>
                    <a:lnTo>
                      <a:pt x="19837" y="22385"/>
                    </a:lnTo>
                    <a:lnTo>
                      <a:pt x="20742" y="21623"/>
                    </a:lnTo>
                    <a:lnTo>
                      <a:pt x="21159" y="21195"/>
                    </a:lnTo>
                    <a:lnTo>
                      <a:pt x="21516" y="20825"/>
                    </a:lnTo>
                    <a:lnTo>
                      <a:pt x="22147" y="20028"/>
                    </a:lnTo>
                    <a:lnTo>
                      <a:pt x="22695" y="19170"/>
                    </a:lnTo>
                    <a:lnTo>
                      <a:pt x="23147" y="18242"/>
                    </a:lnTo>
                    <a:lnTo>
                      <a:pt x="23516" y="17253"/>
                    </a:lnTo>
                    <a:lnTo>
                      <a:pt x="23790" y="16206"/>
                    </a:lnTo>
                    <a:lnTo>
                      <a:pt x="23969" y="15086"/>
                    </a:lnTo>
                    <a:lnTo>
                      <a:pt x="24052" y="13908"/>
                    </a:lnTo>
                    <a:lnTo>
                      <a:pt x="24064" y="13289"/>
                    </a:lnTo>
                    <a:lnTo>
                      <a:pt x="24064" y="12753"/>
                    </a:lnTo>
                    <a:lnTo>
                      <a:pt x="23981" y="11705"/>
                    </a:lnTo>
                    <a:lnTo>
                      <a:pt x="23885" y="11181"/>
                    </a:lnTo>
                    <a:lnTo>
                      <a:pt x="12526" y="11181"/>
                    </a:lnTo>
                    <a:lnTo>
                      <a:pt x="12526" y="14574"/>
                    </a:lnTo>
                    <a:lnTo>
                      <a:pt x="20599" y="14574"/>
                    </a:lnTo>
                    <a:lnTo>
                      <a:pt x="20480" y="15265"/>
                    </a:lnTo>
                    <a:lnTo>
                      <a:pt x="20159" y="16491"/>
                    </a:lnTo>
                    <a:lnTo>
                      <a:pt x="19694" y="17563"/>
                    </a:lnTo>
                    <a:lnTo>
                      <a:pt x="19099" y="18456"/>
                    </a:lnTo>
                    <a:lnTo>
                      <a:pt x="18754" y="18825"/>
                    </a:lnTo>
                    <a:lnTo>
                      <a:pt x="18420" y="19135"/>
                    </a:lnTo>
                    <a:lnTo>
                      <a:pt x="17706" y="19682"/>
                    </a:lnTo>
                    <a:lnTo>
                      <a:pt x="16968" y="20147"/>
                    </a:lnTo>
                    <a:lnTo>
                      <a:pt x="16194" y="20540"/>
                    </a:lnTo>
                    <a:lnTo>
                      <a:pt x="15384" y="20849"/>
                    </a:lnTo>
                    <a:lnTo>
                      <a:pt x="14562" y="21075"/>
                    </a:lnTo>
                    <a:lnTo>
                      <a:pt x="13729" y="21230"/>
                    </a:lnTo>
                    <a:lnTo>
                      <a:pt x="12884" y="21302"/>
                    </a:lnTo>
                    <a:lnTo>
                      <a:pt x="12038" y="21290"/>
                    </a:lnTo>
                    <a:lnTo>
                      <a:pt x="11193" y="21195"/>
                    </a:lnTo>
                    <a:lnTo>
                      <a:pt x="10359" y="21028"/>
                    </a:lnTo>
                    <a:lnTo>
                      <a:pt x="9538" y="20778"/>
                    </a:lnTo>
                    <a:lnTo>
                      <a:pt x="8752" y="20456"/>
                    </a:lnTo>
                    <a:lnTo>
                      <a:pt x="7978" y="20052"/>
                    </a:lnTo>
                    <a:lnTo>
                      <a:pt x="7252" y="19563"/>
                    </a:lnTo>
                    <a:lnTo>
                      <a:pt x="6561" y="18992"/>
                    </a:lnTo>
                    <a:lnTo>
                      <a:pt x="6240" y="18682"/>
                    </a:lnTo>
                    <a:lnTo>
                      <a:pt x="5918" y="18349"/>
                    </a:lnTo>
                    <a:lnTo>
                      <a:pt x="5358" y="17634"/>
                    </a:lnTo>
                    <a:lnTo>
                      <a:pt x="4870" y="16884"/>
                    </a:lnTo>
                    <a:lnTo>
                      <a:pt x="4465" y="16099"/>
                    </a:lnTo>
                    <a:lnTo>
                      <a:pt x="4144" y="15289"/>
                    </a:lnTo>
                    <a:lnTo>
                      <a:pt x="3906" y="14455"/>
                    </a:lnTo>
                    <a:lnTo>
                      <a:pt x="3739" y="13610"/>
                    </a:lnTo>
                    <a:lnTo>
                      <a:pt x="3668" y="12753"/>
                    </a:lnTo>
                    <a:lnTo>
                      <a:pt x="3668" y="11895"/>
                    </a:lnTo>
                    <a:lnTo>
                      <a:pt x="3739" y="11038"/>
                    </a:lnTo>
                    <a:lnTo>
                      <a:pt x="3906" y="10193"/>
                    </a:lnTo>
                    <a:lnTo>
                      <a:pt x="4144" y="9359"/>
                    </a:lnTo>
                    <a:lnTo>
                      <a:pt x="4465" y="8550"/>
                    </a:lnTo>
                    <a:lnTo>
                      <a:pt x="4870" y="7764"/>
                    </a:lnTo>
                    <a:lnTo>
                      <a:pt x="5358" y="7014"/>
                    </a:lnTo>
                    <a:lnTo>
                      <a:pt x="5918" y="6299"/>
                    </a:lnTo>
                    <a:lnTo>
                      <a:pt x="6240" y="5966"/>
                    </a:lnTo>
                    <a:lnTo>
                      <a:pt x="6549" y="5656"/>
                    </a:lnTo>
                    <a:lnTo>
                      <a:pt x="7216" y="5085"/>
                    </a:lnTo>
                    <a:lnTo>
                      <a:pt x="7942" y="4585"/>
                    </a:lnTo>
                    <a:lnTo>
                      <a:pt x="8704" y="4180"/>
                    </a:lnTo>
                    <a:lnTo>
                      <a:pt x="9514" y="3835"/>
                    </a:lnTo>
                    <a:lnTo>
                      <a:pt x="10347" y="3585"/>
                    </a:lnTo>
                    <a:lnTo>
                      <a:pt x="11205" y="3430"/>
                    </a:lnTo>
                    <a:lnTo>
                      <a:pt x="12086" y="3347"/>
                    </a:lnTo>
                    <a:lnTo>
                      <a:pt x="12955" y="3347"/>
                    </a:lnTo>
                    <a:lnTo>
                      <a:pt x="13800" y="3418"/>
                    </a:lnTo>
                    <a:lnTo>
                      <a:pt x="14622" y="3573"/>
                    </a:lnTo>
                    <a:lnTo>
                      <a:pt x="15432" y="3811"/>
                    </a:lnTo>
                    <a:lnTo>
                      <a:pt x="16206" y="4120"/>
                    </a:lnTo>
                    <a:lnTo>
                      <a:pt x="16944" y="4501"/>
                    </a:lnTo>
                    <a:lnTo>
                      <a:pt x="17646" y="4966"/>
                    </a:lnTo>
                    <a:lnTo>
                      <a:pt x="18313" y="5490"/>
                    </a:lnTo>
                    <a:lnTo>
                      <a:pt x="18623" y="5775"/>
                    </a:lnTo>
                    <a:lnTo>
                      <a:pt x="21004" y="3394"/>
                    </a:lnTo>
                    <a:lnTo>
                      <a:pt x="20563" y="2989"/>
                    </a:lnTo>
                    <a:lnTo>
                      <a:pt x="19647" y="2251"/>
                    </a:lnTo>
                    <a:lnTo>
                      <a:pt x="18670" y="1608"/>
                    </a:lnTo>
                    <a:lnTo>
                      <a:pt x="17634" y="1072"/>
                    </a:lnTo>
                    <a:lnTo>
                      <a:pt x="16551" y="644"/>
                    </a:lnTo>
                    <a:lnTo>
                      <a:pt x="15432" y="322"/>
                    </a:lnTo>
                    <a:lnTo>
                      <a:pt x="14289" y="108"/>
                    </a:lnTo>
                    <a:lnTo>
                      <a:pt x="13122" y="1"/>
                    </a:lnTo>
                    <a:close/>
                    <a:moveTo>
                      <a:pt x="90111" y="8752"/>
                    </a:moveTo>
                    <a:lnTo>
                      <a:pt x="89372" y="8824"/>
                    </a:lnTo>
                    <a:lnTo>
                      <a:pt x="88646" y="8955"/>
                    </a:lnTo>
                    <a:lnTo>
                      <a:pt x="87932" y="9169"/>
                    </a:lnTo>
                    <a:lnTo>
                      <a:pt x="87253" y="9455"/>
                    </a:lnTo>
                    <a:lnTo>
                      <a:pt x="86598" y="9812"/>
                    </a:lnTo>
                    <a:lnTo>
                      <a:pt x="85991" y="10229"/>
                    </a:lnTo>
                    <a:lnTo>
                      <a:pt x="85419" y="10717"/>
                    </a:lnTo>
                    <a:lnTo>
                      <a:pt x="85157" y="10979"/>
                    </a:lnTo>
                    <a:lnTo>
                      <a:pt x="84884" y="11276"/>
                    </a:lnTo>
                    <a:lnTo>
                      <a:pt x="84407" y="11895"/>
                    </a:lnTo>
                    <a:lnTo>
                      <a:pt x="83979" y="12562"/>
                    </a:lnTo>
                    <a:lnTo>
                      <a:pt x="83633" y="13265"/>
                    </a:lnTo>
                    <a:lnTo>
                      <a:pt x="83348" y="13991"/>
                    </a:lnTo>
                    <a:lnTo>
                      <a:pt x="83145" y="14753"/>
                    </a:lnTo>
                    <a:lnTo>
                      <a:pt x="83014" y="15527"/>
                    </a:lnTo>
                    <a:lnTo>
                      <a:pt x="82967" y="16313"/>
                    </a:lnTo>
                    <a:lnTo>
                      <a:pt x="82979" y="16718"/>
                    </a:lnTo>
                    <a:lnTo>
                      <a:pt x="82967" y="17111"/>
                    </a:lnTo>
                    <a:lnTo>
                      <a:pt x="83038" y="17896"/>
                    </a:lnTo>
                    <a:lnTo>
                      <a:pt x="83169" y="18670"/>
                    </a:lnTo>
                    <a:lnTo>
                      <a:pt x="83383" y="19420"/>
                    </a:lnTo>
                    <a:lnTo>
                      <a:pt x="83669" y="20147"/>
                    </a:lnTo>
                    <a:lnTo>
                      <a:pt x="84026" y="20837"/>
                    </a:lnTo>
                    <a:lnTo>
                      <a:pt x="84467" y="21492"/>
                    </a:lnTo>
                    <a:lnTo>
                      <a:pt x="84955" y="22099"/>
                    </a:lnTo>
                    <a:lnTo>
                      <a:pt x="85241" y="22385"/>
                    </a:lnTo>
                    <a:lnTo>
                      <a:pt x="85515" y="22659"/>
                    </a:lnTo>
                    <a:lnTo>
                      <a:pt x="86122" y="23171"/>
                    </a:lnTo>
                    <a:lnTo>
                      <a:pt x="86765" y="23600"/>
                    </a:lnTo>
                    <a:lnTo>
                      <a:pt x="87444" y="23969"/>
                    </a:lnTo>
                    <a:lnTo>
                      <a:pt x="88158" y="24266"/>
                    </a:lnTo>
                    <a:lnTo>
                      <a:pt x="88908" y="24481"/>
                    </a:lnTo>
                    <a:lnTo>
                      <a:pt x="89670" y="24624"/>
                    </a:lnTo>
                    <a:lnTo>
                      <a:pt x="90456" y="24695"/>
                    </a:lnTo>
                    <a:lnTo>
                      <a:pt x="91385" y="24695"/>
                    </a:lnTo>
                    <a:lnTo>
                      <a:pt x="92444" y="24564"/>
                    </a:lnTo>
                    <a:lnTo>
                      <a:pt x="93468" y="24290"/>
                    </a:lnTo>
                    <a:lnTo>
                      <a:pt x="94445" y="23862"/>
                    </a:lnTo>
                    <a:lnTo>
                      <a:pt x="94909" y="23588"/>
                    </a:lnTo>
                    <a:lnTo>
                      <a:pt x="95278" y="23350"/>
                    </a:lnTo>
                    <a:lnTo>
                      <a:pt x="95981" y="22802"/>
                    </a:lnTo>
                    <a:lnTo>
                      <a:pt x="96624" y="22195"/>
                    </a:lnTo>
                    <a:lnTo>
                      <a:pt x="97207" y="21528"/>
                    </a:lnTo>
                    <a:lnTo>
                      <a:pt x="97469" y="21171"/>
                    </a:lnTo>
                    <a:lnTo>
                      <a:pt x="94766" y="19349"/>
                    </a:lnTo>
                    <a:lnTo>
                      <a:pt x="94600" y="19599"/>
                    </a:lnTo>
                    <a:lnTo>
                      <a:pt x="94242" y="20052"/>
                    </a:lnTo>
                    <a:lnTo>
                      <a:pt x="93814" y="20456"/>
                    </a:lnTo>
                    <a:lnTo>
                      <a:pt x="93361" y="20802"/>
                    </a:lnTo>
                    <a:lnTo>
                      <a:pt x="92849" y="21087"/>
                    </a:lnTo>
                    <a:lnTo>
                      <a:pt x="92313" y="21302"/>
                    </a:lnTo>
                    <a:lnTo>
                      <a:pt x="91754" y="21457"/>
                    </a:lnTo>
                    <a:lnTo>
                      <a:pt x="91170" y="21528"/>
                    </a:lnTo>
                    <a:lnTo>
                      <a:pt x="90873" y="21540"/>
                    </a:lnTo>
                    <a:lnTo>
                      <a:pt x="90563" y="21540"/>
                    </a:lnTo>
                    <a:lnTo>
                      <a:pt x="89956" y="21468"/>
                    </a:lnTo>
                    <a:lnTo>
                      <a:pt x="89372" y="21314"/>
                    </a:lnTo>
                    <a:lnTo>
                      <a:pt x="88825" y="21064"/>
                    </a:lnTo>
                    <a:lnTo>
                      <a:pt x="88313" y="20754"/>
                    </a:lnTo>
                    <a:lnTo>
                      <a:pt x="87860" y="20361"/>
                    </a:lnTo>
                    <a:lnTo>
                      <a:pt x="87467" y="19909"/>
                    </a:lnTo>
                    <a:lnTo>
                      <a:pt x="87134" y="19397"/>
                    </a:lnTo>
                    <a:lnTo>
                      <a:pt x="87003" y="19111"/>
                    </a:lnTo>
                    <a:lnTo>
                      <a:pt x="97660" y="14705"/>
                    </a:lnTo>
                    <a:lnTo>
                      <a:pt x="97302" y="13801"/>
                    </a:lnTo>
                    <a:lnTo>
                      <a:pt x="97136" y="13396"/>
                    </a:lnTo>
                    <a:lnTo>
                      <a:pt x="96743" y="12610"/>
                    </a:lnTo>
                    <a:lnTo>
                      <a:pt x="96517" y="12241"/>
                    </a:lnTo>
                    <a:lnTo>
                      <a:pt x="96231" y="11800"/>
                    </a:lnTo>
                    <a:lnTo>
                      <a:pt x="95588" y="11002"/>
                    </a:lnTo>
                    <a:lnTo>
                      <a:pt x="95219" y="10621"/>
                    </a:lnTo>
                    <a:lnTo>
                      <a:pt x="94992" y="10419"/>
                    </a:lnTo>
                    <a:lnTo>
                      <a:pt x="94516" y="10026"/>
                    </a:lnTo>
                    <a:lnTo>
                      <a:pt x="93992" y="9681"/>
                    </a:lnTo>
                    <a:lnTo>
                      <a:pt x="93456" y="9395"/>
                    </a:lnTo>
                    <a:lnTo>
                      <a:pt x="93171" y="9276"/>
                    </a:lnTo>
                    <a:lnTo>
                      <a:pt x="92849" y="9145"/>
                    </a:lnTo>
                    <a:lnTo>
                      <a:pt x="92194" y="8955"/>
                    </a:lnTo>
                    <a:lnTo>
                      <a:pt x="91516" y="8812"/>
                    </a:lnTo>
                    <a:lnTo>
                      <a:pt x="90837" y="8752"/>
                    </a:lnTo>
                    <a:close/>
                    <a:moveTo>
                      <a:pt x="67750" y="8764"/>
                    </a:moveTo>
                    <a:lnTo>
                      <a:pt x="67369" y="8776"/>
                    </a:lnTo>
                    <a:lnTo>
                      <a:pt x="66619" y="8847"/>
                    </a:lnTo>
                    <a:lnTo>
                      <a:pt x="65892" y="9002"/>
                    </a:lnTo>
                    <a:lnTo>
                      <a:pt x="65178" y="9228"/>
                    </a:lnTo>
                    <a:lnTo>
                      <a:pt x="64499" y="9538"/>
                    </a:lnTo>
                    <a:lnTo>
                      <a:pt x="63856" y="9895"/>
                    </a:lnTo>
                    <a:lnTo>
                      <a:pt x="63249" y="10336"/>
                    </a:lnTo>
                    <a:lnTo>
                      <a:pt x="62678" y="10824"/>
                    </a:lnTo>
                    <a:lnTo>
                      <a:pt x="62416" y="11098"/>
                    </a:lnTo>
                    <a:lnTo>
                      <a:pt x="62142" y="11395"/>
                    </a:lnTo>
                    <a:lnTo>
                      <a:pt x="61642" y="12003"/>
                    </a:lnTo>
                    <a:lnTo>
                      <a:pt x="61213" y="12657"/>
                    </a:lnTo>
                    <a:lnTo>
                      <a:pt x="60844" y="13348"/>
                    </a:lnTo>
                    <a:lnTo>
                      <a:pt x="60546" y="14062"/>
                    </a:lnTo>
                    <a:lnTo>
                      <a:pt x="60332" y="14813"/>
                    </a:lnTo>
                    <a:lnTo>
                      <a:pt x="60189" y="15587"/>
                    </a:lnTo>
                    <a:lnTo>
                      <a:pt x="60130" y="16360"/>
                    </a:lnTo>
                    <a:lnTo>
                      <a:pt x="60130" y="16753"/>
                    </a:lnTo>
                    <a:lnTo>
                      <a:pt x="60130" y="17158"/>
                    </a:lnTo>
                    <a:lnTo>
                      <a:pt x="60189" y="17932"/>
                    </a:lnTo>
                    <a:lnTo>
                      <a:pt x="60344" y="18706"/>
                    </a:lnTo>
                    <a:lnTo>
                      <a:pt x="60558" y="19444"/>
                    </a:lnTo>
                    <a:lnTo>
                      <a:pt x="60844" y="20159"/>
                    </a:lnTo>
                    <a:lnTo>
                      <a:pt x="61213" y="20849"/>
                    </a:lnTo>
                    <a:lnTo>
                      <a:pt x="61642" y="21492"/>
                    </a:lnTo>
                    <a:lnTo>
                      <a:pt x="62142" y="22088"/>
                    </a:lnTo>
                    <a:lnTo>
                      <a:pt x="62416" y="22373"/>
                    </a:lnTo>
                    <a:lnTo>
                      <a:pt x="62678" y="22647"/>
                    </a:lnTo>
                    <a:lnTo>
                      <a:pt x="63249" y="23135"/>
                    </a:lnTo>
                    <a:lnTo>
                      <a:pt x="63856" y="23576"/>
                    </a:lnTo>
                    <a:lnTo>
                      <a:pt x="64511" y="23933"/>
                    </a:lnTo>
                    <a:lnTo>
                      <a:pt x="65190" y="24231"/>
                    </a:lnTo>
                    <a:lnTo>
                      <a:pt x="65892" y="24457"/>
                    </a:lnTo>
                    <a:lnTo>
                      <a:pt x="66619" y="24612"/>
                    </a:lnTo>
                    <a:lnTo>
                      <a:pt x="67369" y="24683"/>
                    </a:lnTo>
                    <a:lnTo>
                      <a:pt x="67750" y="24695"/>
                    </a:lnTo>
                    <a:lnTo>
                      <a:pt x="68083" y="24683"/>
                    </a:lnTo>
                    <a:lnTo>
                      <a:pt x="68714" y="24636"/>
                    </a:lnTo>
                    <a:lnTo>
                      <a:pt x="69322" y="24517"/>
                    </a:lnTo>
                    <a:lnTo>
                      <a:pt x="69881" y="24350"/>
                    </a:lnTo>
                    <a:lnTo>
                      <a:pt x="70405" y="24124"/>
                    </a:lnTo>
                    <a:lnTo>
                      <a:pt x="70893" y="23838"/>
                    </a:lnTo>
                    <a:lnTo>
                      <a:pt x="71334" y="23493"/>
                    </a:lnTo>
                    <a:lnTo>
                      <a:pt x="71739" y="23100"/>
                    </a:lnTo>
                    <a:lnTo>
                      <a:pt x="71929" y="22873"/>
                    </a:lnTo>
                    <a:lnTo>
                      <a:pt x="72048" y="22873"/>
                    </a:lnTo>
                    <a:lnTo>
                      <a:pt x="72048" y="24016"/>
                    </a:lnTo>
                    <a:lnTo>
                      <a:pt x="72036" y="24576"/>
                    </a:lnTo>
                    <a:lnTo>
                      <a:pt x="71893" y="25576"/>
                    </a:lnTo>
                    <a:lnTo>
                      <a:pt x="71620" y="26445"/>
                    </a:lnTo>
                    <a:lnTo>
                      <a:pt x="71191" y="27172"/>
                    </a:lnTo>
                    <a:lnTo>
                      <a:pt x="70917" y="27493"/>
                    </a:lnTo>
                    <a:lnTo>
                      <a:pt x="70596" y="27791"/>
                    </a:lnTo>
                    <a:lnTo>
                      <a:pt x="69881" y="28255"/>
                    </a:lnTo>
                    <a:lnTo>
                      <a:pt x="69083" y="28565"/>
                    </a:lnTo>
                    <a:lnTo>
                      <a:pt x="68238" y="28708"/>
                    </a:lnTo>
                    <a:lnTo>
                      <a:pt x="67809" y="28696"/>
                    </a:lnTo>
                    <a:lnTo>
                      <a:pt x="67464" y="28696"/>
                    </a:lnTo>
                    <a:lnTo>
                      <a:pt x="66809" y="28589"/>
                    </a:lnTo>
                    <a:lnTo>
                      <a:pt x="66166" y="28374"/>
                    </a:lnTo>
                    <a:lnTo>
                      <a:pt x="65583" y="28053"/>
                    </a:lnTo>
                    <a:lnTo>
                      <a:pt x="65309" y="27850"/>
                    </a:lnTo>
                    <a:lnTo>
                      <a:pt x="65059" y="27636"/>
                    </a:lnTo>
                    <a:lnTo>
                      <a:pt x="64630" y="27184"/>
                    </a:lnTo>
                    <a:lnTo>
                      <a:pt x="64249" y="26684"/>
                    </a:lnTo>
                    <a:lnTo>
                      <a:pt x="63928" y="26136"/>
                    </a:lnTo>
                    <a:lnTo>
                      <a:pt x="63809" y="25850"/>
                    </a:lnTo>
                    <a:lnTo>
                      <a:pt x="60749" y="27112"/>
                    </a:lnTo>
                    <a:lnTo>
                      <a:pt x="60975" y="27600"/>
                    </a:lnTo>
                    <a:lnTo>
                      <a:pt x="61523" y="28517"/>
                    </a:lnTo>
                    <a:lnTo>
                      <a:pt x="62166" y="29339"/>
                    </a:lnTo>
                    <a:lnTo>
                      <a:pt x="62928" y="30077"/>
                    </a:lnTo>
                    <a:lnTo>
                      <a:pt x="63344" y="30410"/>
                    </a:lnTo>
                    <a:lnTo>
                      <a:pt x="63833" y="30756"/>
                    </a:lnTo>
                    <a:lnTo>
                      <a:pt x="64892" y="31303"/>
                    </a:lnTo>
                    <a:lnTo>
                      <a:pt x="66023" y="31660"/>
                    </a:lnTo>
                    <a:lnTo>
                      <a:pt x="67202" y="31827"/>
                    </a:lnTo>
                    <a:lnTo>
                      <a:pt x="68178" y="31827"/>
                    </a:lnTo>
                    <a:lnTo>
                      <a:pt x="68929" y="31780"/>
                    </a:lnTo>
                    <a:lnTo>
                      <a:pt x="69667" y="31660"/>
                    </a:lnTo>
                    <a:lnTo>
                      <a:pt x="70381" y="31470"/>
                    </a:lnTo>
                    <a:lnTo>
                      <a:pt x="71072" y="31196"/>
                    </a:lnTo>
                    <a:lnTo>
                      <a:pt x="71739" y="30875"/>
                    </a:lnTo>
                    <a:lnTo>
                      <a:pt x="72370" y="30470"/>
                    </a:lnTo>
                    <a:lnTo>
                      <a:pt x="72965" y="30005"/>
                    </a:lnTo>
                    <a:lnTo>
                      <a:pt x="73239" y="29755"/>
                    </a:lnTo>
                    <a:lnTo>
                      <a:pt x="73501" y="29493"/>
                    </a:lnTo>
                    <a:lnTo>
                      <a:pt x="73965" y="28910"/>
                    </a:lnTo>
                    <a:lnTo>
                      <a:pt x="74358" y="28267"/>
                    </a:lnTo>
                    <a:lnTo>
                      <a:pt x="74691" y="27553"/>
                    </a:lnTo>
                    <a:lnTo>
                      <a:pt x="74965" y="26767"/>
                    </a:lnTo>
                    <a:lnTo>
                      <a:pt x="75156" y="25933"/>
                    </a:lnTo>
                    <a:lnTo>
                      <a:pt x="75299" y="25017"/>
                    </a:lnTo>
                    <a:lnTo>
                      <a:pt x="75358" y="24040"/>
                    </a:lnTo>
                    <a:lnTo>
                      <a:pt x="75370" y="23528"/>
                    </a:lnTo>
                    <a:lnTo>
                      <a:pt x="75370" y="9240"/>
                    </a:lnTo>
                    <a:lnTo>
                      <a:pt x="72048" y="9240"/>
                    </a:lnTo>
                    <a:lnTo>
                      <a:pt x="72048" y="10538"/>
                    </a:lnTo>
                    <a:lnTo>
                      <a:pt x="71929" y="10538"/>
                    </a:lnTo>
                    <a:lnTo>
                      <a:pt x="71750" y="10336"/>
                    </a:lnTo>
                    <a:lnTo>
                      <a:pt x="71358" y="9967"/>
                    </a:lnTo>
                    <a:lnTo>
                      <a:pt x="70917" y="9645"/>
                    </a:lnTo>
                    <a:lnTo>
                      <a:pt x="70453" y="9383"/>
                    </a:lnTo>
                    <a:lnTo>
                      <a:pt x="70203" y="9276"/>
                    </a:lnTo>
                    <a:lnTo>
                      <a:pt x="69905" y="9145"/>
                    </a:lnTo>
                    <a:lnTo>
                      <a:pt x="69310" y="8955"/>
                    </a:lnTo>
                    <a:lnTo>
                      <a:pt x="68690" y="8824"/>
                    </a:lnTo>
                    <a:lnTo>
                      <a:pt x="68059" y="8764"/>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31" name="Google Shape;731;p164"/>
              <p:cNvGrpSpPr/>
              <p:nvPr/>
            </p:nvGrpSpPr>
            <p:grpSpPr>
              <a:xfrm>
                <a:off x="1682774" y="4617610"/>
                <a:ext cx="497004" cy="149188"/>
                <a:chOff x="1682774" y="4617610"/>
                <a:chExt cx="497004" cy="149188"/>
              </a:xfrm>
            </p:grpSpPr>
            <p:sp>
              <p:nvSpPr>
                <p:cNvPr id="732" name="Google Shape;732;p164"/>
                <p:cNvSpPr/>
                <p:nvPr/>
              </p:nvSpPr>
              <p:spPr>
                <a:xfrm>
                  <a:off x="1682774" y="4617610"/>
                  <a:ext cx="130752" cy="149188"/>
                </a:xfrm>
                <a:custGeom>
                  <a:rect b="b" l="l" r="r" t="t"/>
                  <a:pathLst>
                    <a:path extrusionOk="0" h="22553" w="19766">
                      <a:moveTo>
                        <a:pt x="10765" y="1"/>
                      </a:moveTo>
                      <a:lnTo>
                        <a:pt x="10193" y="25"/>
                      </a:lnTo>
                      <a:lnTo>
                        <a:pt x="9086" y="156"/>
                      </a:lnTo>
                      <a:lnTo>
                        <a:pt x="8014" y="406"/>
                      </a:lnTo>
                      <a:lnTo>
                        <a:pt x="6978" y="751"/>
                      </a:lnTo>
                      <a:lnTo>
                        <a:pt x="6002" y="1192"/>
                      </a:lnTo>
                      <a:lnTo>
                        <a:pt x="5085" y="1715"/>
                      </a:lnTo>
                      <a:lnTo>
                        <a:pt x="4216" y="2335"/>
                      </a:lnTo>
                      <a:lnTo>
                        <a:pt x="3418" y="3025"/>
                      </a:lnTo>
                      <a:lnTo>
                        <a:pt x="2692" y="3787"/>
                      </a:lnTo>
                      <a:lnTo>
                        <a:pt x="2037" y="4621"/>
                      </a:lnTo>
                      <a:lnTo>
                        <a:pt x="1453" y="5514"/>
                      </a:lnTo>
                      <a:lnTo>
                        <a:pt x="977" y="6466"/>
                      </a:lnTo>
                      <a:lnTo>
                        <a:pt x="572" y="7466"/>
                      </a:lnTo>
                      <a:lnTo>
                        <a:pt x="275" y="8502"/>
                      </a:lnTo>
                      <a:lnTo>
                        <a:pt x="84" y="9586"/>
                      </a:lnTo>
                      <a:lnTo>
                        <a:pt x="1" y="10693"/>
                      </a:lnTo>
                      <a:lnTo>
                        <a:pt x="1" y="11265"/>
                      </a:lnTo>
                      <a:lnTo>
                        <a:pt x="1" y="11729"/>
                      </a:lnTo>
                      <a:lnTo>
                        <a:pt x="13" y="12300"/>
                      </a:lnTo>
                      <a:lnTo>
                        <a:pt x="144" y="13408"/>
                      </a:lnTo>
                      <a:lnTo>
                        <a:pt x="382" y="14479"/>
                      </a:lnTo>
                      <a:lnTo>
                        <a:pt x="727" y="15503"/>
                      </a:lnTo>
                      <a:lnTo>
                        <a:pt x="1168" y="16480"/>
                      </a:lnTo>
                      <a:lnTo>
                        <a:pt x="1692" y="17408"/>
                      </a:lnTo>
                      <a:lnTo>
                        <a:pt x="2299" y="18278"/>
                      </a:lnTo>
                      <a:lnTo>
                        <a:pt x="2977" y="19087"/>
                      </a:lnTo>
                      <a:lnTo>
                        <a:pt x="3740" y="19814"/>
                      </a:lnTo>
                      <a:lnTo>
                        <a:pt x="4573" y="20480"/>
                      </a:lnTo>
                      <a:lnTo>
                        <a:pt x="5466" y="21052"/>
                      </a:lnTo>
                      <a:lnTo>
                        <a:pt x="6407" y="21552"/>
                      </a:lnTo>
                      <a:lnTo>
                        <a:pt x="7407" y="21945"/>
                      </a:lnTo>
                      <a:lnTo>
                        <a:pt x="8443" y="22254"/>
                      </a:lnTo>
                      <a:lnTo>
                        <a:pt x="9526" y="22457"/>
                      </a:lnTo>
                      <a:lnTo>
                        <a:pt x="10634" y="22552"/>
                      </a:lnTo>
                      <a:lnTo>
                        <a:pt x="11205" y="22552"/>
                      </a:lnTo>
                      <a:lnTo>
                        <a:pt x="11836" y="22540"/>
                      </a:lnTo>
                      <a:lnTo>
                        <a:pt x="13074" y="22409"/>
                      </a:lnTo>
                      <a:lnTo>
                        <a:pt x="14301" y="22147"/>
                      </a:lnTo>
                      <a:lnTo>
                        <a:pt x="15480" y="21742"/>
                      </a:lnTo>
                      <a:lnTo>
                        <a:pt x="16063" y="21492"/>
                      </a:lnTo>
                      <a:lnTo>
                        <a:pt x="16587" y="21242"/>
                      </a:lnTo>
                      <a:lnTo>
                        <a:pt x="17599" y="20647"/>
                      </a:lnTo>
                      <a:lnTo>
                        <a:pt x="18528" y="19933"/>
                      </a:lnTo>
                      <a:lnTo>
                        <a:pt x="19373" y="19123"/>
                      </a:lnTo>
                      <a:lnTo>
                        <a:pt x="19766" y="18682"/>
                      </a:lnTo>
                      <a:lnTo>
                        <a:pt x="17825" y="16742"/>
                      </a:lnTo>
                      <a:lnTo>
                        <a:pt x="17516" y="17111"/>
                      </a:lnTo>
                      <a:lnTo>
                        <a:pt x="16837" y="17789"/>
                      </a:lnTo>
                      <a:lnTo>
                        <a:pt x="16087" y="18373"/>
                      </a:lnTo>
                      <a:lnTo>
                        <a:pt x="15289" y="18873"/>
                      </a:lnTo>
                      <a:lnTo>
                        <a:pt x="14432" y="19278"/>
                      </a:lnTo>
                      <a:lnTo>
                        <a:pt x="13551" y="19587"/>
                      </a:lnTo>
                      <a:lnTo>
                        <a:pt x="12622" y="19790"/>
                      </a:lnTo>
                      <a:lnTo>
                        <a:pt x="11669" y="19897"/>
                      </a:lnTo>
                      <a:lnTo>
                        <a:pt x="10776" y="19897"/>
                      </a:lnTo>
                      <a:lnTo>
                        <a:pt x="9943" y="19837"/>
                      </a:lnTo>
                      <a:lnTo>
                        <a:pt x="9133" y="19683"/>
                      </a:lnTo>
                      <a:lnTo>
                        <a:pt x="8347" y="19468"/>
                      </a:lnTo>
                      <a:lnTo>
                        <a:pt x="7585" y="19159"/>
                      </a:lnTo>
                      <a:lnTo>
                        <a:pt x="6871" y="18778"/>
                      </a:lnTo>
                      <a:lnTo>
                        <a:pt x="6180" y="18325"/>
                      </a:lnTo>
                      <a:lnTo>
                        <a:pt x="5537" y="17813"/>
                      </a:lnTo>
                      <a:lnTo>
                        <a:pt x="5240" y="17516"/>
                      </a:lnTo>
                      <a:lnTo>
                        <a:pt x="4942" y="17218"/>
                      </a:lnTo>
                      <a:lnTo>
                        <a:pt x="4406" y="16575"/>
                      </a:lnTo>
                      <a:lnTo>
                        <a:pt x="3954" y="15884"/>
                      </a:lnTo>
                      <a:lnTo>
                        <a:pt x="3573" y="15158"/>
                      </a:lnTo>
                      <a:lnTo>
                        <a:pt x="3275" y="14372"/>
                      </a:lnTo>
                      <a:lnTo>
                        <a:pt x="3049" y="13551"/>
                      </a:lnTo>
                      <a:lnTo>
                        <a:pt x="2894" y="12682"/>
                      </a:lnTo>
                      <a:lnTo>
                        <a:pt x="2823" y="11765"/>
                      </a:lnTo>
                      <a:lnTo>
                        <a:pt x="2811" y="11288"/>
                      </a:lnTo>
                      <a:lnTo>
                        <a:pt x="2823" y="10800"/>
                      </a:lnTo>
                      <a:lnTo>
                        <a:pt x="2894" y="9883"/>
                      </a:lnTo>
                      <a:lnTo>
                        <a:pt x="3049" y="9014"/>
                      </a:lnTo>
                      <a:lnTo>
                        <a:pt x="3275" y="8193"/>
                      </a:lnTo>
                      <a:lnTo>
                        <a:pt x="3585" y="7407"/>
                      </a:lnTo>
                      <a:lnTo>
                        <a:pt x="3954" y="6681"/>
                      </a:lnTo>
                      <a:lnTo>
                        <a:pt x="4418" y="5990"/>
                      </a:lnTo>
                      <a:lnTo>
                        <a:pt x="4942" y="5347"/>
                      </a:lnTo>
                      <a:lnTo>
                        <a:pt x="5240" y="5049"/>
                      </a:lnTo>
                      <a:lnTo>
                        <a:pt x="5537" y="4752"/>
                      </a:lnTo>
                      <a:lnTo>
                        <a:pt x="6180" y="4240"/>
                      </a:lnTo>
                      <a:lnTo>
                        <a:pt x="6871" y="3787"/>
                      </a:lnTo>
                      <a:lnTo>
                        <a:pt x="7597" y="3406"/>
                      </a:lnTo>
                      <a:lnTo>
                        <a:pt x="8359" y="3097"/>
                      </a:lnTo>
                      <a:lnTo>
                        <a:pt x="9145" y="2882"/>
                      </a:lnTo>
                      <a:lnTo>
                        <a:pt x="9955" y="2728"/>
                      </a:lnTo>
                      <a:lnTo>
                        <a:pt x="10776" y="2668"/>
                      </a:lnTo>
                      <a:lnTo>
                        <a:pt x="11193" y="2668"/>
                      </a:lnTo>
                      <a:lnTo>
                        <a:pt x="11622" y="2656"/>
                      </a:lnTo>
                      <a:lnTo>
                        <a:pt x="12479" y="2716"/>
                      </a:lnTo>
                      <a:lnTo>
                        <a:pt x="13324" y="2882"/>
                      </a:lnTo>
                      <a:lnTo>
                        <a:pt x="14134" y="3144"/>
                      </a:lnTo>
                      <a:lnTo>
                        <a:pt x="14896" y="3501"/>
                      </a:lnTo>
                      <a:lnTo>
                        <a:pt x="15622" y="3942"/>
                      </a:lnTo>
                      <a:lnTo>
                        <a:pt x="16301" y="4466"/>
                      </a:lnTo>
                      <a:lnTo>
                        <a:pt x="16908" y="5073"/>
                      </a:lnTo>
                      <a:lnTo>
                        <a:pt x="17194" y="5407"/>
                      </a:lnTo>
                      <a:lnTo>
                        <a:pt x="19123" y="3525"/>
                      </a:lnTo>
                      <a:lnTo>
                        <a:pt x="18742" y="3097"/>
                      </a:lnTo>
                      <a:lnTo>
                        <a:pt x="17920" y="2323"/>
                      </a:lnTo>
                      <a:lnTo>
                        <a:pt x="17027" y="1656"/>
                      </a:lnTo>
                      <a:lnTo>
                        <a:pt x="16075" y="1096"/>
                      </a:lnTo>
                      <a:lnTo>
                        <a:pt x="15051" y="644"/>
                      </a:lnTo>
                      <a:lnTo>
                        <a:pt x="13991" y="311"/>
                      </a:lnTo>
                      <a:lnTo>
                        <a:pt x="12896" y="84"/>
                      </a:lnTo>
                      <a:lnTo>
                        <a:pt x="11777"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p164"/>
                <p:cNvSpPr/>
                <p:nvPr/>
              </p:nvSpPr>
              <p:spPr>
                <a:xfrm>
                  <a:off x="1829746" y="4620765"/>
                  <a:ext cx="18363" cy="142798"/>
                </a:xfrm>
                <a:custGeom>
                  <a:rect b="b" l="l" r="r" t="t"/>
                  <a:pathLst>
                    <a:path extrusionOk="0" h="21587" w="2776">
                      <a:moveTo>
                        <a:pt x="1" y="0"/>
                      </a:moveTo>
                      <a:lnTo>
                        <a:pt x="1" y="21587"/>
                      </a:lnTo>
                      <a:lnTo>
                        <a:pt x="2775" y="21587"/>
                      </a:lnTo>
                      <a:lnTo>
                        <a:pt x="2775"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164"/>
                <p:cNvSpPr/>
                <p:nvPr/>
              </p:nvSpPr>
              <p:spPr>
                <a:xfrm>
                  <a:off x="1863853" y="4662664"/>
                  <a:ext cx="100588" cy="104054"/>
                </a:xfrm>
                <a:custGeom>
                  <a:rect b="b" l="l" r="r" t="t"/>
                  <a:pathLst>
                    <a:path extrusionOk="0" h="15730" w="15206">
                      <a:moveTo>
                        <a:pt x="7287" y="2537"/>
                      </a:moveTo>
                      <a:lnTo>
                        <a:pt x="8180" y="2560"/>
                      </a:lnTo>
                      <a:lnTo>
                        <a:pt x="9061" y="2763"/>
                      </a:lnTo>
                      <a:lnTo>
                        <a:pt x="9895" y="3120"/>
                      </a:lnTo>
                      <a:lnTo>
                        <a:pt x="10657" y="3656"/>
                      </a:lnTo>
                      <a:lnTo>
                        <a:pt x="10990" y="4001"/>
                      </a:lnTo>
                      <a:lnTo>
                        <a:pt x="11348" y="4394"/>
                      </a:lnTo>
                      <a:lnTo>
                        <a:pt x="11919" y="5299"/>
                      </a:lnTo>
                      <a:lnTo>
                        <a:pt x="12288" y="6287"/>
                      </a:lnTo>
                      <a:lnTo>
                        <a:pt x="12455" y="7335"/>
                      </a:lnTo>
                      <a:lnTo>
                        <a:pt x="12455" y="7871"/>
                      </a:lnTo>
                      <a:lnTo>
                        <a:pt x="12455" y="8395"/>
                      </a:lnTo>
                      <a:lnTo>
                        <a:pt x="12288" y="9442"/>
                      </a:lnTo>
                      <a:lnTo>
                        <a:pt x="11907" y="10431"/>
                      </a:lnTo>
                      <a:lnTo>
                        <a:pt x="11348" y="11336"/>
                      </a:lnTo>
                      <a:lnTo>
                        <a:pt x="10990" y="11740"/>
                      </a:lnTo>
                      <a:lnTo>
                        <a:pt x="10895" y="11836"/>
                      </a:lnTo>
                      <a:lnTo>
                        <a:pt x="10800" y="11931"/>
                      </a:lnTo>
                      <a:lnTo>
                        <a:pt x="10443" y="12241"/>
                      </a:lnTo>
                      <a:lnTo>
                        <a:pt x="9645" y="12729"/>
                      </a:lnTo>
                      <a:lnTo>
                        <a:pt x="8800" y="13050"/>
                      </a:lnTo>
                      <a:lnTo>
                        <a:pt x="7907" y="13193"/>
                      </a:lnTo>
                      <a:lnTo>
                        <a:pt x="7013" y="13169"/>
                      </a:lnTo>
                      <a:lnTo>
                        <a:pt x="6144" y="12967"/>
                      </a:lnTo>
                      <a:lnTo>
                        <a:pt x="5311" y="12610"/>
                      </a:lnTo>
                      <a:lnTo>
                        <a:pt x="4549" y="12074"/>
                      </a:lnTo>
                      <a:lnTo>
                        <a:pt x="4204" y="11740"/>
                      </a:lnTo>
                      <a:lnTo>
                        <a:pt x="3858" y="11336"/>
                      </a:lnTo>
                      <a:lnTo>
                        <a:pt x="3299" y="10431"/>
                      </a:lnTo>
                      <a:lnTo>
                        <a:pt x="2918" y="9442"/>
                      </a:lnTo>
                      <a:lnTo>
                        <a:pt x="2751" y="8395"/>
                      </a:lnTo>
                      <a:lnTo>
                        <a:pt x="2751" y="7871"/>
                      </a:lnTo>
                      <a:lnTo>
                        <a:pt x="2739" y="7335"/>
                      </a:lnTo>
                      <a:lnTo>
                        <a:pt x="2918" y="6287"/>
                      </a:lnTo>
                      <a:lnTo>
                        <a:pt x="3287" y="5299"/>
                      </a:lnTo>
                      <a:lnTo>
                        <a:pt x="3846" y="4394"/>
                      </a:lnTo>
                      <a:lnTo>
                        <a:pt x="4204" y="4001"/>
                      </a:lnTo>
                      <a:lnTo>
                        <a:pt x="4299" y="3894"/>
                      </a:lnTo>
                      <a:lnTo>
                        <a:pt x="4406" y="3799"/>
                      </a:lnTo>
                      <a:lnTo>
                        <a:pt x="4763" y="3489"/>
                      </a:lnTo>
                      <a:lnTo>
                        <a:pt x="5549" y="3001"/>
                      </a:lnTo>
                      <a:lnTo>
                        <a:pt x="6406" y="2680"/>
                      </a:lnTo>
                      <a:lnTo>
                        <a:pt x="7287" y="2537"/>
                      </a:lnTo>
                      <a:close/>
                      <a:moveTo>
                        <a:pt x="7240" y="1"/>
                      </a:moveTo>
                      <a:lnTo>
                        <a:pt x="6502" y="72"/>
                      </a:lnTo>
                      <a:lnTo>
                        <a:pt x="5775" y="215"/>
                      </a:lnTo>
                      <a:lnTo>
                        <a:pt x="5061" y="417"/>
                      </a:lnTo>
                      <a:lnTo>
                        <a:pt x="4358" y="703"/>
                      </a:lnTo>
                      <a:lnTo>
                        <a:pt x="3692" y="1048"/>
                      </a:lnTo>
                      <a:lnTo>
                        <a:pt x="3049" y="1477"/>
                      </a:lnTo>
                      <a:lnTo>
                        <a:pt x="2441" y="1965"/>
                      </a:lnTo>
                      <a:lnTo>
                        <a:pt x="2156" y="2239"/>
                      </a:lnTo>
                      <a:lnTo>
                        <a:pt x="1882" y="2525"/>
                      </a:lnTo>
                      <a:lnTo>
                        <a:pt x="1405" y="3144"/>
                      </a:lnTo>
                      <a:lnTo>
                        <a:pt x="1001" y="3799"/>
                      </a:lnTo>
                      <a:lnTo>
                        <a:pt x="655" y="4489"/>
                      </a:lnTo>
                      <a:lnTo>
                        <a:pt x="381" y="5204"/>
                      </a:lnTo>
                      <a:lnTo>
                        <a:pt x="191" y="5942"/>
                      </a:lnTo>
                      <a:lnTo>
                        <a:pt x="60" y="6704"/>
                      </a:lnTo>
                      <a:lnTo>
                        <a:pt x="0" y="7478"/>
                      </a:lnTo>
                      <a:lnTo>
                        <a:pt x="12" y="7871"/>
                      </a:lnTo>
                      <a:lnTo>
                        <a:pt x="0" y="8252"/>
                      </a:lnTo>
                      <a:lnTo>
                        <a:pt x="60" y="9026"/>
                      </a:lnTo>
                      <a:lnTo>
                        <a:pt x="191" y="9788"/>
                      </a:lnTo>
                      <a:lnTo>
                        <a:pt x="393" y="10526"/>
                      </a:lnTo>
                      <a:lnTo>
                        <a:pt x="667" y="11240"/>
                      </a:lnTo>
                      <a:lnTo>
                        <a:pt x="1012" y="11931"/>
                      </a:lnTo>
                      <a:lnTo>
                        <a:pt x="1417" y="12586"/>
                      </a:lnTo>
                      <a:lnTo>
                        <a:pt x="1894" y="13205"/>
                      </a:lnTo>
                      <a:lnTo>
                        <a:pt x="2156" y="13491"/>
                      </a:lnTo>
                      <a:lnTo>
                        <a:pt x="2441" y="13765"/>
                      </a:lnTo>
                      <a:lnTo>
                        <a:pt x="3049" y="14253"/>
                      </a:lnTo>
                      <a:lnTo>
                        <a:pt x="3692" y="14681"/>
                      </a:lnTo>
                      <a:lnTo>
                        <a:pt x="4358" y="15027"/>
                      </a:lnTo>
                      <a:lnTo>
                        <a:pt x="5061" y="15312"/>
                      </a:lnTo>
                      <a:lnTo>
                        <a:pt x="5775" y="15515"/>
                      </a:lnTo>
                      <a:lnTo>
                        <a:pt x="6502" y="15658"/>
                      </a:lnTo>
                      <a:lnTo>
                        <a:pt x="7240" y="15729"/>
                      </a:lnTo>
                      <a:lnTo>
                        <a:pt x="7978" y="15729"/>
                      </a:lnTo>
                      <a:lnTo>
                        <a:pt x="8716" y="15658"/>
                      </a:lnTo>
                      <a:lnTo>
                        <a:pt x="9442" y="15515"/>
                      </a:lnTo>
                      <a:lnTo>
                        <a:pt x="10157" y="15312"/>
                      </a:lnTo>
                      <a:lnTo>
                        <a:pt x="10859" y="15027"/>
                      </a:lnTo>
                      <a:lnTo>
                        <a:pt x="11526" y="14681"/>
                      </a:lnTo>
                      <a:lnTo>
                        <a:pt x="12169" y="14253"/>
                      </a:lnTo>
                      <a:lnTo>
                        <a:pt x="12776" y="13765"/>
                      </a:lnTo>
                      <a:lnTo>
                        <a:pt x="13062" y="13491"/>
                      </a:lnTo>
                      <a:lnTo>
                        <a:pt x="13324" y="13205"/>
                      </a:lnTo>
                      <a:lnTo>
                        <a:pt x="13800" y="12586"/>
                      </a:lnTo>
                      <a:lnTo>
                        <a:pt x="14217" y="11931"/>
                      </a:lnTo>
                      <a:lnTo>
                        <a:pt x="14550" y="11240"/>
                      </a:lnTo>
                      <a:lnTo>
                        <a:pt x="14824" y="10526"/>
                      </a:lnTo>
                      <a:lnTo>
                        <a:pt x="15027" y="9788"/>
                      </a:lnTo>
                      <a:lnTo>
                        <a:pt x="15158" y="9026"/>
                      </a:lnTo>
                      <a:lnTo>
                        <a:pt x="15205" y="8252"/>
                      </a:lnTo>
                      <a:lnTo>
                        <a:pt x="15205" y="7871"/>
                      </a:lnTo>
                      <a:lnTo>
                        <a:pt x="15205" y="7478"/>
                      </a:lnTo>
                      <a:lnTo>
                        <a:pt x="15158" y="6704"/>
                      </a:lnTo>
                      <a:lnTo>
                        <a:pt x="15027" y="5942"/>
                      </a:lnTo>
                      <a:lnTo>
                        <a:pt x="14824" y="5204"/>
                      </a:lnTo>
                      <a:lnTo>
                        <a:pt x="14550" y="4489"/>
                      </a:lnTo>
                      <a:lnTo>
                        <a:pt x="14205" y="3799"/>
                      </a:lnTo>
                      <a:lnTo>
                        <a:pt x="13800" y="3144"/>
                      </a:lnTo>
                      <a:lnTo>
                        <a:pt x="13324" y="2525"/>
                      </a:lnTo>
                      <a:lnTo>
                        <a:pt x="13062" y="2239"/>
                      </a:lnTo>
                      <a:lnTo>
                        <a:pt x="12776" y="1965"/>
                      </a:lnTo>
                      <a:lnTo>
                        <a:pt x="12169" y="1477"/>
                      </a:lnTo>
                      <a:lnTo>
                        <a:pt x="11526" y="1048"/>
                      </a:lnTo>
                      <a:lnTo>
                        <a:pt x="10859" y="703"/>
                      </a:lnTo>
                      <a:lnTo>
                        <a:pt x="10157" y="417"/>
                      </a:lnTo>
                      <a:lnTo>
                        <a:pt x="9442" y="215"/>
                      </a:lnTo>
                      <a:lnTo>
                        <a:pt x="8716" y="72"/>
                      </a:lnTo>
                      <a:lnTo>
                        <a:pt x="7978"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164"/>
                <p:cNvSpPr/>
                <p:nvPr/>
              </p:nvSpPr>
              <p:spPr>
                <a:xfrm>
                  <a:off x="1979238" y="4665893"/>
                  <a:ext cx="86650" cy="100826"/>
                </a:xfrm>
                <a:custGeom>
                  <a:rect b="b" l="l" r="r" t="t"/>
                  <a:pathLst>
                    <a:path extrusionOk="0" h="15242" w="13099">
                      <a:moveTo>
                        <a:pt x="1" y="1"/>
                      </a:moveTo>
                      <a:lnTo>
                        <a:pt x="1" y="9014"/>
                      </a:lnTo>
                      <a:lnTo>
                        <a:pt x="25" y="9717"/>
                      </a:lnTo>
                      <a:lnTo>
                        <a:pt x="215" y="10979"/>
                      </a:lnTo>
                      <a:lnTo>
                        <a:pt x="572" y="12110"/>
                      </a:lnTo>
                      <a:lnTo>
                        <a:pt x="965" y="12860"/>
                      </a:lnTo>
                      <a:lnTo>
                        <a:pt x="1275" y="13324"/>
                      </a:lnTo>
                      <a:lnTo>
                        <a:pt x="1453" y="13539"/>
                      </a:lnTo>
                      <a:lnTo>
                        <a:pt x="1632" y="13741"/>
                      </a:lnTo>
                      <a:lnTo>
                        <a:pt x="2037" y="14122"/>
                      </a:lnTo>
                      <a:lnTo>
                        <a:pt x="2477" y="14432"/>
                      </a:lnTo>
                      <a:lnTo>
                        <a:pt x="2954" y="14705"/>
                      </a:lnTo>
                      <a:lnTo>
                        <a:pt x="3478" y="14908"/>
                      </a:lnTo>
                      <a:lnTo>
                        <a:pt x="4049" y="15075"/>
                      </a:lnTo>
                      <a:lnTo>
                        <a:pt x="4656" y="15182"/>
                      </a:lnTo>
                      <a:lnTo>
                        <a:pt x="5311" y="15229"/>
                      </a:lnTo>
                      <a:lnTo>
                        <a:pt x="5657" y="15241"/>
                      </a:lnTo>
                      <a:lnTo>
                        <a:pt x="6014" y="15229"/>
                      </a:lnTo>
                      <a:lnTo>
                        <a:pt x="6728" y="15134"/>
                      </a:lnTo>
                      <a:lnTo>
                        <a:pt x="7407" y="14944"/>
                      </a:lnTo>
                      <a:lnTo>
                        <a:pt x="8074" y="14670"/>
                      </a:lnTo>
                      <a:lnTo>
                        <a:pt x="8395" y="14491"/>
                      </a:lnTo>
                      <a:lnTo>
                        <a:pt x="8681" y="14324"/>
                      </a:lnTo>
                      <a:lnTo>
                        <a:pt x="9229" y="13943"/>
                      </a:lnTo>
                      <a:lnTo>
                        <a:pt x="9717" y="13491"/>
                      </a:lnTo>
                      <a:lnTo>
                        <a:pt x="10133" y="12991"/>
                      </a:lnTo>
                      <a:lnTo>
                        <a:pt x="10324" y="12705"/>
                      </a:lnTo>
                      <a:lnTo>
                        <a:pt x="10443" y="12705"/>
                      </a:lnTo>
                      <a:lnTo>
                        <a:pt x="10443" y="14765"/>
                      </a:lnTo>
                      <a:lnTo>
                        <a:pt x="13098" y="14765"/>
                      </a:lnTo>
                      <a:lnTo>
                        <a:pt x="13098" y="1"/>
                      </a:lnTo>
                      <a:lnTo>
                        <a:pt x="10312" y="1"/>
                      </a:lnTo>
                      <a:lnTo>
                        <a:pt x="10312" y="8121"/>
                      </a:lnTo>
                      <a:lnTo>
                        <a:pt x="10300" y="8550"/>
                      </a:lnTo>
                      <a:lnTo>
                        <a:pt x="10169" y="9407"/>
                      </a:lnTo>
                      <a:lnTo>
                        <a:pt x="9895" y="10217"/>
                      </a:lnTo>
                      <a:lnTo>
                        <a:pt x="9479" y="10979"/>
                      </a:lnTo>
                      <a:lnTo>
                        <a:pt x="9229" y="11324"/>
                      </a:lnTo>
                      <a:lnTo>
                        <a:pt x="8967" y="11645"/>
                      </a:lnTo>
                      <a:lnTo>
                        <a:pt x="8336" y="12169"/>
                      </a:lnTo>
                      <a:lnTo>
                        <a:pt x="7609" y="12526"/>
                      </a:lnTo>
                      <a:lnTo>
                        <a:pt x="6823" y="12693"/>
                      </a:lnTo>
                      <a:lnTo>
                        <a:pt x="6407" y="12705"/>
                      </a:lnTo>
                      <a:lnTo>
                        <a:pt x="5966" y="12693"/>
                      </a:lnTo>
                      <a:lnTo>
                        <a:pt x="5168" y="12562"/>
                      </a:lnTo>
                      <a:lnTo>
                        <a:pt x="4490" y="12312"/>
                      </a:lnTo>
                      <a:lnTo>
                        <a:pt x="3918" y="11919"/>
                      </a:lnTo>
                      <a:lnTo>
                        <a:pt x="3454" y="11407"/>
                      </a:lnTo>
                      <a:lnTo>
                        <a:pt x="3120" y="10764"/>
                      </a:lnTo>
                      <a:lnTo>
                        <a:pt x="2882" y="9990"/>
                      </a:lnTo>
                      <a:lnTo>
                        <a:pt x="2775" y="9085"/>
                      </a:lnTo>
                      <a:lnTo>
                        <a:pt x="2763" y="8585"/>
                      </a:lnTo>
                      <a:lnTo>
                        <a:pt x="2763"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164"/>
                <p:cNvSpPr/>
                <p:nvPr/>
              </p:nvSpPr>
              <p:spPr>
                <a:xfrm>
                  <a:off x="2081552" y="4620765"/>
                  <a:ext cx="98226" cy="146033"/>
                </a:xfrm>
                <a:custGeom>
                  <a:rect b="b" l="l" r="r" t="t"/>
                  <a:pathLst>
                    <a:path extrusionOk="0" h="22076" w="14849">
                      <a:moveTo>
                        <a:pt x="7240" y="8894"/>
                      </a:moveTo>
                      <a:lnTo>
                        <a:pt x="8097" y="8930"/>
                      </a:lnTo>
                      <a:lnTo>
                        <a:pt x="8955" y="9121"/>
                      </a:lnTo>
                      <a:lnTo>
                        <a:pt x="9752" y="9490"/>
                      </a:lnTo>
                      <a:lnTo>
                        <a:pt x="10491" y="10014"/>
                      </a:lnTo>
                      <a:lnTo>
                        <a:pt x="10812" y="10347"/>
                      </a:lnTo>
                      <a:lnTo>
                        <a:pt x="11157" y="10752"/>
                      </a:lnTo>
                      <a:lnTo>
                        <a:pt x="11693" y="11657"/>
                      </a:lnTo>
                      <a:lnTo>
                        <a:pt x="12038" y="12645"/>
                      </a:lnTo>
                      <a:lnTo>
                        <a:pt x="12193" y="13681"/>
                      </a:lnTo>
                      <a:lnTo>
                        <a:pt x="12181" y="14217"/>
                      </a:lnTo>
                      <a:lnTo>
                        <a:pt x="12193" y="14741"/>
                      </a:lnTo>
                      <a:lnTo>
                        <a:pt x="12038" y="15788"/>
                      </a:lnTo>
                      <a:lnTo>
                        <a:pt x="11693" y="16777"/>
                      </a:lnTo>
                      <a:lnTo>
                        <a:pt x="11157" y="17682"/>
                      </a:lnTo>
                      <a:lnTo>
                        <a:pt x="10812" y="18086"/>
                      </a:lnTo>
                      <a:lnTo>
                        <a:pt x="10479" y="18432"/>
                      </a:lnTo>
                      <a:lnTo>
                        <a:pt x="9717" y="18979"/>
                      </a:lnTo>
                      <a:lnTo>
                        <a:pt x="8871" y="19348"/>
                      </a:lnTo>
                      <a:lnTo>
                        <a:pt x="7954" y="19527"/>
                      </a:lnTo>
                      <a:lnTo>
                        <a:pt x="7478" y="19539"/>
                      </a:lnTo>
                      <a:lnTo>
                        <a:pt x="7014" y="19527"/>
                      </a:lnTo>
                      <a:lnTo>
                        <a:pt x="6097" y="19337"/>
                      </a:lnTo>
                      <a:lnTo>
                        <a:pt x="5252" y="18967"/>
                      </a:lnTo>
                      <a:lnTo>
                        <a:pt x="4501" y="18420"/>
                      </a:lnTo>
                      <a:lnTo>
                        <a:pt x="4180" y="18086"/>
                      </a:lnTo>
                      <a:lnTo>
                        <a:pt x="3835" y="17682"/>
                      </a:lnTo>
                      <a:lnTo>
                        <a:pt x="3287" y="16777"/>
                      </a:lnTo>
                      <a:lnTo>
                        <a:pt x="2930" y="15788"/>
                      </a:lnTo>
                      <a:lnTo>
                        <a:pt x="2775" y="14753"/>
                      </a:lnTo>
                      <a:lnTo>
                        <a:pt x="2787" y="14217"/>
                      </a:lnTo>
                      <a:lnTo>
                        <a:pt x="2775" y="13681"/>
                      </a:lnTo>
                      <a:lnTo>
                        <a:pt x="2930" y="12645"/>
                      </a:lnTo>
                      <a:lnTo>
                        <a:pt x="3287" y="11657"/>
                      </a:lnTo>
                      <a:lnTo>
                        <a:pt x="3835" y="10752"/>
                      </a:lnTo>
                      <a:lnTo>
                        <a:pt x="4180" y="10347"/>
                      </a:lnTo>
                      <a:lnTo>
                        <a:pt x="4299" y="10216"/>
                      </a:lnTo>
                      <a:lnTo>
                        <a:pt x="4430" y="10097"/>
                      </a:lnTo>
                      <a:lnTo>
                        <a:pt x="4775" y="9787"/>
                      </a:lnTo>
                      <a:lnTo>
                        <a:pt x="5549" y="9323"/>
                      </a:lnTo>
                      <a:lnTo>
                        <a:pt x="6371" y="9025"/>
                      </a:lnTo>
                      <a:lnTo>
                        <a:pt x="7240" y="8894"/>
                      </a:lnTo>
                      <a:close/>
                      <a:moveTo>
                        <a:pt x="12074" y="0"/>
                      </a:moveTo>
                      <a:lnTo>
                        <a:pt x="12074" y="6823"/>
                      </a:lnTo>
                      <a:lnTo>
                        <a:pt x="12193" y="8871"/>
                      </a:lnTo>
                      <a:lnTo>
                        <a:pt x="12074" y="8871"/>
                      </a:lnTo>
                      <a:lnTo>
                        <a:pt x="11884" y="8585"/>
                      </a:lnTo>
                      <a:lnTo>
                        <a:pt x="11443" y="8061"/>
                      </a:lnTo>
                      <a:lnTo>
                        <a:pt x="10931" y="7609"/>
                      </a:lnTo>
                      <a:lnTo>
                        <a:pt x="10371" y="7216"/>
                      </a:lnTo>
                      <a:lnTo>
                        <a:pt x="10074" y="7061"/>
                      </a:lnTo>
                      <a:lnTo>
                        <a:pt x="9717" y="6882"/>
                      </a:lnTo>
                      <a:lnTo>
                        <a:pt x="8978" y="6596"/>
                      </a:lnTo>
                      <a:lnTo>
                        <a:pt x="8204" y="6418"/>
                      </a:lnTo>
                      <a:lnTo>
                        <a:pt x="7430" y="6323"/>
                      </a:lnTo>
                      <a:lnTo>
                        <a:pt x="7038" y="6323"/>
                      </a:lnTo>
                      <a:lnTo>
                        <a:pt x="6680" y="6335"/>
                      </a:lnTo>
                      <a:lnTo>
                        <a:pt x="5978" y="6406"/>
                      </a:lnTo>
                      <a:lnTo>
                        <a:pt x="5299" y="6561"/>
                      </a:lnTo>
                      <a:lnTo>
                        <a:pt x="4632" y="6775"/>
                      </a:lnTo>
                      <a:lnTo>
                        <a:pt x="4001" y="7061"/>
                      </a:lnTo>
                      <a:lnTo>
                        <a:pt x="3406" y="7418"/>
                      </a:lnTo>
                      <a:lnTo>
                        <a:pt x="2846" y="7835"/>
                      </a:lnTo>
                      <a:lnTo>
                        <a:pt x="2322" y="8323"/>
                      </a:lnTo>
                      <a:lnTo>
                        <a:pt x="2096" y="8585"/>
                      </a:lnTo>
                      <a:lnTo>
                        <a:pt x="1834" y="8883"/>
                      </a:lnTo>
                      <a:lnTo>
                        <a:pt x="1370" y="9502"/>
                      </a:lnTo>
                      <a:lnTo>
                        <a:pt x="977" y="10145"/>
                      </a:lnTo>
                      <a:lnTo>
                        <a:pt x="644" y="10835"/>
                      </a:lnTo>
                      <a:lnTo>
                        <a:pt x="370" y="11550"/>
                      </a:lnTo>
                      <a:lnTo>
                        <a:pt x="179" y="12288"/>
                      </a:lnTo>
                      <a:lnTo>
                        <a:pt x="48" y="13038"/>
                      </a:lnTo>
                      <a:lnTo>
                        <a:pt x="1" y="13812"/>
                      </a:lnTo>
                      <a:lnTo>
                        <a:pt x="13" y="14205"/>
                      </a:lnTo>
                      <a:lnTo>
                        <a:pt x="1" y="14586"/>
                      </a:lnTo>
                      <a:lnTo>
                        <a:pt x="48" y="15360"/>
                      </a:lnTo>
                      <a:lnTo>
                        <a:pt x="179" y="16110"/>
                      </a:lnTo>
                      <a:lnTo>
                        <a:pt x="370" y="16848"/>
                      </a:lnTo>
                      <a:lnTo>
                        <a:pt x="644" y="17562"/>
                      </a:lnTo>
                      <a:lnTo>
                        <a:pt x="977" y="18253"/>
                      </a:lnTo>
                      <a:lnTo>
                        <a:pt x="1370" y="18896"/>
                      </a:lnTo>
                      <a:lnTo>
                        <a:pt x="1834" y="19515"/>
                      </a:lnTo>
                      <a:lnTo>
                        <a:pt x="2096" y="19813"/>
                      </a:lnTo>
                      <a:lnTo>
                        <a:pt x="2322" y="20075"/>
                      </a:lnTo>
                      <a:lnTo>
                        <a:pt x="2834" y="20563"/>
                      </a:lnTo>
                      <a:lnTo>
                        <a:pt x="3394" y="20980"/>
                      </a:lnTo>
                      <a:lnTo>
                        <a:pt x="4001" y="21337"/>
                      </a:lnTo>
                      <a:lnTo>
                        <a:pt x="4632" y="21623"/>
                      </a:lnTo>
                      <a:lnTo>
                        <a:pt x="5287" y="21837"/>
                      </a:lnTo>
                      <a:lnTo>
                        <a:pt x="5978" y="21992"/>
                      </a:lnTo>
                      <a:lnTo>
                        <a:pt x="6680" y="22063"/>
                      </a:lnTo>
                      <a:lnTo>
                        <a:pt x="7038" y="22075"/>
                      </a:lnTo>
                      <a:lnTo>
                        <a:pt x="7430" y="22075"/>
                      </a:lnTo>
                      <a:lnTo>
                        <a:pt x="8204" y="21980"/>
                      </a:lnTo>
                      <a:lnTo>
                        <a:pt x="8978" y="21801"/>
                      </a:lnTo>
                      <a:lnTo>
                        <a:pt x="9717" y="21515"/>
                      </a:lnTo>
                      <a:lnTo>
                        <a:pt x="10074" y="21349"/>
                      </a:lnTo>
                      <a:lnTo>
                        <a:pt x="10371" y="21182"/>
                      </a:lnTo>
                      <a:lnTo>
                        <a:pt x="10931" y="20789"/>
                      </a:lnTo>
                      <a:lnTo>
                        <a:pt x="11443" y="20337"/>
                      </a:lnTo>
                      <a:lnTo>
                        <a:pt x="11884" y="19813"/>
                      </a:lnTo>
                      <a:lnTo>
                        <a:pt x="12074" y="19527"/>
                      </a:lnTo>
                      <a:lnTo>
                        <a:pt x="12193" y="19527"/>
                      </a:lnTo>
                      <a:lnTo>
                        <a:pt x="12193" y="21587"/>
                      </a:lnTo>
                      <a:lnTo>
                        <a:pt x="14848" y="21587"/>
                      </a:lnTo>
                      <a:lnTo>
                        <a:pt x="14848"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Title &amp; Body_1 col">
  <p:cSld name="CUSTOM_7_1_1_1_1_1_1_1_1_1_1_1_1_1_1_1_2_2_1">
    <p:bg>
      <p:bgPr>
        <a:solidFill>
          <a:srgbClr val="FFFFFF"/>
        </a:solidFill>
      </p:bgPr>
    </p:bg>
    <p:spTree>
      <p:nvGrpSpPr>
        <p:cNvPr id="737" name="Shape 737"/>
        <p:cNvGrpSpPr/>
        <p:nvPr/>
      </p:nvGrpSpPr>
      <p:grpSpPr>
        <a:xfrm>
          <a:off x="0" y="0"/>
          <a:ext cx="0" cy="0"/>
          <a:chOff x="0" y="0"/>
          <a:chExt cx="0" cy="0"/>
        </a:xfrm>
      </p:grpSpPr>
      <p:sp>
        <p:nvSpPr>
          <p:cNvPr id="738" name="Google Shape;738;p165"/>
          <p:cNvSpPr txBox="1"/>
          <p:nvPr/>
        </p:nvSpPr>
        <p:spPr>
          <a:xfrm>
            <a:off x="455317" y="4875830"/>
            <a:ext cx="1300200" cy="79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Google Cloud Next ‘24</a:t>
            </a:r>
            <a:endParaRPr b="0" i="0" sz="600" u="none" cap="none" strike="noStrike">
              <a:solidFill>
                <a:schemeClr val="dk1"/>
              </a:solidFill>
              <a:latin typeface="Arial"/>
              <a:ea typeface="Arial"/>
              <a:cs typeface="Arial"/>
              <a:sym typeface="Arial"/>
            </a:endParaRPr>
          </a:p>
        </p:txBody>
      </p:sp>
      <p:sp>
        <p:nvSpPr>
          <p:cNvPr id="739" name="Google Shape;739;p165"/>
          <p:cNvSpPr txBox="1"/>
          <p:nvPr/>
        </p:nvSpPr>
        <p:spPr>
          <a:xfrm>
            <a:off x="3921900" y="4858875"/>
            <a:ext cx="1300200" cy="909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Proprietary</a:t>
            </a:r>
            <a:endParaRPr b="0" i="0" sz="600" u="none" cap="none" strike="noStrike">
              <a:solidFill>
                <a:schemeClr val="dk1"/>
              </a:solidFill>
              <a:latin typeface="Arial"/>
              <a:ea typeface="Arial"/>
              <a:cs typeface="Arial"/>
              <a:sym typeface="Arial"/>
            </a:endParaRPr>
          </a:p>
        </p:txBody>
      </p:sp>
      <p:sp>
        <p:nvSpPr>
          <p:cNvPr id="740" name="Google Shape;740;p165"/>
          <p:cNvSpPr txBox="1"/>
          <p:nvPr>
            <p:ph type="title"/>
          </p:nvPr>
        </p:nvSpPr>
        <p:spPr>
          <a:xfrm>
            <a:off x="419100" y="411825"/>
            <a:ext cx="7648500" cy="6084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4400"/>
              <a:buFont typeface="Arial"/>
              <a:buNone/>
              <a:defRPr sz="4400"/>
            </a:lvl1pPr>
            <a:lvl2pPr lvl="1" algn="ctr">
              <a:lnSpc>
                <a:spcPct val="85000"/>
              </a:lnSpc>
              <a:spcBef>
                <a:spcPts val="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
        <p:nvSpPr>
          <p:cNvPr id="741" name="Google Shape;741;p165"/>
          <p:cNvSpPr txBox="1"/>
          <p:nvPr>
            <p:ph idx="1" type="body"/>
          </p:nvPr>
        </p:nvSpPr>
        <p:spPr>
          <a:xfrm>
            <a:off x="457175" y="1536250"/>
            <a:ext cx="4077000" cy="1391400"/>
          </a:xfrm>
          <a:prstGeom prst="rect">
            <a:avLst/>
          </a:prstGeom>
          <a:noFill/>
          <a:ln>
            <a:noFill/>
          </a:ln>
        </p:spPr>
        <p:txBody>
          <a:bodyPr anchorCtr="0" anchor="ctr"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 2">
  <p:cSld name="CUSTOM_4_2_1">
    <p:spTree>
      <p:nvGrpSpPr>
        <p:cNvPr id="742" name="Shape 742"/>
        <p:cNvGrpSpPr/>
        <p:nvPr/>
      </p:nvGrpSpPr>
      <p:grpSpPr>
        <a:xfrm>
          <a:off x="0" y="0"/>
          <a:ext cx="0" cy="0"/>
          <a:chOff x="0" y="0"/>
          <a:chExt cx="0" cy="0"/>
        </a:xfrm>
      </p:grpSpPr>
      <p:pic>
        <p:nvPicPr>
          <p:cNvPr id="743" name="Google Shape;743;p166"/>
          <p:cNvPicPr preferRelativeResize="0"/>
          <p:nvPr/>
        </p:nvPicPr>
        <p:blipFill rotWithShape="1">
          <a:blip r:embed="rId2">
            <a:alphaModFix/>
          </a:blip>
          <a:srcRect b="14864" l="0" r="5820" t="0"/>
          <a:stretch/>
        </p:blipFill>
        <p:spPr>
          <a:xfrm>
            <a:off x="7234900" y="2757001"/>
            <a:ext cx="1909102" cy="2386499"/>
          </a:xfrm>
          <a:prstGeom prst="rect">
            <a:avLst/>
          </a:prstGeom>
          <a:noFill/>
          <a:ln>
            <a:noFill/>
          </a:ln>
        </p:spPr>
      </p:pic>
      <p:sp>
        <p:nvSpPr>
          <p:cNvPr id="744" name="Google Shape;744;p166"/>
          <p:cNvSpPr txBox="1"/>
          <p:nvPr/>
        </p:nvSpPr>
        <p:spPr>
          <a:xfrm>
            <a:off x="7404935" y="4875830"/>
            <a:ext cx="1300200" cy="79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0</a:t>
            </a:r>
            <a:fld id="{00000000-1234-1234-1234-123412341234}" type="slidenum">
              <a:rPr b="0" i="0" lang="en"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sp>
        <p:nvSpPr>
          <p:cNvPr id="745" name="Google Shape;745;p166"/>
          <p:cNvSpPr txBox="1"/>
          <p:nvPr/>
        </p:nvSpPr>
        <p:spPr>
          <a:xfrm>
            <a:off x="455317" y="4875830"/>
            <a:ext cx="1300200" cy="79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Google Cloud Next ‘24</a:t>
            </a:r>
            <a:endParaRPr b="0" i="0" sz="600" u="none" cap="none" strike="noStrike">
              <a:solidFill>
                <a:schemeClr val="dk1"/>
              </a:solidFill>
              <a:latin typeface="Arial"/>
              <a:ea typeface="Arial"/>
              <a:cs typeface="Arial"/>
              <a:sym typeface="Arial"/>
            </a:endParaRPr>
          </a:p>
        </p:txBody>
      </p:sp>
      <p:pic>
        <p:nvPicPr>
          <p:cNvPr id="746" name="Google Shape;746;p166"/>
          <p:cNvPicPr preferRelativeResize="0"/>
          <p:nvPr/>
        </p:nvPicPr>
        <p:blipFill rotWithShape="1">
          <a:blip r:embed="rId3">
            <a:alphaModFix/>
          </a:blip>
          <a:srcRect b="0" l="0" r="0" t="50840"/>
          <a:stretch/>
        </p:blipFill>
        <p:spPr>
          <a:xfrm flipH="1">
            <a:off x="2731749" y="-6957"/>
            <a:ext cx="2480951" cy="1320223"/>
          </a:xfrm>
          <a:prstGeom prst="rect">
            <a:avLst/>
          </a:prstGeom>
          <a:noFill/>
          <a:ln>
            <a:noFill/>
          </a:ln>
        </p:spPr>
      </p:pic>
      <p:sp>
        <p:nvSpPr>
          <p:cNvPr id="747" name="Google Shape;747;p166"/>
          <p:cNvSpPr txBox="1"/>
          <p:nvPr/>
        </p:nvSpPr>
        <p:spPr>
          <a:xfrm>
            <a:off x="3921900" y="4858875"/>
            <a:ext cx="1300200" cy="909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Proprietary</a:t>
            </a:r>
            <a:endParaRPr b="0" i="0" sz="600" u="none" cap="none" strike="noStrike">
              <a:solidFill>
                <a:schemeClr val="dk1"/>
              </a:solidFill>
              <a:latin typeface="Arial"/>
              <a:ea typeface="Arial"/>
              <a:cs typeface="Arial"/>
              <a:sym typeface="Arial"/>
            </a:endParaRPr>
          </a:p>
        </p:txBody>
      </p:sp>
      <p:sp>
        <p:nvSpPr>
          <p:cNvPr id="748" name="Google Shape;748;p166"/>
          <p:cNvSpPr txBox="1"/>
          <p:nvPr>
            <p:ph type="title"/>
          </p:nvPr>
        </p:nvSpPr>
        <p:spPr>
          <a:xfrm>
            <a:off x="451088" y="3298850"/>
            <a:ext cx="2568900" cy="93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800"/>
              <a:buFont typeface="Arial"/>
              <a:buNone/>
              <a:defRPr sz="1800"/>
            </a:lvl1pPr>
            <a:lvl2pPr lvl="1" algn="ctr">
              <a:lnSpc>
                <a:spcPct val="115000"/>
              </a:lnSpc>
              <a:spcBef>
                <a:spcPts val="300"/>
              </a:spcBef>
              <a:spcAft>
                <a:spcPts val="0"/>
              </a:spcAft>
              <a:buSzPts val="2300"/>
              <a:buFont typeface="Arial"/>
              <a:buNone/>
              <a:defRPr sz="2300"/>
            </a:lvl2pPr>
            <a:lvl3pPr lvl="2" algn="ctr">
              <a:lnSpc>
                <a:spcPct val="115000"/>
              </a:lnSpc>
              <a:spcBef>
                <a:spcPts val="300"/>
              </a:spcBef>
              <a:spcAft>
                <a:spcPts val="0"/>
              </a:spcAft>
              <a:buSzPts val="2300"/>
              <a:buFont typeface="Arial"/>
              <a:buNone/>
              <a:defRPr sz="2300"/>
            </a:lvl3pPr>
            <a:lvl4pPr lvl="3" algn="ctr">
              <a:lnSpc>
                <a:spcPct val="115000"/>
              </a:lnSpc>
              <a:spcBef>
                <a:spcPts val="300"/>
              </a:spcBef>
              <a:spcAft>
                <a:spcPts val="0"/>
              </a:spcAft>
              <a:buSzPts val="2300"/>
              <a:buFont typeface="Arial"/>
              <a:buNone/>
              <a:defRPr sz="2300"/>
            </a:lvl4pPr>
            <a:lvl5pPr lvl="4" algn="ctr">
              <a:lnSpc>
                <a:spcPct val="115000"/>
              </a:lnSpc>
              <a:spcBef>
                <a:spcPts val="300"/>
              </a:spcBef>
              <a:spcAft>
                <a:spcPts val="0"/>
              </a:spcAft>
              <a:buSzPts val="2300"/>
              <a:buFont typeface="Arial"/>
              <a:buNone/>
              <a:defRPr sz="2300"/>
            </a:lvl5pPr>
            <a:lvl6pPr lvl="5" algn="ctr">
              <a:lnSpc>
                <a:spcPct val="115000"/>
              </a:lnSpc>
              <a:spcBef>
                <a:spcPts val="300"/>
              </a:spcBef>
              <a:spcAft>
                <a:spcPts val="0"/>
              </a:spcAft>
              <a:buSzPts val="2300"/>
              <a:buFont typeface="Arial"/>
              <a:buNone/>
              <a:defRPr sz="2300"/>
            </a:lvl6pPr>
            <a:lvl7pPr lvl="6" algn="ctr">
              <a:lnSpc>
                <a:spcPct val="115000"/>
              </a:lnSpc>
              <a:spcBef>
                <a:spcPts val="300"/>
              </a:spcBef>
              <a:spcAft>
                <a:spcPts val="0"/>
              </a:spcAft>
              <a:buSzPts val="2300"/>
              <a:buFont typeface="Arial"/>
              <a:buNone/>
              <a:defRPr sz="2300"/>
            </a:lvl7pPr>
            <a:lvl8pPr lvl="7" algn="ctr">
              <a:lnSpc>
                <a:spcPct val="115000"/>
              </a:lnSpc>
              <a:spcBef>
                <a:spcPts val="300"/>
              </a:spcBef>
              <a:spcAft>
                <a:spcPts val="0"/>
              </a:spcAft>
              <a:buSzPts val="2300"/>
              <a:buFont typeface="Arial"/>
              <a:buNone/>
              <a:defRPr sz="2300"/>
            </a:lvl8pPr>
            <a:lvl9pPr lvl="8" algn="ctr">
              <a:lnSpc>
                <a:spcPct val="115000"/>
              </a:lnSpc>
              <a:spcBef>
                <a:spcPts val="300"/>
              </a:spcBef>
              <a:spcAft>
                <a:spcPts val="300"/>
              </a:spcAft>
              <a:buSzPts val="2300"/>
              <a:buFont typeface="Arial"/>
              <a:buNone/>
              <a:defRPr sz="2300"/>
            </a:lvl9pPr>
          </a:lstStyle>
          <a:p/>
        </p:txBody>
      </p:sp>
      <p:sp>
        <p:nvSpPr>
          <p:cNvPr id="749" name="Google Shape;749;p166"/>
          <p:cNvSpPr txBox="1"/>
          <p:nvPr>
            <p:ph idx="2" type="title"/>
          </p:nvPr>
        </p:nvSpPr>
        <p:spPr>
          <a:xfrm>
            <a:off x="443713" y="771525"/>
            <a:ext cx="2652000" cy="2343300"/>
          </a:xfrm>
          <a:prstGeom prst="rect">
            <a:avLst/>
          </a:prstGeom>
          <a:noFill/>
          <a:ln>
            <a:noFill/>
          </a:ln>
        </p:spPr>
        <p:txBody>
          <a:bodyPr anchorCtr="0" anchor="b" bIns="91425" lIns="91425" spcFirstLastPara="1" rIns="91425" wrap="square" tIns="91425">
            <a:noAutofit/>
          </a:bodyPr>
          <a:lstStyle>
            <a:lvl1pPr lvl="0" algn="l">
              <a:lnSpc>
                <a:spcPct val="85000"/>
              </a:lnSpc>
              <a:spcBef>
                <a:spcPts val="0"/>
              </a:spcBef>
              <a:spcAft>
                <a:spcPts val="0"/>
              </a:spcAft>
              <a:buSzPts val="4400"/>
              <a:buFont typeface="Arial"/>
              <a:buNone/>
              <a:defRPr sz="4400"/>
            </a:lvl1pPr>
            <a:lvl2pPr lvl="1" algn="ctr">
              <a:lnSpc>
                <a:spcPct val="85000"/>
              </a:lnSpc>
              <a:spcBef>
                <a:spcPts val="0"/>
              </a:spcBef>
              <a:spcAft>
                <a:spcPts val="0"/>
              </a:spcAft>
              <a:buSzPts val="4400"/>
              <a:buFont typeface="Arial"/>
              <a:buNone/>
              <a:defRPr sz="4400"/>
            </a:lvl2pPr>
            <a:lvl3pPr lvl="2" algn="ctr">
              <a:lnSpc>
                <a:spcPct val="85000"/>
              </a:lnSpc>
              <a:spcBef>
                <a:spcPts val="0"/>
              </a:spcBef>
              <a:spcAft>
                <a:spcPts val="0"/>
              </a:spcAft>
              <a:buSzPts val="4400"/>
              <a:buFont typeface="Arial"/>
              <a:buNone/>
              <a:defRPr sz="4400"/>
            </a:lvl3pPr>
            <a:lvl4pPr lvl="3" algn="ctr">
              <a:lnSpc>
                <a:spcPct val="85000"/>
              </a:lnSpc>
              <a:spcBef>
                <a:spcPts val="0"/>
              </a:spcBef>
              <a:spcAft>
                <a:spcPts val="0"/>
              </a:spcAft>
              <a:buSzPts val="4400"/>
              <a:buFont typeface="Arial"/>
              <a:buNone/>
              <a:defRPr sz="4400"/>
            </a:lvl4pPr>
            <a:lvl5pPr lvl="4" algn="ctr">
              <a:lnSpc>
                <a:spcPct val="85000"/>
              </a:lnSpc>
              <a:spcBef>
                <a:spcPts val="0"/>
              </a:spcBef>
              <a:spcAft>
                <a:spcPts val="0"/>
              </a:spcAft>
              <a:buSzPts val="4400"/>
              <a:buFont typeface="Arial"/>
              <a:buNone/>
              <a:defRPr sz="4400"/>
            </a:lvl5pPr>
            <a:lvl6pPr lvl="5" algn="ctr">
              <a:lnSpc>
                <a:spcPct val="85000"/>
              </a:lnSpc>
              <a:spcBef>
                <a:spcPts val="0"/>
              </a:spcBef>
              <a:spcAft>
                <a:spcPts val="0"/>
              </a:spcAft>
              <a:buSzPts val="4400"/>
              <a:buFont typeface="Arial"/>
              <a:buNone/>
              <a:defRPr sz="4400"/>
            </a:lvl6pPr>
            <a:lvl7pPr lvl="6" algn="ctr">
              <a:lnSpc>
                <a:spcPct val="85000"/>
              </a:lnSpc>
              <a:spcBef>
                <a:spcPts val="0"/>
              </a:spcBef>
              <a:spcAft>
                <a:spcPts val="0"/>
              </a:spcAft>
              <a:buSzPts val="4400"/>
              <a:buFont typeface="Arial"/>
              <a:buNone/>
              <a:defRPr sz="4400"/>
            </a:lvl7pPr>
            <a:lvl8pPr lvl="7" algn="ctr">
              <a:lnSpc>
                <a:spcPct val="85000"/>
              </a:lnSpc>
              <a:spcBef>
                <a:spcPts val="0"/>
              </a:spcBef>
              <a:spcAft>
                <a:spcPts val="0"/>
              </a:spcAft>
              <a:buSzPts val="4400"/>
              <a:buFont typeface="Arial"/>
              <a:buNone/>
              <a:defRPr sz="4400"/>
            </a:lvl8pPr>
            <a:lvl9pPr lvl="8" algn="ctr">
              <a:lnSpc>
                <a:spcPct val="85000"/>
              </a:lnSpc>
              <a:spcBef>
                <a:spcPts val="0"/>
              </a:spcBef>
              <a:spcAft>
                <a:spcPts val="0"/>
              </a:spcAft>
              <a:buSzPts val="4400"/>
              <a:buFont typeface="Arial"/>
              <a:buNone/>
              <a:defRPr sz="4400"/>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Title &amp; Body_2 Col 1 1">
  <p:cSld name="CUSTOM_7_1_1_1_1_1_1_1_1_1_1_1_1_1_1_1_3_1">
    <p:bg>
      <p:bgPr>
        <a:solidFill>
          <a:srgbClr val="FFFFFF"/>
        </a:solidFill>
      </p:bgPr>
    </p:bg>
    <p:spTree>
      <p:nvGrpSpPr>
        <p:cNvPr id="750" name="Shape 750"/>
        <p:cNvGrpSpPr/>
        <p:nvPr/>
      </p:nvGrpSpPr>
      <p:grpSpPr>
        <a:xfrm>
          <a:off x="0" y="0"/>
          <a:ext cx="0" cy="0"/>
          <a:chOff x="0" y="0"/>
          <a:chExt cx="0" cy="0"/>
        </a:xfrm>
      </p:grpSpPr>
      <p:sp>
        <p:nvSpPr>
          <p:cNvPr id="751" name="Google Shape;751;p167"/>
          <p:cNvSpPr txBox="1"/>
          <p:nvPr/>
        </p:nvSpPr>
        <p:spPr>
          <a:xfrm>
            <a:off x="7404935" y="4875830"/>
            <a:ext cx="1300200" cy="79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0</a:t>
            </a:r>
            <a:fld id="{00000000-1234-1234-1234-123412341234}" type="slidenum">
              <a:rPr b="0" i="0" lang="en"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sp>
        <p:nvSpPr>
          <p:cNvPr id="752" name="Google Shape;752;p167"/>
          <p:cNvSpPr txBox="1"/>
          <p:nvPr/>
        </p:nvSpPr>
        <p:spPr>
          <a:xfrm>
            <a:off x="455317" y="4875830"/>
            <a:ext cx="1300200" cy="79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Google Cloud Next ‘24</a:t>
            </a:r>
            <a:endParaRPr b="0" i="0" sz="600" u="none" cap="none" strike="noStrike">
              <a:solidFill>
                <a:schemeClr val="dk1"/>
              </a:solidFill>
              <a:latin typeface="Arial"/>
              <a:ea typeface="Arial"/>
              <a:cs typeface="Arial"/>
              <a:sym typeface="Arial"/>
            </a:endParaRPr>
          </a:p>
        </p:txBody>
      </p:sp>
      <p:sp>
        <p:nvSpPr>
          <p:cNvPr id="753" name="Google Shape;753;p167"/>
          <p:cNvSpPr txBox="1"/>
          <p:nvPr/>
        </p:nvSpPr>
        <p:spPr>
          <a:xfrm>
            <a:off x="3921900" y="4858875"/>
            <a:ext cx="1300200" cy="909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Proprietary</a:t>
            </a:r>
            <a:endParaRPr b="0" i="0" sz="600" u="none" cap="none" strike="noStrike">
              <a:solidFill>
                <a:schemeClr val="dk1"/>
              </a:solidFill>
              <a:latin typeface="Arial"/>
              <a:ea typeface="Arial"/>
              <a:cs typeface="Arial"/>
              <a:sym typeface="Arial"/>
            </a:endParaRPr>
          </a:p>
        </p:txBody>
      </p:sp>
      <p:sp>
        <p:nvSpPr>
          <p:cNvPr id="754" name="Google Shape;754;p167"/>
          <p:cNvSpPr txBox="1"/>
          <p:nvPr>
            <p:ph type="title"/>
          </p:nvPr>
        </p:nvSpPr>
        <p:spPr>
          <a:xfrm>
            <a:off x="419100" y="411825"/>
            <a:ext cx="7648500" cy="6084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4400"/>
              <a:buFont typeface="Arial"/>
              <a:buNone/>
              <a:defRPr sz="4400"/>
            </a:lvl1pPr>
            <a:lvl2pPr lvl="1" algn="ctr">
              <a:lnSpc>
                <a:spcPct val="85000"/>
              </a:lnSpc>
              <a:spcBef>
                <a:spcPts val="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Title &amp; Body_2 Col 1 1 1">
  <p:cSld name="CUSTOM_7_1_1_1_1_1_1_1_1_1_1_1_1_1_1_1_3_1_1">
    <p:bg>
      <p:bgPr>
        <a:solidFill>
          <a:srgbClr val="FFFFFF"/>
        </a:solidFill>
      </p:bgPr>
    </p:bg>
    <p:spTree>
      <p:nvGrpSpPr>
        <p:cNvPr id="755" name="Shape 755"/>
        <p:cNvGrpSpPr/>
        <p:nvPr/>
      </p:nvGrpSpPr>
      <p:grpSpPr>
        <a:xfrm>
          <a:off x="0" y="0"/>
          <a:ext cx="0" cy="0"/>
          <a:chOff x="0" y="0"/>
          <a:chExt cx="0" cy="0"/>
        </a:xfrm>
      </p:grpSpPr>
      <p:sp>
        <p:nvSpPr>
          <p:cNvPr id="756" name="Google Shape;756;p168"/>
          <p:cNvSpPr txBox="1"/>
          <p:nvPr>
            <p:ph type="title"/>
          </p:nvPr>
        </p:nvSpPr>
        <p:spPr>
          <a:xfrm>
            <a:off x="419100" y="411825"/>
            <a:ext cx="7648500" cy="6084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4400"/>
              <a:buFont typeface="Arial"/>
              <a:buNone/>
              <a:defRPr sz="4400"/>
            </a:lvl1pPr>
            <a:lvl2pPr lvl="1" algn="ctr">
              <a:lnSpc>
                <a:spcPct val="85000"/>
              </a:lnSpc>
              <a:spcBef>
                <a:spcPts val="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Title &amp; Body_1 Col 1 1">
  <p:cSld name="CUSTOM_7_1_1_1_1_1_1_1_1_1_1_1_1_1_1_1_2_1">
    <p:bg>
      <p:bgPr>
        <a:solidFill>
          <a:srgbClr val="FFFFFF"/>
        </a:solidFill>
      </p:bgPr>
    </p:bg>
    <p:spTree>
      <p:nvGrpSpPr>
        <p:cNvPr id="757" name="Shape 757"/>
        <p:cNvGrpSpPr/>
        <p:nvPr/>
      </p:nvGrpSpPr>
      <p:grpSpPr>
        <a:xfrm>
          <a:off x="0" y="0"/>
          <a:ext cx="0" cy="0"/>
          <a:chOff x="0" y="0"/>
          <a:chExt cx="0" cy="0"/>
        </a:xfrm>
      </p:grpSpPr>
      <p:sp>
        <p:nvSpPr>
          <p:cNvPr id="758" name="Google Shape;758;p169"/>
          <p:cNvSpPr txBox="1"/>
          <p:nvPr>
            <p:ph type="title"/>
          </p:nvPr>
        </p:nvSpPr>
        <p:spPr>
          <a:xfrm>
            <a:off x="457050" y="640075"/>
            <a:ext cx="8229900" cy="3573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1100"/>
              <a:buNone/>
              <a:defRPr/>
            </a:lvl1pPr>
            <a:lvl2pPr lvl="1" algn="ctr">
              <a:lnSpc>
                <a:spcPct val="90000"/>
              </a:lnSpc>
              <a:spcBef>
                <a:spcPts val="0"/>
              </a:spcBef>
              <a:spcAft>
                <a:spcPts val="0"/>
              </a:spcAft>
              <a:buSzPts val="3000"/>
              <a:buNone/>
              <a:defRPr sz="3000">
                <a:latin typeface="Arial"/>
                <a:ea typeface="Arial"/>
                <a:cs typeface="Arial"/>
                <a:sym typeface="Arial"/>
              </a:defRPr>
            </a:lvl2pPr>
            <a:lvl3pPr lvl="2" algn="ctr">
              <a:lnSpc>
                <a:spcPct val="90000"/>
              </a:lnSpc>
              <a:spcBef>
                <a:spcPts val="0"/>
              </a:spcBef>
              <a:spcAft>
                <a:spcPts val="0"/>
              </a:spcAft>
              <a:buSzPts val="3000"/>
              <a:buNone/>
              <a:defRPr sz="3000">
                <a:latin typeface="Arial"/>
                <a:ea typeface="Arial"/>
                <a:cs typeface="Arial"/>
                <a:sym typeface="Arial"/>
              </a:defRPr>
            </a:lvl3pPr>
            <a:lvl4pPr lvl="3" algn="ctr">
              <a:lnSpc>
                <a:spcPct val="90000"/>
              </a:lnSpc>
              <a:spcBef>
                <a:spcPts val="0"/>
              </a:spcBef>
              <a:spcAft>
                <a:spcPts val="0"/>
              </a:spcAft>
              <a:buSzPts val="3000"/>
              <a:buNone/>
              <a:defRPr sz="3000">
                <a:latin typeface="Arial"/>
                <a:ea typeface="Arial"/>
                <a:cs typeface="Arial"/>
                <a:sym typeface="Arial"/>
              </a:defRPr>
            </a:lvl4pPr>
            <a:lvl5pPr lvl="4" algn="ctr">
              <a:lnSpc>
                <a:spcPct val="90000"/>
              </a:lnSpc>
              <a:spcBef>
                <a:spcPts val="0"/>
              </a:spcBef>
              <a:spcAft>
                <a:spcPts val="0"/>
              </a:spcAft>
              <a:buSzPts val="3000"/>
              <a:buNone/>
              <a:defRPr sz="3000">
                <a:latin typeface="Arial"/>
                <a:ea typeface="Arial"/>
                <a:cs typeface="Arial"/>
                <a:sym typeface="Arial"/>
              </a:defRPr>
            </a:lvl5pPr>
            <a:lvl6pPr lvl="5" algn="ctr">
              <a:lnSpc>
                <a:spcPct val="90000"/>
              </a:lnSpc>
              <a:spcBef>
                <a:spcPts val="0"/>
              </a:spcBef>
              <a:spcAft>
                <a:spcPts val="0"/>
              </a:spcAft>
              <a:buSzPts val="3000"/>
              <a:buNone/>
              <a:defRPr sz="3000">
                <a:latin typeface="Arial"/>
                <a:ea typeface="Arial"/>
                <a:cs typeface="Arial"/>
                <a:sym typeface="Arial"/>
              </a:defRPr>
            </a:lvl6pPr>
            <a:lvl7pPr lvl="6" algn="ctr">
              <a:lnSpc>
                <a:spcPct val="90000"/>
              </a:lnSpc>
              <a:spcBef>
                <a:spcPts val="0"/>
              </a:spcBef>
              <a:spcAft>
                <a:spcPts val="0"/>
              </a:spcAft>
              <a:buSzPts val="3000"/>
              <a:buNone/>
              <a:defRPr sz="3000">
                <a:latin typeface="Arial"/>
                <a:ea typeface="Arial"/>
                <a:cs typeface="Arial"/>
                <a:sym typeface="Arial"/>
              </a:defRPr>
            </a:lvl7pPr>
            <a:lvl8pPr lvl="7" algn="ctr">
              <a:lnSpc>
                <a:spcPct val="90000"/>
              </a:lnSpc>
              <a:spcBef>
                <a:spcPts val="0"/>
              </a:spcBef>
              <a:spcAft>
                <a:spcPts val="0"/>
              </a:spcAft>
              <a:buSzPts val="3000"/>
              <a:buNone/>
              <a:defRPr sz="3000">
                <a:latin typeface="Arial"/>
                <a:ea typeface="Arial"/>
                <a:cs typeface="Arial"/>
                <a:sym typeface="Arial"/>
              </a:defRPr>
            </a:lvl8pPr>
            <a:lvl9pPr lvl="8" algn="ctr">
              <a:lnSpc>
                <a:spcPct val="90000"/>
              </a:lnSpc>
              <a:spcBef>
                <a:spcPts val="0"/>
              </a:spcBef>
              <a:spcAft>
                <a:spcPts val="0"/>
              </a:spcAft>
              <a:buSzPts val="3000"/>
              <a:buNone/>
              <a:defRPr sz="3000">
                <a:latin typeface="Arial"/>
                <a:ea typeface="Arial"/>
                <a:cs typeface="Arial"/>
                <a:sym typeface="Arial"/>
              </a:defRPr>
            </a:lvl9pPr>
          </a:lstStyle>
          <a:p/>
        </p:txBody>
      </p:sp>
      <p:sp>
        <p:nvSpPr>
          <p:cNvPr id="759" name="Google Shape;759;p169"/>
          <p:cNvSpPr txBox="1"/>
          <p:nvPr/>
        </p:nvSpPr>
        <p:spPr>
          <a:xfrm>
            <a:off x="457200" y="4800600"/>
            <a:ext cx="2625000" cy="14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Arial"/>
                <a:ea typeface="Arial"/>
                <a:cs typeface="Arial"/>
                <a:sym typeface="Arial"/>
              </a:rPr>
              <a:t>Google Cloud</a:t>
            </a:r>
            <a:endParaRPr b="0" i="0" sz="800" u="none" cap="none" strike="noStrike">
              <a:solidFill>
                <a:schemeClr val="dk1"/>
              </a:solidFill>
              <a:latin typeface="Arial"/>
              <a:ea typeface="Arial"/>
              <a:cs typeface="Arial"/>
              <a:sym typeface="Arial"/>
            </a:endParaRPr>
          </a:p>
        </p:txBody>
      </p:sp>
      <p:sp>
        <p:nvSpPr>
          <p:cNvPr id="760" name="Google Shape;760;p169"/>
          <p:cNvSpPr txBox="1"/>
          <p:nvPr/>
        </p:nvSpPr>
        <p:spPr>
          <a:xfrm>
            <a:off x="5643924" y="4800600"/>
            <a:ext cx="3042900" cy="1410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Arial"/>
                <a:ea typeface="Arial"/>
                <a:cs typeface="Arial"/>
                <a:sym typeface="Arial"/>
              </a:rPr>
              <a:t>Proprietary &amp; Confidential</a:t>
            </a:r>
            <a:endParaRPr b="0" i="0" sz="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Title &amp; Body_1 Col 1 2">
  <p:cSld name="CUSTOM_7_1_1_1_1_1_1_1_1_1_1_1_1_1_1_1_2_2">
    <p:bg>
      <p:bgPr>
        <a:solidFill>
          <a:srgbClr val="FFFFFF"/>
        </a:solidFill>
      </p:bgPr>
    </p:bg>
    <p:spTree>
      <p:nvGrpSpPr>
        <p:cNvPr id="761" name="Shape 761"/>
        <p:cNvGrpSpPr/>
        <p:nvPr/>
      </p:nvGrpSpPr>
      <p:grpSpPr>
        <a:xfrm>
          <a:off x="0" y="0"/>
          <a:ext cx="0" cy="0"/>
          <a:chOff x="0" y="0"/>
          <a:chExt cx="0" cy="0"/>
        </a:xfrm>
      </p:grpSpPr>
      <p:sp>
        <p:nvSpPr>
          <p:cNvPr id="762" name="Google Shape;762;p170"/>
          <p:cNvSpPr txBox="1"/>
          <p:nvPr>
            <p:ph type="title"/>
          </p:nvPr>
        </p:nvSpPr>
        <p:spPr>
          <a:xfrm>
            <a:off x="457050" y="640075"/>
            <a:ext cx="8229900" cy="3573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1100"/>
              <a:buNone/>
              <a:defRPr/>
            </a:lvl1pPr>
            <a:lvl2pPr lvl="1" algn="ctr">
              <a:lnSpc>
                <a:spcPct val="90000"/>
              </a:lnSpc>
              <a:spcBef>
                <a:spcPts val="0"/>
              </a:spcBef>
              <a:spcAft>
                <a:spcPts val="0"/>
              </a:spcAft>
              <a:buSzPts val="3000"/>
              <a:buNone/>
              <a:defRPr sz="3000">
                <a:latin typeface="Arial"/>
                <a:ea typeface="Arial"/>
                <a:cs typeface="Arial"/>
                <a:sym typeface="Arial"/>
              </a:defRPr>
            </a:lvl2pPr>
            <a:lvl3pPr lvl="2" algn="ctr">
              <a:lnSpc>
                <a:spcPct val="90000"/>
              </a:lnSpc>
              <a:spcBef>
                <a:spcPts val="0"/>
              </a:spcBef>
              <a:spcAft>
                <a:spcPts val="0"/>
              </a:spcAft>
              <a:buSzPts val="3000"/>
              <a:buNone/>
              <a:defRPr sz="3000">
                <a:latin typeface="Arial"/>
                <a:ea typeface="Arial"/>
                <a:cs typeface="Arial"/>
                <a:sym typeface="Arial"/>
              </a:defRPr>
            </a:lvl3pPr>
            <a:lvl4pPr lvl="3" algn="ctr">
              <a:lnSpc>
                <a:spcPct val="90000"/>
              </a:lnSpc>
              <a:spcBef>
                <a:spcPts val="0"/>
              </a:spcBef>
              <a:spcAft>
                <a:spcPts val="0"/>
              </a:spcAft>
              <a:buSzPts val="3000"/>
              <a:buNone/>
              <a:defRPr sz="3000">
                <a:latin typeface="Arial"/>
                <a:ea typeface="Arial"/>
                <a:cs typeface="Arial"/>
                <a:sym typeface="Arial"/>
              </a:defRPr>
            </a:lvl4pPr>
            <a:lvl5pPr lvl="4" algn="ctr">
              <a:lnSpc>
                <a:spcPct val="90000"/>
              </a:lnSpc>
              <a:spcBef>
                <a:spcPts val="0"/>
              </a:spcBef>
              <a:spcAft>
                <a:spcPts val="0"/>
              </a:spcAft>
              <a:buSzPts val="3000"/>
              <a:buNone/>
              <a:defRPr sz="3000">
                <a:latin typeface="Arial"/>
                <a:ea typeface="Arial"/>
                <a:cs typeface="Arial"/>
                <a:sym typeface="Arial"/>
              </a:defRPr>
            </a:lvl5pPr>
            <a:lvl6pPr lvl="5" algn="ctr">
              <a:lnSpc>
                <a:spcPct val="90000"/>
              </a:lnSpc>
              <a:spcBef>
                <a:spcPts val="0"/>
              </a:spcBef>
              <a:spcAft>
                <a:spcPts val="0"/>
              </a:spcAft>
              <a:buSzPts val="3000"/>
              <a:buNone/>
              <a:defRPr sz="3000">
                <a:latin typeface="Arial"/>
                <a:ea typeface="Arial"/>
                <a:cs typeface="Arial"/>
                <a:sym typeface="Arial"/>
              </a:defRPr>
            </a:lvl6pPr>
            <a:lvl7pPr lvl="6" algn="ctr">
              <a:lnSpc>
                <a:spcPct val="90000"/>
              </a:lnSpc>
              <a:spcBef>
                <a:spcPts val="0"/>
              </a:spcBef>
              <a:spcAft>
                <a:spcPts val="0"/>
              </a:spcAft>
              <a:buSzPts val="3000"/>
              <a:buNone/>
              <a:defRPr sz="3000">
                <a:latin typeface="Arial"/>
                <a:ea typeface="Arial"/>
                <a:cs typeface="Arial"/>
                <a:sym typeface="Arial"/>
              </a:defRPr>
            </a:lvl7pPr>
            <a:lvl8pPr lvl="7" algn="ctr">
              <a:lnSpc>
                <a:spcPct val="90000"/>
              </a:lnSpc>
              <a:spcBef>
                <a:spcPts val="0"/>
              </a:spcBef>
              <a:spcAft>
                <a:spcPts val="0"/>
              </a:spcAft>
              <a:buSzPts val="3000"/>
              <a:buNone/>
              <a:defRPr sz="3000">
                <a:latin typeface="Arial"/>
                <a:ea typeface="Arial"/>
                <a:cs typeface="Arial"/>
                <a:sym typeface="Arial"/>
              </a:defRPr>
            </a:lvl8pPr>
            <a:lvl9pPr lvl="8" algn="ctr">
              <a:lnSpc>
                <a:spcPct val="90000"/>
              </a:lnSpc>
              <a:spcBef>
                <a:spcPts val="0"/>
              </a:spcBef>
              <a:spcAft>
                <a:spcPts val="0"/>
              </a:spcAft>
              <a:buSzPts val="3000"/>
              <a:buNone/>
              <a:defRPr sz="3000">
                <a:latin typeface="Arial"/>
                <a:ea typeface="Arial"/>
                <a:cs typeface="Arial"/>
                <a:sym typeface="Arial"/>
              </a:defRPr>
            </a:lvl9pPr>
          </a:lstStyle>
          <a:p/>
        </p:txBody>
      </p:sp>
      <p:sp>
        <p:nvSpPr>
          <p:cNvPr id="763" name="Google Shape;763;p170"/>
          <p:cNvSpPr txBox="1"/>
          <p:nvPr/>
        </p:nvSpPr>
        <p:spPr>
          <a:xfrm>
            <a:off x="457200" y="4800600"/>
            <a:ext cx="2625000" cy="14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Arial"/>
                <a:ea typeface="Arial"/>
                <a:cs typeface="Arial"/>
                <a:sym typeface="Arial"/>
              </a:rPr>
              <a:t>Google Cloud</a:t>
            </a:r>
            <a:endParaRPr b="0" i="0" sz="800" u="none" cap="none" strike="noStrike">
              <a:solidFill>
                <a:schemeClr val="dk1"/>
              </a:solidFill>
              <a:latin typeface="Arial"/>
              <a:ea typeface="Arial"/>
              <a:cs typeface="Arial"/>
              <a:sym typeface="Arial"/>
            </a:endParaRPr>
          </a:p>
        </p:txBody>
      </p:sp>
      <p:sp>
        <p:nvSpPr>
          <p:cNvPr id="764" name="Google Shape;764;p170"/>
          <p:cNvSpPr txBox="1"/>
          <p:nvPr/>
        </p:nvSpPr>
        <p:spPr>
          <a:xfrm>
            <a:off x="5643924" y="4800600"/>
            <a:ext cx="3042900" cy="1410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Arial"/>
                <a:ea typeface="Arial"/>
                <a:cs typeface="Arial"/>
                <a:sym typeface="Arial"/>
              </a:rPr>
              <a:t>Proprietary &amp; Confidential</a:t>
            </a:r>
            <a:endParaRPr b="0" i="0" sz="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Title &amp; Body_1 Col 2">
  <p:cSld name="CUSTOM_7_1_1_1_1_1_1_1_1_1_1_1_1_1_1_1_3_2">
    <p:bg>
      <p:bgPr>
        <a:solidFill>
          <a:srgbClr val="FFFFFF"/>
        </a:solidFill>
      </p:bgPr>
    </p:bg>
    <p:spTree>
      <p:nvGrpSpPr>
        <p:cNvPr id="765" name="Shape 765"/>
        <p:cNvGrpSpPr/>
        <p:nvPr/>
      </p:nvGrpSpPr>
      <p:grpSpPr>
        <a:xfrm>
          <a:off x="0" y="0"/>
          <a:ext cx="0" cy="0"/>
          <a:chOff x="0" y="0"/>
          <a:chExt cx="0" cy="0"/>
        </a:xfrm>
      </p:grpSpPr>
      <p:sp>
        <p:nvSpPr>
          <p:cNvPr id="766" name="Google Shape;766;p171"/>
          <p:cNvSpPr txBox="1"/>
          <p:nvPr>
            <p:ph type="title"/>
          </p:nvPr>
        </p:nvSpPr>
        <p:spPr>
          <a:xfrm>
            <a:off x="457200" y="457200"/>
            <a:ext cx="8229900" cy="3573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2000"/>
              <a:buNone/>
              <a:defRPr sz="2000"/>
            </a:lvl1pPr>
            <a:lvl2pPr lvl="1" algn="ctr">
              <a:lnSpc>
                <a:spcPct val="90000"/>
              </a:lnSpc>
              <a:spcBef>
                <a:spcPts val="0"/>
              </a:spcBef>
              <a:spcAft>
                <a:spcPts val="0"/>
              </a:spcAft>
              <a:buSzPts val="2000"/>
              <a:buNone/>
              <a:defRPr sz="2000">
                <a:latin typeface="Arial"/>
                <a:ea typeface="Arial"/>
                <a:cs typeface="Arial"/>
                <a:sym typeface="Arial"/>
              </a:defRPr>
            </a:lvl2pPr>
            <a:lvl3pPr lvl="2" algn="ctr">
              <a:lnSpc>
                <a:spcPct val="90000"/>
              </a:lnSpc>
              <a:spcBef>
                <a:spcPts val="0"/>
              </a:spcBef>
              <a:spcAft>
                <a:spcPts val="0"/>
              </a:spcAft>
              <a:buSzPts val="2000"/>
              <a:buNone/>
              <a:defRPr sz="2000">
                <a:latin typeface="Arial"/>
                <a:ea typeface="Arial"/>
                <a:cs typeface="Arial"/>
                <a:sym typeface="Arial"/>
              </a:defRPr>
            </a:lvl3pPr>
            <a:lvl4pPr lvl="3" algn="ctr">
              <a:lnSpc>
                <a:spcPct val="90000"/>
              </a:lnSpc>
              <a:spcBef>
                <a:spcPts val="0"/>
              </a:spcBef>
              <a:spcAft>
                <a:spcPts val="0"/>
              </a:spcAft>
              <a:buSzPts val="2000"/>
              <a:buNone/>
              <a:defRPr sz="2000">
                <a:latin typeface="Arial"/>
                <a:ea typeface="Arial"/>
                <a:cs typeface="Arial"/>
                <a:sym typeface="Arial"/>
              </a:defRPr>
            </a:lvl4pPr>
            <a:lvl5pPr lvl="4" algn="ctr">
              <a:lnSpc>
                <a:spcPct val="90000"/>
              </a:lnSpc>
              <a:spcBef>
                <a:spcPts val="0"/>
              </a:spcBef>
              <a:spcAft>
                <a:spcPts val="0"/>
              </a:spcAft>
              <a:buSzPts val="2000"/>
              <a:buNone/>
              <a:defRPr sz="2000">
                <a:latin typeface="Arial"/>
                <a:ea typeface="Arial"/>
                <a:cs typeface="Arial"/>
                <a:sym typeface="Arial"/>
              </a:defRPr>
            </a:lvl5pPr>
            <a:lvl6pPr lvl="5" algn="ctr">
              <a:lnSpc>
                <a:spcPct val="90000"/>
              </a:lnSpc>
              <a:spcBef>
                <a:spcPts val="0"/>
              </a:spcBef>
              <a:spcAft>
                <a:spcPts val="0"/>
              </a:spcAft>
              <a:buSzPts val="2000"/>
              <a:buNone/>
              <a:defRPr sz="2000">
                <a:latin typeface="Arial"/>
                <a:ea typeface="Arial"/>
                <a:cs typeface="Arial"/>
                <a:sym typeface="Arial"/>
              </a:defRPr>
            </a:lvl6pPr>
            <a:lvl7pPr lvl="6" algn="ctr">
              <a:lnSpc>
                <a:spcPct val="90000"/>
              </a:lnSpc>
              <a:spcBef>
                <a:spcPts val="0"/>
              </a:spcBef>
              <a:spcAft>
                <a:spcPts val="0"/>
              </a:spcAft>
              <a:buSzPts val="2000"/>
              <a:buNone/>
              <a:defRPr sz="2000">
                <a:latin typeface="Arial"/>
                <a:ea typeface="Arial"/>
                <a:cs typeface="Arial"/>
                <a:sym typeface="Arial"/>
              </a:defRPr>
            </a:lvl7pPr>
            <a:lvl8pPr lvl="7" algn="ctr">
              <a:lnSpc>
                <a:spcPct val="90000"/>
              </a:lnSpc>
              <a:spcBef>
                <a:spcPts val="0"/>
              </a:spcBef>
              <a:spcAft>
                <a:spcPts val="0"/>
              </a:spcAft>
              <a:buSzPts val="2000"/>
              <a:buNone/>
              <a:defRPr sz="2000">
                <a:latin typeface="Arial"/>
                <a:ea typeface="Arial"/>
                <a:cs typeface="Arial"/>
                <a:sym typeface="Arial"/>
              </a:defRPr>
            </a:lvl8pPr>
            <a:lvl9pPr lvl="8" algn="ctr">
              <a:lnSpc>
                <a:spcPct val="90000"/>
              </a:lnSpc>
              <a:spcBef>
                <a:spcPts val="0"/>
              </a:spcBef>
              <a:spcAft>
                <a:spcPts val="0"/>
              </a:spcAft>
              <a:buSzPts val="2000"/>
              <a:buNone/>
              <a:defRPr sz="2000">
                <a:latin typeface="Arial"/>
                <a:ea typeface="Arial"/>
                <a:cs typeface="Arial"/>
                <a:sym typeface="Arial"/>
              </a:defRPr>
            </a:lvl9pPr>
          </a:lstStyle>
          <a:p/>
        </p:txBody>
      </p:sp>
      <p:pic>
        <p:nvPicPr>
          <p:cNvPr id="767" name="Google Shape;767;p171"/>
          <p:cNvPicPr preferRelativeResize="0"/>
          <p:nvPr/>
        </p:nvPicPr>
        <p:blipFill rotWithShape="1">
          <a:blip r:embed="rId2">
            <a:alphaModFix/>
          </a:blip>
          <a:srcRect b="0" l="0" r="0" t="0"/>
          <a:stretch/>
        </p:blipFill>
        <p:spPr>
          <a:xfrm>
            <a:off x="8272003" y="4818624"/>
            <a:ext cx="776328" cy="253899"/>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List_1 col - Yellow 1">
  <p:cSld name="CUSTOM_7_1_1_1_1_1_1_1_1_1_1_1_1_1_1_1_2_2_1_2_1_1">
    <p:bg>
      <p:bgPr>
        <a:solidFill>
          <a:srgbClr val="FFFFFF"/>
        </a:solidFill>
      </p:bgPr>
    </p:bg>
    <p:spTree>
      <p:nvGrpSpPr>
        <p:cNvPr id="768" name="Shape 768"/>
        <p:cNvGrpSpPr/>
        <p:nvPr/>
      </p:nvGrpSpPr>
      <p:grpSpPr>
        <a:xfrm>
          <a:off x="0" y="0"/>
          <a:ext cx="0" cy="0"/>
          <a:chOff x="0" y="0"/>
          <a:chExt cx="0" cy="0"/>
        </a:xfrm>
      </p:grpSpPr>
      <p:sp>
        <p:nvSpPr>
          <p:cNvPr id="769" name="Google Shape;769;p172"/>
          <p:cNvSpPr txBox="1"/>
          <p:nvPr/>
        </p:nvSpPr>
        <p:spPr>
          <a:xfrm>
            <a:off x="455317" y="4875830"/>
            <a:ext cx="1300200" cy="79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Google Cloud Next ‘24</a:t>
            </a:r>
            <a:endParaRPr b="0" i="0" sz="600" u="none" cap="none" strike="noStrike">
              <a:solidFill>
                <a:schemeClr val="dk1"/>
              </a:solidFill>
              <a:latin typeface="Arial"/>
              <a:ea typeface="Arial"/>
              <a:cs typeface="Arial"/>
              <a:sym typeface="Arial"/>
            </a:endParaRPr>
          </a:p>
        </p:txBody>
      </p:sp>
      <p:sp>
        <p:nvSpPr>
          <p:cNvPr id="770" name="Google Shape;770;p172"/>
          <p:cNvSpPr txBox="1"/>
          <p:nvPr/>
        </p:nvSpPr>
        <p:spPr>
          <a:xfrm>
            <a:off x="3921900" y="4858875"/>
            <a:ext cx="1300200" cy="909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Proprietary</a:t>
            </a:r>
            <a:endParaRPr b="0" i="0" sz="600" u="none" cap="none" strike="noStrike">
              <a:solidFill>
                <a:schemeClr val="dk1"/>
              </a:solidFill>
              <a:latin typeface="Arial"/>
              <a:ea typeface="Arial"/>
              <a:cs typeface="Arial"/>
              <a:sym typeface="Arial"/>
            </a:endParaRPr>
          </a:p>
        </p:txBody>
      </p:sp>
      <p:sp>
        <p:nvSpPr>
          <p:cNvPr id="771" name="Google Shape;771;p172"/>
          <p:cNvSpPr txBox="1"/>
          <p:nvPr>
            <p:ph type="title"/>
          </p:nvPr>
        </p:nvSpPr>
        <p:spPr>
          <a:xfrm>
            <a:off x="419100" y="411825"/>
            <a:ext cx="7648500" cy="6084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4400"/>
              <a:buFont typeface="Arial"/>
              <a:buNone/>
              <a:defRPr sz="4400"/>
            </a:lvl1pPr>
            <a:lvl2pPr lvl="1" algn="ctr">
              <a:lnSpc>
                <a:spcPct val="85000"/>
              </a:lnSpc>
              <a:spcBef>
                <a:spcPts val="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
        <p:nvSpPr>
          <p:cNvPr id="772" name="Google Shape;772;p172"/>
          <p:cNvSpPr txBox="1"/>
          <p:nvPr>
            <p:ph idx="2" type="title"/>
          </p:nvPr>
        </p:nvSpPr>
        <p:spPr>
          <a:xfrm>
            <a:off x="2120640" y="1548700"/>
            <a:ext cx="5906700" cy="3048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1600"/>
              <a:buFont typeface="Arial"/>
              <a:buNone/>
              <a:defRPr sz="1600"/>
            </a:lvl1pPr>
            <a:lvl2pPr lvl="1" algn="ctr">
              <a:lnSpc>
                <a:spcPct val="85000"/>
              </a:lnSpc>
              <a:spcBef>
                <a:spcPts val="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
        <p:nvSpPr>
          <p:cNvPr id="773" name="Google Shape;773;p172"/>
          <p:cNvSpPr txBox="1"/>
          <p:nvPr>
            <p:ph idx="3" type="title"/>
          </p:nvPr>
        </p:nvSpPr>
        <p:spPr>
          <a:xfrm>
            <a:off x="2120640" y="2192069"/>
            <a:ext cx="5906700" cy="3048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1600"/>
              <a:buFont typeface="Arial"/>
              <a:buNone/>
              <a:defRPr sz="1600"/>
            </a:lvl1pPr>
            <a:lvl2pPr lvl="1" algn="ctr">
              <a:lnSpc>
                <a:spcPct val="85000"/>
              </a:lnSpc>
              <a:spcBef>
                <a:spcPts val="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
        <p:nvSpPr>
          <p:cNvPr id="774" name="Google Shape;774;p172"/>
          <p:cNvSpPr txBox="1"/>
          <p:nvPr>
            <p:ph idx="4" type="title"/>
          </p:nvPr>
        </p:nvSpPr>
        <p:spPr>
          <a:xfrm>
            <a:off x="2120640" y="2835438"/>
            <a:ext cx="5906700" cy="3048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1600"/>
              <a:buFont typeface="Arial"/>
              <a:buNone/>
              <a:defRPr sz="1600"/>
            </a:lvl1pPr>
            <a:lvl2pPr lvl="1" algn="ctr">
              <a:lnSpc>
                <a:spcPct val="85000"/>
              </a:lnSpc>
              <a:spcBef>
                <a:spcPts val="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
        <p:nvSpPr>
          <p:cNvPr id="775" name="Google Shape;775;p172"/>
          <p:cNvSpPr txBox="1"/>
          <p:nvPr>
            <p:ph idx="5" type="title"/>
          </p:nvPr>
        </p:nvSpPr>
        <p:spPr>
          <a:xfrm>
            <a:off x="2120640" y="3478806"/>
            <a:ext cx="5906700" cy="3048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1600"/>
              <a:buFont typeface="Arial"/>
              <a:buNone/>
              <a:defRPr sz="1600"/>
            </a:lvl1pPr>
            <a:lvl2pPr lvl="1" algn="ctr">
              <a:lnSpc>
                <a:spcPct val="85000"/>
              </a:lnSpc>
              <a:spcBef>
                <a:spcPts val="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
        <p:nvSpPr>
          <p:cNvPr id="776" name="Google Shape;776;p172"/>
          <p:cNvSpPr txBox="1"/>
          <p:nvPr>
            <p:ph idx="6" type="title"/>
          </p:nvPr>
        </p:nvSpPr>
        <p:spPr>
          <a:xfrm>
            <a:off x="2120640" y="4122175"/>
            <a:ext cx="5906700" cy="3048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1600"/>
              <a:buFont typeface="Arial"/>
              <a:buNone/>
              <a:defRPr sz="1600"/>
            </a:lvl1pPr>
            <a:lvl2pPr lvl="1" algn="ctr">
              <a:lnSpc>
                <a:spcPct val="85000"/>
              </a:lnSpc>
              <a:spcBef>
                <a:spcPts val="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pic>
        <p:nvPicPr>
          <p:cNvPr id="777" name="Google Shape;777;p172"/>
          <p:cNvPicPr preferRelativeResize="0"/>
          <p:nvPr/>
        </p:nvPicPr>
        <p:blipFill rotWithShape="1">
          <a:blip r:embed="rId2">
            <a:alphaModFix/>
          </a:blip>
          <a:srcRect b="0" l="0" r="0" t="69393"/>
          <a:stretch/>
        </p:blipFill>
        <p:spPr>
          <a:xfrm>
            <a:off x="6997750" y="4122149"/>
            <a:ext cx="2597648" cy="1031875"/>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Red 1">
  <p:cSld name="CUSTOM_4_1_1_2_1_1">
    <p:spTree>
      <p:nvGrpSpPr>
        <p:cNvPr id="778" name="Shape 778"/>
        <p:cNvGrpSpPr/>
        <p:nvPr/>
      </p:nvGrpSpPr>
      <p:grpSpPr>
        <a:xfrm>
          <a:off x="0" y="0"/>
          <a:ext cx="0" cy="0"/>
          <a:chOff x="0" y="0"/>
          <a:chExt cx="0" cy="0"/>
        </a:xfrm>
      </p:grpSpPr>
      <p:pic>
        <p:nvPicPr>
          <p:cNvPr id="779" name="Google Shape;779;p173"/>
          <p:cNvPicPr preferRelativeResize="0"/>
          <p:nvPr/>
        </p:nvPicPr>
        <p:blipFill rotWithShape="1">
          <a:blip r:embed="rId2">
            <a:alphaModFix/>
          </a:blip>
          <a:srcRect b="64973" l="0" r="0" t="-1719"/>
          <a:stretch/>
        </p:blipFill>
        <p:spPr>
          <a:xfrm>
            <a:off x="2742166" y="3737225"/>
            <a:ext cx="3583757" cy="1415777"/>
          </a:xfrm>
          <a:prstGeom prst="rect">
            <a:avLst/>
          </a:prstGeom>
          <a:noFill/>
          <a:ln>
            <a:noFill/>
          </a:ln>
        </p:spPr>
      </p:pic>
      <p:sp>
        <p:nvSpPr>
          <p:cNvPr id="780" name="Google Shape;780;p173"/>
          <p:cNvSpPr txBox="1"/>
          <p:nvPr/>
        </p:nvSpPr>
        <p:spPr>
          <a:xfrm>
            <a:off x="7404935" y="4875830"/>
            <a:ext cx="1300200" cy="79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0</a:t>
            </a:r>
            <a:fld id="{00000000-1234-1234-1234-123412341234}" type="slidenum">
              <a:rPr b="0" i="0" lang="en"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sp>
        <p:nvSpPr>
          <p:cNvPr id="781" name="Google Shape;781;p173"/>
          <p:cNvSpPr txBox="1"/>
          <p:nvPr/>
        </p:nvSpPr>
        <p:spPr>
          <a:xfrm>
            <a:off x="455317" y="4875830"/>
            <a:ext cx="1300200" cy="79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Google Cloud Next ‘24</a:t>
            </a:r>
            <a:endParaRPr b="0" i="0" sz="600" u="none" cap="none" strike="noStrike">
              <a:solidFill>
                <a:schemeClr val="dk1"/>
              </a:solidFill>
              <a:latin typeface="Arial"/>
              <a:ea typeface="Arial"/>
              <a:cs typeface="Arial"/>
              <a:sym typeface="Arial"/>
            </a:endParaRPr>
          </a:p>
        </p:txBody>
      </p:sp>
      <p:sp>
        <p:nvSpPr>
          <p:cNvPr id="782" name="Google Shape;782;p173"/>
          <p:cNvSpPr txBox="1"/>
          <p:nvPr>
            <p:ph type="title"/>
          </p:nvPr>
        </p:nvSpPr>
        <p:spPr>
          <a:xfrm>
            <a:off x="1331400" y="1070547"/>
            <a:ext cx="6481200" cy="389700"/>
          </a:xfrm>
          <a:prstGeom prst="rect">
            <a:avLst/>
          </a:prstGeom>
          <a:noFill/>
          <a:ln>
            <a:noFill/>
          </a:ln>
        </p:spPr>
        <p:txBody>
          <a:bodyPr anchorCtr="0" anchor="t" bIns="91425" lIns="91425" spcFirstLastPara="1" rIns="91425" wrap="square" tIns="91425">
            <a:noAutofit/>
          </a:bodyPr>
          <a:lstStyle>
            <a:lvl1pPr lvl="0" marR="0" algn="ctr">
              <a:lnSpc>
                <a:spcPct val="90000"/>
              </a:lnSpc>
              <a:spcBef>
                <a:spcPts val="0"/>
              </a:spcBef>
              <a:spcAft>
                <a:spcPts val="0"/>
              </a:spcAft>
              <a:buSzPts val="1100"/>
              <a:buNone/>
              <a:defRPr sz="2200">
                <a:solidFill>
                  <a:schemeClr val="accent2"/>
                </a:solidFill>
              </a:defRPr>
            </a:lvl1pPr>
            <a:lvl2pPr lvl="1" algn="ctr">
              <a:lnSpc>
                <a:spcPct val="85000"/>
              </a:lnSpc>
              <a:spcBef>
                <a:spcPts val="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
        <p:nvSpPr>
          <p:cNvPr id="783" name="Google Shape;783;p173"/>
          <p:cNvSpPr txBox="1"/>
          <p:nvPr>
            <p:ph idx="2" type="title"/>
          </p:nvPr>
        </p:nvSpPr>
        <p:spPr>
          <a:xfrm>
            <a:off x="1331400" y="1726625"/>
            <a:ext cx="6481200" cy="2010600"/>
          </a:xfrm>
          <a:prstGeom prst="rect">
            <a:avLst/>
          </a:prstGeom>
          <a:noFill/>
          <a:ln>
            <a:noFill/>
          </a:ln>
        </p:spPr>
        <p:txBody>
          <a:bodyPr anchorCtr="0" anchor="t" bIns="91425" lIns="91425" spcFirstLastPara="1" rIns="91425" wrap="square" tIns="91425">
            <a:noAutofit/>
          </a:bodyPr>
          <a:lstStyle>
            <a:lvl1pPr lvl="0" marR="0" algn="ctr">
              <a:lnSpc>
                <a:spcPct val="115000"/>
              </a:lnSpc>
              <a:spcBef>
                <a:spcPts val="0"/>
              </a:spcBef>
              <a:spcAft>
                <a:spcPts val="0"/>
              </a:spcAft>
              <a:buSzPts val="1100"/>
              <a:buNone/>
              <a:defRPr>
                <a:solidFill>
                  <a:schemeClr val="dk1"/>
                </a:solidFill>
              </a:defRPr>
            </a:lvl1pPr>
            <a:lvl2pPr lvl="1" algn="ctr">
              <a:lnSpc>
                <a:spcPct val="85000"/>
              </a:lnSpc>
              <a:spcBef>
                <a:spcPts val="110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9">
  <p:cSld name="TITLE_9">
    <p:spTree>
      <p:nvGrpSpPr>
        <p:cNvPr id="784" name="Shape 784"/>
        <p:cNvGrpSpPr/>
        <p:nvPr/>
      </p:nvGrpSpPr>
      <p:grpSpPr>
        <a:xfrm>
          <a:off x="0" y="0"/>
          <a:ext cx="0" cy="0"/>
          <a:chOff x="0" y="0"/>
          <a:chExt cx="0" cy="0"/>
        </a:xfrm>
      </p:grpSpPr>
      <p:sp>
        <p:nvSpPr>
          <p:cNvPr id="785" name="Google Shape;785;p17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9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786" name="Google Shape;786;p174"/>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
        <p:nvSpPr>
          <p:cNvPr id="787" name="Google Shape;787;p1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_Break 2">
  <p:cSld name="CUSTOM_2_6">
    <p:spTree>
      <p:nvGrpSpPr>
        <p:cNvPr id="788" name="Shape 788"/>
        <p:cNvGrpSpPr/>
        <p:nvPr/>
      </p:nvGrpSpPr>
      <p:grpSpPr>
        <a:xfrm>
          <a:off x="0" y="0"/>
          <a:ext cx="0" cy="0"/>
          <a:chOff x="0" y="0"/>
          <a:chExt cx="0" cy="0"/>
        </a:xfrm>
      </p:grpSpPr>
      <p:sp>
        <p:nvSpPr>
          <p:cNvPr id="789" name="Google Shape;789;p175"/>
          <p:cNvSpPr txBox="1"/>
          <p:nvPr>
            <p:ph type="title"/>
          </p:nvPr>
        </p:nvSpPr>
        <p:spPr>
          <a:xfrm>
            <a:off x="457175" y="1536250"/>
            <a:ext cx="6153900" cy="2076000"/>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SzPts val="1100"/>
              <a:buNone/>
              <a:defRPr sz="2400"/>
            </a:lvl1pPr>
            <a:lvl2pPr lvl="1" algn="ctr">
              <a:lnSpc>
                <a:spcPct val="100000"/>
              </a:lnSpc>
              <a:spcBef>
                <a:spcPts val="0"/>
              </a:spcBef>
              <a:spcAft>
                <a:spcPts val="0"/>
              </a:spcAft>
              <a:buSzPts val="4200"/>
              <a:buNone/>
              <a:defRPr sz="2400"/>
            </a:lvl2pPr>
            <a:lvl3pPr lvl="2" algn="ctr">
              <a:lnSpc>
                <a:spcPct val="100000"/>
              </a:lnSpc>
              <a:spcBef>
                <a:spcPts val="0"/>
              </a:spcBef>
              <a:spcAft>
                <a:spcPts val="0"/>
              </a:spcAft>
              <a:buSzPts val="4200"/>
              <a:buNone/>
              <a:defRPr sz="2400"/>
            </a:lvl3pPr>
            <a:lvl4pPr lvl="3" algn="ctr">
              <a:lnSpc>
                <a:spcPct val="100000"/>
              </a:lnSpc>
              <a:spcBef>
                <a:spcPts val="0"/>
              </a:spcBef>
              <a:spcAft>
                <a:spcPts val="0"/>
              </a:spcAft>
              <a:buSzPts val="4200"/>
              <a:buNone/>
              <a:defRPr sz="2400"/>
            </a:lvl4pPr>
            <a:lvl5pPr lvl="4" algn="ctr">
              <a:lnSpc>
                <a:spcPct val="100000"/>
              </a:lnSpc>
              <a:spcBef>
                <a:spcPts val="0"/>
              </a:spcBef>
              <a:spcAft>
                <a:spcPts val="0"/>
              </a:spcAft>
              <a:buSzPts val="4200"/>
              <a:buNone/>
              <a:defRPr sz="2400"/>
            </a:lvl5pPr>
            <a:lvl6pPr lvl="5" algn="ctr">
              <a:lnSpc>
                <a:spcPct val="100000"/>
              </a:lnSpc>
              <a:spcBef>
                <a:spcPts val="0"/>
              </a:spcBef>
              <a:spcAft>
                <a:spcPts val="0"/>
              </a:spcAft>
              <a:buSzPts val="4200"/>
              <a:buNone/>
              <a:defRPr sz="2400"/>
            </a:lvl6pPr>
            <a:lvl7pPr lvl="6" algn="ctr">
              <a:lnSpc>
                <a:spcPct val="100000"/>
              </a:lnSpc>
              <a:spcBef>
                <a:spcPts val="0"/>
              </a:spcBef>
              <a:spcAft>
                <a:spcPts val="0"/>
              </a:spcAft>
              <a:buSzPts val="4200"/>
              <a:buNone/>
              <a:defRPr sz="2400"/>
            </a:lvl7pPr>
            <a:lvl8pPr lvl="7" algn="ctr">
              <a:lnSpc>
                <a:spcPct val="100000"/>
              </a:lnSpc>
              <a:spcBef>
                <a:spcPts val="0"/>
              </a:spcBef>
              <a:spcAft>
                <a:spcPts val="0"/>
              </a:spcAft>
              <a:buSzPts val="4200"/>
              <a:buNone/>
              <a:defRPr sz="2400"/>
            </a:lvl8pPr>
            <a:lvl9pPr lvl="8" algn="ctr">
              <a:lnSpc>
                <a:spcPct val="100000"/>
              </a:lnSpc>
              <a:spcBef>
                <a:spcPts val="0"/>
              </a:spcBef>
              <a:spcAft>
                <a:spcPts val="0"/>
              </a:spcAft>
              <a:buSzPts val="4200"/>
              <a:buNone/>
              <a:defRPr sz="2400"/>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02_Numbered">
  <p:cSld name="CUSTOM_7_1_1_1_1_1_1">
    <p:spTree>
      <p:nvGrpSpPr>
        <p:cNvPr id="790" name="Shape 790"/>
        <p:cNvGrpSpPr/>
        <p:nvPr/>
      </p:nvGrpSpPr>
      <p:grpSpPr>
        <a:xfrm>
          <a:off x="0" y="0"/>
          <a:ext cx="0" cy="0"/>
          <a:chOff x="0" y="0"/>
          <a:chExt cx="0" cy="0"/>
        </a:xfrm>
      </p:grpSpPr>
      <p:sp>
        <p:nvSpPr>
          <p:cNvPr id="791" name="Google Shape;791;p176"/>
          <p:cNvSpPr txBox="1"/>
          <p:nvPr>
            <p:ph type="title"/>
          </p:nvPr>
        </p:nvSpPr>
        <p:spPr>
          <a:xfrm>
            <a:off x="449625" y="2112275"/>
            <a:ext cx="4084500" cy="79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202124"/>
              </a:buClr>
              <a:buSzPts val="1100"/>
              <a:buFont typeface="Arial"/>
              <a:buNone/>
              <a:defRPr b="1" sz="4000">
                <a:latin typeface="Arial"/>
                <a:ea typeface="Arial"/>
                <a:cs typeface="Arial"/>
                <a:sym typeface="Arial"/>
              </a:defRPr>
            </a:lvl1pPr>
            <a:lvl2pPr lvl="1" algn="ctr">
              <a:lnSpc>
                <a:spcPct val="100000"/>
              </a:lnSpc>
              <a:spcBef>
                <a:spcPts val="0"/>
              </a:spcBef>
              <a:spcAft>
                <a:spcPts val="0"/>
              </a:spcAft>
              <a:buSzPts val="4200"/>
              <a:buFont typeface="Arial"/>
              <a:buNone/>
              <a:defRPr b="1">
                <a:latin typeface="Arial"/>
                <a:ea typeface="Arial"/>
                <a:cs typeface="Arial"/>
                <a:sym typeface="Arial"/>
              </a:defRPr>
            </a:lvl2pPr>
            <a:lvl3pPr lvl="2" algn="ctr">
              <a:lnSpc>
                <a:spcPct val="100000"/>
              </a:lnSpc>
              <a:spcBef>
                <a:spcPts val="0"/>
              </a:spcBef>
              <a:spcAft>
                <a:spcPts val="0"/>
              </a:spcAft>
              <a:buSzPts val="4200"/>
              <a:buFont typeface="Arial"/>
              <a:buNone/>
              <a:defRPr b="1">
                <a:latin typeface="Arial"/>
                <a:ea typeface="Arial"/>
                <a:cs typeface="Arial"/>
                <a:sym typeface="Arial"/>
              </a:defRPr>
            </a:lvl3pPr>
            <a:lvl4pPr lvl="3" algn="ctr">
              <a:lnSpc>
                <a:spcPct val="100000"/>
              </a:lnSpc>
              <a:spcBef>
                <a:spcPts val="0"/>
              </a:spcBef>
              <a:spcAft>
                <a:spcPts val="0"/>
              </a:spcAft>
              <a:buSzPts val="4200"/>
              <a:buFont typeface="Arial"/>
              <a:buNone/>
              <a:defRPr b="1">
                <a:latin typeface="Arial"/>
                <a:ea typeface="Arial"/>
                <a:cs typeface="Arial"/>
                <a:sym typeface="Arial"/>
              </a:defRPr>
            </a:lvl4pPr>
            <a:lvl5pPr lvl="4" algn="ctr">
              <a:lnSpc>
                <a:spcPct val="100000"/>
              </a:lnSpc>
              <a:spcBef>
                <a:spcPts val="0"/>
              </a:spcBef>
              <a:spcAft>
                <a:spcPts val="0"/>
              </a:spcAft>
              <a:buSzPts val="4200"/>
              <a:buFont typeface="Arial"/>
              <a:buNone/>
              <a:defRPr b="1">
                <a:latin typeface="Arial"/>
                <a:ea typeface="Arial"/>
                <a:cs typeface="Arial"/>
                <a:sym typeface="Arial"/>
              </a:defRPr>
            </a:lvl5pPr>
            <a:lvl6pPr lvl="5" algn="ctr">
              <a:lnSpc>
                <a:spcPct val="100000"/>
              </a:lnSpc>
              <a:spcBef>
                <a:spcPts val="0"/>
              </a:spcBef>
              <a:spcAft>
                <a:spcPts val="0"/>
              </a:spcAft>
              <a:buSzPts val="4200"/>
              <a:buFont typeface="Arial"/>
              <a:buNone/>
              <a:defRPr b="1">
                <a:latin typeface="Arial"/>
                <a:ea typeface="Arial"/>
                <a:cs typeface="Arial"/>
                <a:sym typeface="Arial"/>
              </a:defRPr>
            </a:lvl6pPr>
            <a:lvl7pPr lvl="6" algn="ctr">
              <a:lnSpc>
                <a:spcPct val="100000"/>
              </a:lnSpc>
              <a:spcBef>
                <a:spcPts val="0"/>
              </a:spcBef>
              <a:spcAft>
                <a:spcPts val="0"/>
              </a:spcAft>
              <a:buSzPts val="4200"/>
              <a:buFont typeface="Arial"/>
              <a:buNone/>
              <a:defRPr b="1">
                <a:latin typeface="Arial"/>
                <a:ea typeface="Arial"/>
                <a:cs typeface="Arial"/>
                <a:sym typeface="Arial"/>
              </a:defRPr>
            </a:lvl7pPr>
            <a:lvl8pPr lvl="7" algn="ctr">
              <a:lnSpc>
                <a:spcPct val="100000"/>
              </a:lnSpc>
              <a:spcBef>
                <a:spcPts val="0"/>
              </a:spcBef>
              <a:spcAft>
                <a:spcPts val="0"/>
              </a:spcAft>
              <a:buSzPts val="4200"/>
              <a:buFont typeface="Arial"/>
              <a:buNone/>
              <a:defRPr b="1">
                <a:latin typeface="Arial"/>
                <a:ea typeface="Arial"/>
                <a:cs typeface="Arial"/>
                <a:sym typeface="Arial"/>
              </a:defRPr>
            </a:lvl8pPr>
            <a:lvl9pPr lvl="8" algn="ctr">
              <a:lnSpc>
                <a:spcPct val="100000"/>
              </a:lnSpc>
              <a:spcBef>
                <a:spcPts val="0"/>
              </a:spcBef>
              <a:spcAft>
                <a:spcPts val="0"/>
              </a:spcAft>
              <a:buSzPts val="4200"/>
              <a:buFont typeface="Arial"/>
              <a:buNone/>
              <a:defRPr b="1">
                <a:latin typeface="Arial"/>
                <a:ea typeface="Arial"/>
                <a:cs typeface="Arial"/>
                <a:sym typeface="Arial"/>
              </a:defRPr>
            </a:lvl9pPr>
          </a:lstStyle>
          <a:p/>
        </p:txBody>
      </p:sp>
      <p:pic>
        <p:nvPicPr>
          <p:cNvPr id="792" name="Google Shape;792;p176"/>
          <p:cNvPicPr preferRelativeResize="0"/>
          <p:nvPr/>
        </p:nvPicPr>
        <p:blipFill rotWithShape="1">
          <a:blip r:embed="rId2">
            <a:alphaModFix/>
          </a:blip>
          <a:srcRect b="0" l="0" r="0" t="0"/>
          <a:stretch/>
        </p:blipFill>
        <p:spPr>
          <a:xfrm>
            <a:off x="8027650" y="4862779"/>
            <a:ext cx="659356" cy="115363"/>
          </a:xfrm>
          <a:prstGeom prst="rect">
            <a:avLst/>
          </a:prstGeom>
          <a:noFill/>
          <a:ln>
            <a:noFill/>
          </a:ln>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Blank_Title only 1 1">
  <p:cSld name="CUSTOM_7_1_1_1_1_1_1_1_1_1_1_1_1_1_1_1_1_4_2_2">
    <p:bg>
      <p:bgPr>
        <a:solidFill>
          <a:srgbClr val="FFFFFF"/>
        </a:solidFill>
      </p:bgPr>
    </p:bg>
    <p:spTree>
      <p:nvGrpSpPr>
        <p:cNvPr id="793" name="Shape 793"/>
        <p:cNvGrpSpPr/>
        <p:nvPr/>
      </p:nvGrpSpPr>
      <p:grpSpPr>
        <a:xfrm>
          <a:off x="0" y="0"/>
          <a:ext cx="0" cy="0"/>
          <a:chOff x="0" y="0"/>
          <a:chExt cx="0" cy="0"/>
        </a:xfrm>
      </p:grpSpPr>
      <p:sp>
        <p:nvSpPr>
          <p:cNvPr id="794" name="Google Shape;794;p177"/>
          <p:cNvSpPr txBox="1"/>
          <p:nvPr/>
        </p:nvSpPr>
        <p:spPr>
          <a:xfrm>
            <a:off x="7404935" y="4875830"/>
            <a:ext cx="1300200" cy="79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Arial"/>
                <a:ea typeface="Arial"/>
                <a:cs typeface="Arial"/>
                <a:sym typeface="Arial"/>
              </a:rPr>
              <a:t>0</a:t>
            </a:r>
            <a:fld id="{00000000-1234-1234-1234-123412341234}" type="slidenum">
              <a:rPr b="0" i="0" lang="en" sz="800" u="none" cap="none" strike="noStrike">
                <a:solidFill>
                  <a:schemeClr val="dk1"/>
                </a:solidFill>
                <a:latin typeface="Arial"/>
                <a:ea typeface="Arial"/>
                <a:cs typeface="Arial"/>
                <a:sym typeface="Arial"/>
              </a:rPr>
              <a:t>‹#›</a:t>
            </a:fld>
            <a:endParaRPr b="0" i="0" sz="800" u="none" cap="none" strike="noStrike">
              <a:solidFill>
                <a:schemeClr val="dk1"/>
              </a:solidFill>
              <a:latin typeface="Arial"/>
              <a:ea typeface="Arial"/>
              <a:cs typeface="Arial"/>
              <a:sym typeface="Arial"/>
            </a:endParaRPr>
          </a:p>
        </p:txBody>
      </p:sp>
      <p:sp>
        <p:nvSpPr>
          <p:cNvPr id="795" name="Google Shape;795;p177"/>
          <p:cNvSpPr txBox="1"/>
          <p:nvPr/>
        </p:nvSpPr>
        <p:spPr>
          <a:xfrm>
            <a:off x="3921900" y="4858875"/>
            <a:ext cx="1300200" cy="909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000000"/>
              </a:buClr>
              <a:buSzPts val="800"/>
              <a:buFont typeface="Arial"/>
              <a:buNone/>
            </a:pPr>
            <a:r>
              <a:rPr b="0" i="0" lang="en" sz="800" u="none" cap="none" strike="noStrike">
                <a:solidFill>
                  <a:schemeClr val="dk1"/>
                </a:solidFill>
                <a:latin typeface="Arial"/>
                <a:ea typeface="Arial"/>
                <a:cs typeface="Arial"/>
                <a:sym typeface="Arial"/>
              </a:rPr>
              <a:t>Proprietary</a:t>
            </a:r>
            <a:endParaRPr b="0" i="0" sz="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800"/>
              <a:buFont typeface="Arial"/>
              <a:buNone/>
            </a:pPr>
            <a:r>
              <a:t/>
            </a:r>
            <a:endParaRPr b="0" i="0" sz="800" u="none" cap="none" strike="noStrike">
              <a:solidFill>
                <a:schemeClr val="dk1"/>
              </a:solidFill>
              <a:latin typeface="Arial"/>
              <a:ea typeface="Arial"/>
              <a:cs typeface="Arial"/>
              <a:sym typeface="Arial"/>
            </a:endParaRPr>
          </a:p>
        </p:txBody>
      </p:sp>
      <p:sp>
        <p:nvSpPr>
          <p:cNvPr id="796" name="Google Shape;796;p177"/>
          <p:cNvSpPr txBox="1"/>
          <p:nvPr/>
        </p:nvSpPr>
        <p:spPr>
          <a:xfrm>
            <a:off x="455317" y="4875830"/>
            <a:ext cx="1300200" cy="79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Arial"/>
                <a:ea typeface="Arial"/>
                <a:cs typeface="Arial"/>
                <a:sym typeface="Arial"/>
              </a:rPr>
              <a:t>Google Cloud Next ‘24</a:t>
            </a:r>
            <a:endParaRPr b="0" i="0" sz="800" u="none" cap="none" strike="noStrike">
              <a:solidFill>
                <a:schemeClr val="dk1"/>
              </a:solidFill>
              <a:latin typeface="Arial"/>
              <a:ea typeface="Arial"/>
              <a:cs typeface="Arial"/>
              <a:sym typeface="Arial"/>
            </a:endParaRPr>
          </a:p>
        </p:txBody>
      </p:sp>
      <p:sp>
        <p:nvSpPr>
          <p:cNvPr id="797" name="Google Shape;797;p177"/>
          <p:cNvSpPr txBox="1"/>
          <p:nvPr>
            <p:ph type="title"/>
          </p:nvPr>
        </p:nvSpPr>
        <p:spPr>
          <a:xfrm>
            <a:off x="443350" y="190650"/>
            <a:ext cx="1714500" cy="131400"/>
          </a:xfrm>
          <a:prstGeom prst="rect">
            <a:avLst/>
          </a:prstGeom>
          <a:noFill/>
          <a:ln>
            <a:noFill/>
          </a:ln>
        </p:spPr>
        <p:txBody>
          <a:bodyPr anchorCtr="0" anchor="t" bIns="91425" lIns="91425" spcFirstLastPara="1" rIns="91425" wrap="square" tIns="91425">
            <a:noAutofit/>
          </a:bodyPr>
          <a:lstStyle>
            <a:lvl1pPr lvl="0" marR="0" algn="l">
              <a:lnSpc>
                <a:spcPct val="85000"/>
              </a:lnSpc>
              <a:spcBef>
                <a:spcPts val="0"/>
              </a:spcBef>
              <a:spcAft>
                <a:spcPts val="0"/>
              </a:spcAft>
              <a:buSzPts val="1100"/>
              <a:buNone/>
              <a:defRPr sz="800">
                <a:solidFill>
                  <a:schemeClr val="dk1"/>
                </a:solidFill>
              </a:defRPr>
            </a:lvl1pPr>
            <a:lvl2pPr lvl="1" algn="ctr">
              <a:lnSpc>
                <a:spcPct val="85000"/>
              </a:lnSpc>
              <a:spcBef>
                <a:spcPts val="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
        <p:nvSpPr>
          <p:cNvPr id="798" name="Google Shape;798;p177"/>
          <p:cNvSpPr txBox="1"/>
          <p:nvPr>
            <p:ph idx="2" type="title"/>
          </p:nvPr>
        </p:nvSpPr>
        <p:spPr>
          <a:xfrm>
            <a:off x="429500" y="429768"/>
            <a:ext cx="7615800" cy="6003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Clr>
                <a:schemeClr val="dk1"/>
              </a:buClr>
              <a:buSzPts val="4400"/>
              <a:buFont typeface="Arial"/>
              <a:buNone/>
              <a:defRPr sz="4400">
                <a:solidFill>
                  <a:schemeClr val="dk1"/>
                </a:solidFill>
              </a:defRPr>
            </a:lvl1pPr>
            <a:lvl2pPr lvl="1" algn="ctr">
              <a:lnSpc>
                <a:spcPct val="85000"/>
              </a:lnSpc>
              <a:spcBef>
                <a:spcPts val="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_04_Title &amp; Body_1 Col 3">
  <p:cSld name="CUSTOM_7_1_1_1_1_1_1_1_1_1_1_1_1_1_1_1_4">
    <p:bg>
      <p:bgPr>
        <a:solidFill>
          <a:srgbClr val="FFFFFF"/>
        </a:solidFill>
      </p:bgPr>
    </p:bg>
    <p:spTree>
      <p:nvGrpSpPr>
        <p:cNvPr id="799" name="Shape 799"/>
        <p:cNvGrpSpPr/>
        <p:nvPr/>
      </p:nvGrpSpPr>
      <p:grpSpPr>
        <a:xfrm>
          <a:off x="0" y="0"/>
          <a:ext cx="0" cy="0"/>
          <a:chOff x="0" y="0"/>
          <a:chExt cx="0" cy="0"/>
        </a:xfrm>
      </p:grpSpPr>
      <p:sp>
        <p:nvSpPr>
          <p:cNvPr id="800" name="Google Shape;800;p178"/>
          <p:cNvSpPr/>
          <p:nvPr/>
        </p:nvSpPr>
        <p:spPr>
          <a:xfrm>
            <a:off x="3145525" y="-525"/>
            <a:ext cx="59982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01" name="Google Shape;801;p178"/>
          <p:cNvPicPr preferRelativeResize="0"/>
          <p:nvPr/>
        </p:nvPicPr>
        <p:blipFill rotWithShape="1">
          <a:blip r:embed="rId2">
            <a:alphaModFix/>
          </a:blip>
          <a:srcRect b="0" l="0" r="0" t="0"/>
          <a:stretch/>
        </p:blipFill>
        <p:spPr>
          <a:xfrm>
            <a:off x="8027650" y="4862779"/>
            <a:ext cx="659356" cy="115363"/>
          </a:xfrm>
          <a:prstGeom prst="rect">
            <a:avLst/>
          </a:prstGeom>
          <a:noFill/>
          <a:ln>
            <a:noFill/>
          </a:ln>
        </p:spPr>
      </p:pic>
      <p:sp>
        <p:nvSpPr>
          <p:cNvPr id="802" name="Google Shape;802;p178"/>
          <p:cNvSpPr txBox="1"/>
          <p:nvPr>
            <p:ph type="title"/>
          </p:nvPr>
        </p:nvSpPr>
        <p:spPr>
          <a:xfrm>
            <a:off x="457200" y="381000"/>
            <a:ext cx="2075700" cy="27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ctr">
              <a:lnSpc>
                <a:spcPct val="100000"/>
              </a:lnSpc>
              <a:spcBef>
                <a:spcPts val="0"/>
              </a:spcBef>
              <a:spcAft>
                <a:spcPts val="0"/>
              </a:spcAft>
              <a:buSzPts val="2000"/>
              <a:buNone/>
              <a:defRPr sz="2000">
                <a:latin typeface="Arial"/>
                <a:ea typeface="Arial"/>
                <a:cs typeface="Arial"/>
                <a:sym typeface="Arial"/>
              </a:defRPr>
            </a:lvl2pPr>
            <a:lvl3pPr lvl="2" algn="ctr">
              <a:lnSpc>
                <a:spcPct val="100000"/>
              </a:lnSpc>
              <a:spcBef>
                <a:spcPts val="0"/>
              </a:spcBef>
              <a:spcAft>
                <a:spcPts val="0"/>
              </a:spcAft>
              <a:buSzPts val="2000"/>
              <a:buNone/>
              <a:defRPr sz="2000">
                <a:latin typeface="Arial"/>
                <a:ea typeface="Arial"/>
                <a:cs typeface="Arial"/>
                <a:sym typeface="Arial"/>
              </a:defRPr>
            </a:lvl3pPr>
            <a:lvl4pPr lvl="3" algn="ctr">
              <a:lnSpc>
                <a:spcPct val="100000"/>
              </a:lnSpc>
              <a:spcBef>
                <a:spcPts val="0"/>
              </a:spcBef>
              <a:spcAft>
                <a:spcPts val="0"/>
              </a:spcAft>
              <a:buSzPts val="2000"/>
              <a:buNone/>
              <a:defRPr sz="2000">
                <a:latin typeface="Arial"/>
                <a:ea typeface="Arial"/>
                <a:cs typeface="Arial"/>
                <a:sym typeface="Arial"/>
              </a:defRPr>
            </a:lvl4pPr>
            <a:lvl5pPr lvl="4" algn="ctr">
              <a:lnSpc>
                <a:spcPct val="100000"/>
              </a:lnSpc>
              <a:spcBef>
                <a:spcPts val="0"/>
              </a:spcBef>
              <a:spcAft>
                <a:spcPts val="0"/>
              </a:spcAft>
              <a:buSzPts val="2000"/>
              <a:buNone/>
              <a:defRPr sz="2000">
                <a:latin typeface="Arial"/>
                <a:ea typeface="Arial"/>
                <a:cs typeface="Arial"/>
                <a:sym typeface="Arial"/>
              </a:defRPr>
            </a:lvl5pPr>
            <a:lvl6pPr lvl="5" algn="ctr">
              <a:lnSpc>
                <a:spcPct val="100000"/>
              </a:lnSpc>
              <a:spcBef>
                <a:spcPts val="0"/>
              </a:spcBef>
              <a:spcAft>
                <a:spcPts val="0"/>
              </a:spcAft>
              <a:buSzPts val="2000"/>
              <a:buNone/>
              <a:defRPr sz="2000">
                <a:latin typeface="Arial"/>
                <a:ea typeface="Arial"/>
                <a:cs typeface="Arial"/>
                <a:sym typeface="Arial"/>
              </a:defRPr>
            </a:lvl6pPr>
            <a:lvl7pPr lvl="6" algn="ctr">
              <a:lnSpc>
                <a:spcPct val="100000"/>
              </a:lnSpc>
              <a:spcBef>
                <a:spcPts val="0"/>
              </a:spcBef>
              <a:spcAft>
                <a:spcPts val="0"/>
              </a:spcAft>
              <a:buSzPts val="2000"/>
              <a:buNone/>
              <a:defRPr sz="2000">
                <a:latin typeface="Arial"/>
                <a:ea typeface="Arial"/>
                <a:cs typeface="Arial"/>
                <a:sym typeface="Arial"/>
              </a:defRPr>
            </a:lvl7pPr>
            <a:lvl8pPr lvl="7" algn="ctr">
              <a:lnSpc>
                <a:spcPct val="100000"/>
              </a:lnSpc>
              <a:spcBef>
                <a:spcPts val="0"/>
              </a:spcBef>
              <a:spcAft>
                <a:spcPts val="0"/>
              </a:spcAft>
              <a:buSzPts val="2000"/>
              <a:buNone/>
              <a:defRPr sz="2000">
                <a:latin typeface="Arial"/>
                <a:ea typeface="Arial"/>
                <a:cs typeface="Arial"/>
                <a:sym typeface="Arial"/>
              </a:defRPr>
            </a:lvl8pPr>
            <a:lvl9pPr lvl="8" algn="ctr">
              <a:lnSpc>
                <a:spcPct val="100000"/>
              </a:lnSpc>
              <a:spcBef>
                <a:spcPts val="0"/>
              </a:spcBef>
              <a:spcAft>
                <a:spcPts val="0"/>
              </a:spcAft>
              <a:buSzPts val="2000"/>
              <a:buNone/>
              <a:defRPr sz="2000">
                <a:latin typeface="Arial"/>
                <a:ea typeface="Arial"/>
                <a:cs typeface="Arial"/>
                <a:sym typeface="Arial"/>
              </a:defRPr>
            </a:lvl9pPr>
          </a:lstStyle>
          <a:p/>
        </p:txBody>
      </p:sp>
      <p:sp>
        <p:nvSpPr>
          <p:cNvPr id="803" name="Google Shape;803;p178"/>
          <p:cNvSpPr txBox="1"/>
          <p:nvPr/>
        </p:nvSpPr>
        <p:spPr>
          <a:xfrm>
            <a:off x="7747050" y="274200"/>
            <a:ext cx="939600" cy="1830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rgbClr val="BDC1C6"/>
                </a:solidFill>
                <a:latin typeface="Arial"/>
                <a:ea typeface="Arial"/>
                <a:cs typeface="Arial"/>
                <a:sym typeface="Arial"/>
              </a:rPr>
              <a:t>Proprietary + Confidential</a:t>
            </a:r>
            <a:endParaRPr b="0" i="0" sz="600" u="none" cap="none" strike="noStrike">
              <a:solidFill>
                <a:srgbClr val="BDC1C6"/>
              </a:solidFill>
              <a:latin typeface="Arial"/>
              <a:ea typeface="Arial"/>
              <a:cs typeface="Arial"/>
              <a:sym typeface="Arial"/>
            </a:endParaRPr>
          </a:p>
        </p:txBody>
      </p:sp>
      <p:sp>
        <p:nvSpPr>
          <p:cNvPr id="804" name="Google Shape;804;p178"/>
          <p:cNvSpPr/>
          <p:nvPr/>
        </p:nvSpPr>
        <p:spPr>
          <a:xfrm>
            <a:off x="3138313" y="-525"/>
            <a:ext cx="144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aa">
  <p:cSld name="TITLE_AND_BODY_3_1_1_2_1">
    <p:spTree>
      <p:nvGrpSpPr>
        <p:cNvPr id="805" name="Shape 805"/>
        <p:cNvGrpSpPr/>
        <p:nvPr/>
      </p:nvGrpSpPr>
      <p:grpSpPr>
        <a:xfrm>
          <a:off x="0" y="0"/>
          <a:ext cx="0" cy="0"/>
          <a:chOff x="0" y="0"/>
          <a:chExt cx="0" cy="0"/>
        </a:xfrm>
      </p:grpSpPr>
      <p:sp>
        <p:nvSpPr>
          <p:cNvPr id="806" name="Google Shape;806;p179"/>
          <p:cNvSpPr txBox="1"/>
          <p:nvPr/>
        </p:nvSpPr>
        <p:spPr>
          <a:xfrm>
            <a:off x="7378500" y="4824925"/>
            <a:ext cx="1765500" cy="2757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r>
              <a:t/>
            </a:r>
            <a:endParaRPr b="0" i="0" sz="700" u="none" cap="none" strike="noStrike">
              <a:solidFill>
                <a:srgbClr val="888888"/>
              </a:solidFill>
              <a:latin typeface="Arial"/>
              <a:ea typeface="Arial"/>
              <a:cs typeface="Arial"/>
              <a:sym typeface="Arial"/>
            </a:endParaRPr>
          </a:p>
        </p:txBody>
      </p:sp>
      <p:grpSp>
        <p:nvGrpSpPr>
          <p:cNvPr id="807" name="Google Shape;807;p179"/>
          <p:cNvGrpSpPr/>
          <p:nvPr/>
        </p:nvGrpSpPr>
        <p:grpSpPr>
          <a:xfrm>
            <a:off x="409957" y="4433682"/>
            <a:ext cx="2143330" cy="562473"/>
            <a:chOff x="831227" y="1197994"/>
            <a:chExt cx="2449800" cy="642900"/>
          </a:xfrm>
        </p:grpSpPr>
        <p:grpSp>
          <p:nvGrpSpPr>
            <p:cNvPr id="808" name="Google Shape;808;p179"/>
            <p:cNvGrpSpPr/>
            <p:nvPr/>
          </p:nvGrpSpPr>
          <p:grpSpPr>
            <a:xfrm>
              <a:off x="1045677" y="1364131"/>
              <a:ext cx="2028965" cy="317954"/>
              <a:chOff x="1045677" y="1364131"/>
              <a:chExt cx="2028965" cy="317954"/>
            </a:xfrm>
          </p:grpSpPr>
          <p:grpSp>
            <p:nvGrpSpPr>
              <p:cNvPr id="809" name="Google Shape;809;p179"/>
              <p:cNvGrpSpPr/>
              <p:nvPr/>
            </p:nvGrpSpPr>
            <p:grpSpPr>
              <a:xfrm>
                <a:off x="1045677" y="1364131"/>
                <a:ext cx="376032" cy="302437"/>
                <a:chOff x="1045677" y="1364131"/>
                <a:chExt cx="376032" cy="302437"/>
              </a:xfrm>
            </p:grpSpPr>
            <p:sp>
              <p:nvSpPr>
                <p:cNvPr id="810" name="Google Shape;810;p179"/>
                <p:cNvSpPr/>
                <p:nvPr/>
              </p:nvSpPr>
              <p:spPr>
                <a:xfrm>
                  <a:off x="1091608" y="1364131"/>
                  <a:ext cx="239567" cy="108605"/>
                </a:xfrm>
                <a:custGeom>
                  <a:rect b="b" l="l" r="r" t="t"/>
                  <a:pathLst>
                    <a:path extrusionOk="0" h="12669" w="27946">
                      <a:moveTo>
                        <a:pt x="16372" y="0"/>
                      </a:moveTo>
                      <a:lnTo>
                        <a:pt x="14729" y="95"/>
                      </a:lnTo>
                      <a:lnTo>
                        <a:pt x="13098" y="345"/>
                      </a:lnTo>
                      <a:lnTo>
                        <a:pt x="11502" y="762"/>
                      </a:lnTo>
                      <a:lnTo>
                        <a:pt x="9942" y="1322"/>
                      </a:lnTo>
                      <a:lnTo>
                        <a:pt x="8430" y="2036"/>
                      </a:lnTo>
                      <a:lnTo>
                        <a:pt x="6989" y="2905"/>
                      </a:lnTo>
                      <a:lnTo>
                        <a:pt x="5620" y="3929"/>
                      </a:lnTo>
                      <a:lnTo>
                        <a:pt x="4334" y="5108"/>
                      </a:lnTo>
                      <a:lnTo>
                        <a:pt x="3739" y="5751"/>
                      </a:lnTo>
                      <a:lnTo>
                        <a:pt x="3405" y="6132"/>
                      </a:lnTo>
                      <a:lnTo>
                        <a:pt x="2798" y="6906"/>
                      </a:lnTo>
                      <a:lnTo>
                        <a:pt x="2227" y="7716"/>
                      </a:lnTo>
                      <a:lnTo>
                        <a:pt x="1703" y="8561"/>
                      </a:lnTo>
                      <a:lnTo>
                        <a:pt x="1238" y="9430"/>
                      </a:lnTo>
                      <a:lnTo>
                        <a:pt x="810" y="10335"/>
                      </a:lnTo>
                      <a:lnTo>
                        <a:pt x="453" y="11252"/>
                      </a:lnTo>
                      <a:lnTo>
                        <a:pt x="131" y="12192"/>
                      </a:lnTo>
                      <a:lnTo>
                        <a:pt x="0" y="12669"/>
                      </a:lnTo>
                      <a:lnTo>
                        <a:pt x="179" y="12573"/>
                      </a:lnTo>
                      <a:lnTo>
                        <a:pt x="595" y="12514"/>
                      </a:lnTo>
                      <a:lnTo>
                        <a:pt x="1203" y="12573"/>
                      </a:lnTo>
                      <a:lnTo>
                        <a:pt x="1310" y="12597"/>
                      </a:lnTo>
                      <a:lnTo>
                        <a:pt x="8930" y="11347"/>
                      </a:lnTo>
                      <a:lnTo>
                        <a:pt x="8978" y="11264"/>
                      </a:lnTo>
                      <a:lnTo>
                        <a:pt x="9252" y="10906"/>
                      </a:lnTo>
                      <a:lnTo>
                        <a:pt x="9442" y="10740"/>
                      </a:lnTo>
                      <a:lnTo>
                        <a:pt x="9526" y="10740"/>
                      </a:lnTo>
                      <a:lnTo>
                        <a:pt x="9847" y="10395"/>
                      </a:lnTo>
                      <a:lnTo>
                        <a:pt x="10538" y="9775"/>
                      </a:lnTo>
                      <a:lnTo>
                        <a:pt x="11276" y="9240"/>
                      </a:lnTo>
                      <a:lnTo>
                        <a:pt x="12050" y="8775"/>
                      </a:lnTo>
                      <a:lnTo>
                        <a:pt x="12847" y="8382"/>
                      </a:lnTo>
                      <a:lnTo>
                        <a:pt x="13681" y="8085"/>
                      </a:lnTo>
                      <a:lnTo>
                        <a:pt x="14538" y="7846"/>
                      </a:lnTo>
                      <a:lnTo>
                        <a:pt x="15407" y="7704"/>
                      </a:lnTo>
                      <a:lnTo>
                        <a:pt x="16289" y="7644"/>
                      </a:lnTo>
                      <a:lnTo>
                        <a:pt x="17170" y="7656"/>
                      </a:lnTo>
                      <a:lnTo>
                        <a:pt x="18039" y="7751"/>
                      </a:lnTo>
                      <a:lnTo>
                        <a:pt x="18908" y="7930"/>
                      </a:lnTo>
                      <a:lnTo>
                        <a:pt x="19765" y="8192"/>
                      </a:lnTo>
                      <a:lnTo>
                        <a:pt x="20599" y="8537"/>
                      </a:lnTo>
                      <a:lnTo>
                        <a:pt x="21408" y="8966"/>
                      </a:lnTo>
                      <a:lnTo>
                        <a:pt x="22182" y="9478"/>
                      </a:lnTo>
                      <a:lnTo>
                        <a:pt x="22551" y="9775"/>
                      </a:lnTo>
                      <a:lnTo>
                        <a:pt x="22551" y="9740"/>
                      </a:lnTo>
                      <a:lnTo>
                        <a:pt x="23956" y="9775"/>
                      </a:lnTo>
                      <a:lnTo>
                        <a:pt x="27767" y="5965"/>
                      </a:lnTo>
                      <a:lnTo>
                        <a:pt x="27945" y="4334"/>
                      </a:lnTo>
                      <a:lnTo>
                        <a:pt x="27267" y="3763"/>
                      </a:lnTo>
                      <a:lnTo>
                        <a:pt x="25862" y="2750"/>
                      </a:lnTo>
                      <a:lnTo>
                        <a:pt x="24385" y="1893"/>
                      </a:lnTo>
                      <a:lnTo>
                        <a:pt x="22849" y="1191"/>
                      </a:lnTo>
                      <a:lnTo>
                        <a:pt x="21266" y="655"/>
                      </a:lnTo>
                      <a:lnTo>
                        <a:pt x="19646" y="274"/>
                      </a:lnTo>
                      <a:lnTo>
                        <a:pt x="18015" y="60"/>
                      </a:lnTo>
                      <a:lnTo>
                        <a:pt x="16372" y="0"/>
                      </a:lnTo>
                      <a:close/>
                    </a:path>
                  </a:pathLst>
                </a:cu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179"/>
                <p:cNvSpPr/>
                <p:nvPr/>
              </p:nvSpPr>
              <p:spPr>
                <a:xfrm>
                  <a:off x="1225416" y="1401378"/>
                  <a:ext cx="196293" cy="265087"/>
                </a:xfrm>
                <a:custGeom>
                  <a:rect b="b" l="l" r="r" t="t"/>
                  <a:pathLst>
                    <a:path extrusionOk="0" h="30923" w="22898">
                      <a:moveTo>
                        <a:pt x="12348" y="1"/>
                      </a:moveTo>
                      <a:lnTo>
                        <a:pt x="6942" y="5395"/>
                      </a:lnTo>
                      <a:lnTo>
                        <a:pt x="7359" y="5740"/>
                      </a:lnTo>
                      <a:lnTo>
                        <a:pt x="8109" y="6502"/>
                      </a:lnTo>
                      <a:lnTo>
                        <a:pt x="8764" y="7335"/>
                      </a:lnTo>
                      <a:lnTo>
                        <a:pt x="9324" y="8228"/>
                      </a:lnTo>
                      <a:lnTo>
                        <a:pt x="9788" y="9181"/>
                      </a:lnTo>
                      <a:lnTo>
                        <a:pt x="10133" y="10169"/>
                      </a:lnTo>
                      <a:lnTo>
                        <a:pt x="10372" y="11205"/>
                      </a:lnTo>
                      <a:lnTo>
                        <a:pt x="10491" y="12265"/>
                      </a:lnTo>
                      <a:lnTo>
                        <a:pt x="10503" y="12812"/>
                      </a:lnTo>
                      <a:lnTo>
                        <a:pt x="10503" y="13777"/>
                      </a:lnTo>
                      <a:lnTo>
                        <a:pt x="10991" y="13789"/>
                      </a:lnTo>
                      <a:lnTo>
                        <a:pt x="11920" y="13979"/>
                      </a:lnTo>
                      <a:lnTo>
                        <a:pt x="12777" y="14348"/>
                      </a:lnTo>
                      <a:lnTo>
                        <a:pt x="13539" y="14860"/>
                      </a:lnTo>
                      <a:lnTo>
                        <a:pt x="14182" y="15503"/>
                      </a:lnTo>
                      <a:lnTo>
                        <a:pt x="14694" y="16265"/>
                      </a:lnTo>
                      <a:lnTo>
                        <a:pt x="15051" y="17123"/>
                      </a:lnTo>
                      <a:lnTo>
                        <a:pt x="15241" y="18051"/>
                      </a:lnTo>
                      <a:lnTo>
                        <a:pt x="15265" y="18540"/>
                      </a:lnTo>
                      <a:lnTo>
                        <a:pt x="15241" y="19028"/>
                      </a:lnTo>
                      <a:lnTo>
                        <a:pt x="15051" y="19956"/>
                      </a:lnTo>
                      <a:lnTo>
                        <a:pt x="14694" y="20814"/>
                      </a:lnTo>
                      <a:lnTo>
                        <a:pt x="14182" y="21576"/>
                      </a:lnTo>
                      <a:lnTo>
                        <a:pt x="13539" y="22219"/>
                      </a:lnTo>
                      <a:lnTo>
                        <a:pt x="12777" y="22731"/>
                      </a:lnTo>
                      <a:lnTo>
                        <a:pt x="11920" y="23100"/>
                      </a:lnTo>
                      <a:lnTo>
                        <a:pt x="10991" y="23290"/>
                      </a:lnTo>
                      <a:lnTo>
                        <a:pt x="10503" y="23302"/>
                      </a:lnTo>
                      <a:lnTo>
                        <a:pt x="977" y="23302"/>
                      </a:lnTo>
                      <a:lnTo>
                        <a:pt x="1" y="24267"/>
                      </a:lnTo>
                      <a:lnTo>
                        <a:pt x="1" y="29958"/>
                      </a:lnTo>
                      <a:lnTo>
                        <a:pt x="977" y="30922"/>
                      </a:lnTo>
                      <a:lnTo>
                        <a:pt x="10503" y="30922"/>
                      </a:lnTo>
                      <a:lnTo>
                        <a:pt x="11134" y="30911"/>
                      </a:lnTo>
                      <a:lnTo>
                        <a:pt x="12384" y="30780"/>
                      </a:lnTo>
                      <a:lnTo>
                        <a:pt x="13598" y="30541"/>
                      </a:lnTo>
                      <a:lnTo>
                        <a:pt x="14765" y="30172"/>
                      </a:lnTo>
                      <a:lnTo>
                        <a:pt x="15873" y="29708"/>
                      </a:lnTo>
                      <a:lnTo>
                        <a:pt x="16932" y="29136"/>
                      </a:lnTo>
                      <a:lnTo>
                        <a:pt x="17921" y="28470"/>
                      </a:lnTo>
                      <a:lnTo>
                        <a:pt x="18837" y="27708"/>
                      </a:lnTo>
                      <a:lnTo>
                        <a:pt x="19671" y="26874"/>
                      </a:lnTo>
                      <a:lnTo>
                        <a:pt x="20433" y="25957"/>
                      </a:lnTo>
                      <a:lnTo>
                        <a:pt x="21100" y="24969"/>
                      </a:lnTo>
                      <a:lnTo>
                        <a:pt x="21671" y="23909"/>
                      </a:lnTo>
                      <a:lnTo>
                        <a:pt x="22147" y="22802"/>
                      </a:lnTo>
                      <a:lnTo>
                        <a:pt x="22505" y="21635"/>
                      </a:lnTo>
                      <a:lnTo>
                        <a:pt x="22755" y="20433"/>
                      </a:lnTo>
                      <a:lnTo>
                        <a:pt x="22886" y="19183"/>
                      </a:lnTo>
                      <a:lnTo>
                        <a:pt x="22898" y="18540"/>
                      </a:lnTo>
                      <a:lnTo>
                        <a:pt x="22886" y="17778"/>
                      </a:lnTo>
                      <a:lnTo>
                        <a:pt x="22695" y="16289"/>
                      </a:lnTo>
                      <a:lnTo>
                        <a:pt x="22338" y="14837"/>
                      </a:lnTo>
                      <a:lnTo>
                        <a:pt x="21802" y="13455"/>
                      </a:lnTo>
                      <a:lnTo>
                        <a:pt x="21112" y="12134"/>
                      </a:lnTo>
                      <a:lnTo>
                        <a:pt x="20266" y="10907"/>
                      </a:lnTo>
                      <a:lnTo>
                        <a:pt x="19278" y="9788"/>
                      </a:lnTo>
                      <a:lnTo>
                        <a:pt x="18147" y="8776"/>
                      </a:lnTo>
                      <a:lnTo>
                        <a:pt x="17528" y="8336"/>
                      </a:lnTo>
                      <a:lnTo>
                        <a:pt x="17349" y="7728"/>
                      </a:lnTo>
                      <a:lnTo>
                        <a:pt x="16944" y="6550"/>
                      </a:lnTo>
                      <a:lnTo>
                        <a:pt x="16444" y="5407"/>
                      </a:lnTo>
                      <a:lnTo>
                        <a:pt x="15861" y="4311"/>
                      </a:lnTo>
                      <a:lnTo>
                        <a:pt x="15206" y="3263"/>
                      </a:lnTo>
                      <a:lnTo>
                        <a:pt x="14479" y="2263"/>
                      </a:lnTo>
                      <a:lnTo>
                        <a:pt x="13682" y="1311"/>
                      </a:lnTo>
                      <a:lnTo>
                        <a:pt x="12813" y="418"/>
                      </a:lnTo>
                      <a:lnTo>
                        <a:pt x="12348" y="1"/>
                      </a:lnTo>
                      <a:close/>
                    </a:path>
                  </a:pathLst>
                </a:cu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179"/>
                <p:cNvSpPr/>
                <p:nvPr/>
              </p:nvSpPr>
              <p:spPr>
                <a:xfrm>
                  <a:off x="1087931" y="1597457"/>
                  <a:ext cx="145870" cy="69111"/>
                </a:xfrm>
                <a:custGeom>
                  <a:rect b="b" l="l" r="r" t="t"/>
                  <a:pathLst>
                    <a:path extrusionOk="0" h="8062" w="17016">
                      <a:moveTo>
                        <a:pt x="5513" y="1"/>
                      </a:moveTo>
                      <a:lnTo>
                        <a:pt x="4144" y="417"/>
                      </a:lnTo>
                      <a:lnTo>
                        <a:pt x="334" y="4227"/>
                      </a:lnTo>
                      <a:lnTo>
                        <a:pt x="0" y="5525"/>
                      </a:lnTo>
                      <a:lnTo>
                        <a:pt x="405" y="5823"/>
                      </a:lnTo>
                      <a:lnTo>
                        <a:pt x="1251" y="6359"/>
                      </a:lnTo>
                      <a:lnTo>
                        <a:pt x="2144" y="6835"/>
                      </a:lnTo>
                      <a:lnTo>
                        <a:pt x="3061" y="7228"/>
                      </a:lnTo>
                      <a:lnTo>
                        <a:pt x="4001" y="7549"/>
                      </a:lnTo>
                      <a:lnTo>
                        <a:pt x="4977" y="7799"/>
                      </a:lnTo>
                      <a:lnTo>
                        <a:pt x="5966" y="7966"/>
                      </a:lnTo>
                      <a:lnTo>
                        <a:pt x="6966" y="8049"/>
                      </a:lnTo>
                      <a:lnTo>
                        <a:pt x="7478" y="8061"/>
                      </a:lnTo>
                      <a:lnTo>
                        <a:pt x="17015" y="8061"/>
                      </a:lnTo>
                      <a:lnTo>
                        <a:pt x="17015" y="429"/>
                      </a:lnTo>
                      <a:lnTo>
                        <a:pt x="7478" y="429"/>
                      </a:lnTo>
                      <a:lnTo>
                        <a:pt x="6966" y="405"/>
                      </a:lnTo>
                      <a:lnTo>
                        <a:pt x="5978" y="191"/>
                      </a:lnTo>
                      <a:lnTo>
                        <a:pt x="5513" y="1"/>
                      </a:lnTo>
                      <a:close/>
                    </a:path>
                  </a:pathLst>
                </a:custGeom>
                <a:solidFill>
                  <a:srgbClr val="34A8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179"/>
                <p:cNvSpPr/>
                <p:nvPr/>
              </p:nvSpPr>
              <p:spPr>
                <a:xfrm>
                  <a:off x="1045677" y="1454048"/>
                  <a:ext cx="190875" cy="190987"/>
                </a:xfrm>
                <a:custGeom>
                  <a:rect b="b" l="l" r="r" t="t"/>
                  <a:pathLst>
                    <a:path extrusionOk="0" h="22279" w="22266">
                      <a:moveTo>
                        <a:pt x="12407" y="1"/>
                      </a:moveTo>
                      <a:lnTo>
                        <a:pt x="11764" y="13"/>
                      </a:lnTo>
                      <a:lnTo>
                        <a:pt x="10514" y="132"/>
                      </a:lnTo>
                      <a:lnTo>
                        <a:pt x="9299" y="382"/>
                      </a:lnTo>
                      <a:lnTo>
                        <a:pt x="8132" y="739"/>
                      </a:lnTo>
                      <a:lnTo>
                        <a:pt x="7025" y="1203"/>
                      </a:lnTo>
                      <a:lnTo>
                        <a:pt x="5965" y="1775"/>
                      </a:lnTo>
                      <a:lnTo>
                        <a:pt x="4977" y="2442"/>
                      </a:lnTo>
                      <a:lnTo>
                        <a:pt x="4060" y="3192"/>
                      </a:lnTo>
                      <a:lnTo>
                        <a:pt x="3215" y="4037"/>
                      </a:lnTo>
                      <a:lnTo>
                        <a:pt x="2465" y="4954"/>
                      </a:lnTo>
                      <a:lnTo>
                        <a:pt x="1798" y="5942"/>
                      </a:lnTo>
                      <a:lnTo>
                        <a:pt x="1226" y="6990"/>
                      </a:lnTo>
                      <a:lnTo>
                        <a:pt x="750" y="8097"/>
                      </a:lnTo>
                      <a:lnTo>
                        <a:pt x="393" y="9264"/>
                      </a:lnTo>
                      <a:lnTo>
                        <a:pt x="143" y="10479"/>
                      </a:lnTo>
                      <a:lnTo>
                        <a:pt x="12" y="11729"/>
                      </a:lnTo>
                      <a:lnTo>
                        <a:pt x="0" y="12360"/>
                      </a:lnTo>
                      <a:lnTo>
                        <a:pt x="12" y="13098"/>
                      </a:lnTo>
                      <a:lnTo>
                        <a:pt x="179" y="14527"/>
                      </a:lnTo>
                      <a:lnTo>
                        <a:pt x="512" y="15920"/>
                      </a:lnTo>
                      <a:lnTo>
                        <a:pt x="1000" y="17265"/>
                      </a:lnTo>
                      <a:lnTo>
                        <a:pt x="1631" y="18527"/>
                      </a:lnTo>
                      <a:lnTo>
                        <a:pt x="2405" y="19730"/>
                      </a:lnTo>
                      <a:lnTo>
                        <a:pt x="3310" y="20825"/>
                      </a:lnTo>
                      <a:lnTo>
                        <a:pt x="4358" y="21826"/>
                      </a:lnTo>
                      <a:lnTo>
                        <a:pt x="4929" y="22278"/>
                      </a:lnTo>
                      <a:lnTo>
                        <a:pt x="10454" y="16741"/>
                      </a:lnTo>
                      <a:lnTo>
                        <a:pt x="10014" y="16527"/>
                      </a:lnTo>
                      <a:lnTo>
                        <a:pt x="9240" y="15979"/>
                      </a:lnTo>
                      <a:lnTo>
                        <a:pt x="8609" y="15301"/>
                      </a:lnTo>
                      <a:lnTo>
                        <a:pt x="8120" y="14515"/>
                      </a:lnTo>
                      <a:lnTo>
                        <a:pt x="7799" y="13670"/>
                      </a:lnTo>
                      <a:lnTo>
                        <a:pt x="7644" y="12765"/>
                      </a:lnTo>
                      <a:lnTo>
                        <a:pt x="7656" y="11836"/>
                      </a:lnTo>
                      <a:lnTo>
                        <a:pt x="7870" y="10895"/>
                      </a:lnTo>
                      <a:lnTo>
                        <a:pt x="8061" y="10443"/>
                      </a:lnTo>
                      <a:lnTo>
                        <a:pt x="8275" y="10002"/>
                      </a:lnTo>
                      <a:lnTo>
                        <a:pt x="8823" y="9240"/>
                      </a:lnTo>
                      <a:lnTo>
                        <a:pt x="9502" y="8597"/>
                      </a:lnTo>
                      <a:lnTo>
                        <a:pt x="10276" y="8121"/>
                      </a:lnTo>
                      <a:lnTo>
                        <a:pt x="11133" y="7788"/>
                      </a:lnTo>
                      <a:lnTo>
                        <a:pt x="12038" y="7633"/>
                      </a:lnTo>
                      <a:lnTo>
                        <a:pt x="12967" y="7657"/>
                      </a:lnTo>
                      <a:lnTo>
                        <a:pt x="13895" y="7859"/>
                      </a:lnTo>
                      <a:lnTo>
                        <a:pt x="14348" y="8050"/>
                      </a:lnTo>
                      <a:lnTo>
                        <a:pt x="14741" y="8240"/>
                      </a:lnTo>
                      <a:lnTo>
                        <a:pt x="15455" y="8728"/>
                      </a:lnTo>
                      <a:lnTo>
                        <a:pt x="16062" y="9347"/>
                      </a:lnTo>
                      <a:lnTo>
                        <a:pt x="16562" y="10050"/>
                      </a:lnTo>
                      <a:lnTo>
                        <a:pt x="16753" y="10443"/>
                      </a:lnTo>
                      <a:lnTo>
                        <a:pt x="22266" y="4930"/>
                      </a:lnTo>
                      <a:lnTo>
                        <a:pt x="21825" y="4347"/>
                      </a:lnTo>
                      <a:lnTo>
                        <a:pt x="20825" y="3311"/>
                      </a:lnTo>
                      <a:lnTo>
                        <a:pt x="19730" y="2394"/>
                      </a:lnTo>
                      <a:lnTo>
                        <a:pt x="18539" y="1620"/>
                      </a:lnTo>
                      <a:lnTo>
                        <a:pt x="17277" y="989"/>
                      </a:lnTo>
                      <a:lnTo>
                        <a:pt x="15943" y="513"/>
                      </a:lnTo>
                      <a:lnTo>
                        <a:pt x="14550" y="179"/>
                      </a:lnTo>
                      <a:lnTo>
                        <a:pt x="13133" y="13"/>
                      </a:lnTo>
                      <a:lnTo>
                        <a:pt x="12407" y="1"/>
                      </a:lnTo>
                      <a:close/>
                    </a:path>
                  </a:pathLst>
                </a:custGeom>
                <a:solidFill>
                  <a:srgbClr val="FBBC0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4" name="Google Shape;814;p179"/>
              <p:cNvGrpSpPr/>
              <p:nvPr/>
            </p:nvGrpSpPr>
            <p:grpSpPr>
              <a:xfrm>
                <a:off x="1532346" y="1409239"/>
                <a:ext cx="1542296" cy="272846"/>
                <a:chOff x="1532346" y="1409239"/>
                <a:chExt cx="1542296" cy="272846"/>
              </a:xfrm>
            </p:grpSpPr>
            <p:sp>
              <p:nvSpPr>
                <p:cNvPr id="815" name="Google Shape;815;p179"/>
                <p:cNvSpPr/>
                <p:nvPr/>
              </p:nvSpPr>
              <p:spPr>
                <a:xfrm>
                  <a:off x="1532346" y="1409239"/>
                  <a:ext cx="837190" cy="272846"/>
                </a:xfrm>
                <a:custGeom>
                  <a:rect b="b" l="l" r="r" t="t"/>
                  <a:pathLst>
                    <a:path extrusionOk="0" h="31828" w="97660">
                      <a:moveTo>
                        <a:pt x="90813" y="11848"/>
                      </a:moveTo>
                      <a:lnTo>
                        <a:pt x="91289" y="11919"/>
                      </a:lnTo>
                      <a:lnTo>
                        <a:pt x="91754" y="12038"/>
                      </a:lnTo>
                      <a:lnTo>
                        <a:pt x="92194" y="12217"/>
                      </a:lnTo>
                      <a:lnTo>
                        <a:pt x="92409" y="12336"/>
                      </a:lnTo>
                      <a:lnTo>
                        <a:pt x="92599" y="12443"/>
                      </a:lnTo>
                      <a:lnTo>
                        <a:pt x="92933" y="12705"/>
                      </a:lnTo>
                      <a:lnTo>
                        <a:pt x="93206" y="13015"/>
                      </a:lnTo>
                      <a:lnTo>
                        <a:pt x="93433" y="13372"/>
                      </a:lnTo>
                      <a:lnTo>
                        <a:pt x="93528" y="13562"/>
                      </a:lnTo>
                      <a:lnTo>
                        <a:pt x="86408" y="16491"/>
                      </a:lnTo>
                      <a:lnTo>
                        <a:pt x="86396" y="16015"/>
                      </a:lnTo>
                      <a:lnTo>
                        <a:pt x="86539" y="15098"/>
                      </a:lnTo>
                      <a:lnTo>
                        <a:pt x="86860" y="14229"/>
                      </a:lnTo>
                      <a:lnTo>
                        <a:pt x="87372" y="13455"/>
                      </a:lnTo>
                      <a:lnTo>
                        <a:pt x="87694" y="13110"/>
                      </a:lnTo>
                      <a:lnTo>
                        <a:pt x="87979" y="12824"/>
                      </a:lnTo>
                      <a:lnTo>
                        <a:pt x="88646" y="12372"/>
                      </a:lnTo>
                      <a:lnTo>
                        <a:pt x="89372" y="12050"/>
                      </a:lnTo>
                      <a:lnTo>
                        <a:pt x="90158" y="11872"/>
                      </a:lnTo>
                      <a:lnTo>
                        <a:pt x="90563" y="11848"/>
                      </a:lnTo>
                      <a:close/>
                      <a:moveTo>
                        <a:pt x="32899" y="11907"/>
                      </a:moveTo>
                      <a:lnTo>
                        <a:pt x="33756" y="11931"/>
                      </a:lnTo>
                      <a:lnTo>
                        <a:pt x="34578" y="12110"/>
                      </a:lnTo>
                      <a:lnTo>
                        <a:pt x="35375" y="12443"/>
                      </a:lnTo>
                      <a:lnTo>
                        <a:pt x="36090" y="12943"/>
                      </a:lnTo>
                      <a:lnTo>
                        <a:pt x="36423" y="13265"/>
                      </a:lnTo>
                      <a:lnTo>
                        <a:pt x="36733" y="13646"/>
                      </a:lnTo>
                      <a:lnTo>
                        <a:pt x="37221" y="14467"/>
                      </a:lnTo>
                      <a:lnTo>
                        <a:pt x="37554" y="15348"/>
                      </a:lnTo>
                      <a:lnTo>
                        <a:pt x="37721" y="16265"/>
                      </a:lnTo>
                      <a:lnTo>
                        <a:pt x="37721" y="17194"/>
                      </a:lnTo>
                      <a:lnTo>
                        <a:pt x="37554" y="18111"/>
                      </a:lnTo>
                      <a:lnTo>
                        <a:pt x="37221" y="18992"/>
                      </a:lnTo>
                      <a:lnTo>
                        <a:pt x="36733" y="19801"/>
                      </a:lnTo>
                      <a:lnTo>
                        <a:pt x="36423" y="20182"/>
                      </a:lnTo>
                      <a:lnTo>
                        <a:pt x="36340" y="20266"/>
                      </a:lnTo>
                      <a:lnTo>
                        <a:pt x="36256" y="20349"/>
                      </a:lnTo>
                      <a:lnTo>
                        <a:pt x="35911" y="20647"/>
                      </a:lnTo>
                      <a:lnTo>
                        <a:pt x="35173" y="21099"/>
                      </a:lnTo>
                      <a:lnTo>
                        <a:pt x="34375" y="21397"/>
                      </a:lnTo>
                      <a:lnTo>
                        <a:pt x="33554" y="21540"/>
                      </a:lnTo>
                      <a:lnTo>
                        <a:pt x="32720" y="21516"/>
                      </a:lnTo>
                      <a:lnTo>
                        <a:pt x="31899" y="21326"/>
                      </a:lnTo>
                      <a:lnTo>
                        <a:pt x="31125" y="20992"/>
                      </a:lnTo>
                      <a:lnTo>
                        <a:pt x="30410" y="20492"/>
                      </a:lnTo>
                      <a:lnTo>
                        <a:pt x="30089" y="20182"/>
                      </a:lnTo>
                      <a:lnTo>
                        <a:pt x="30053" y="20182"/>
                      </a:lnTo>
                      <a:lnTo>
                        <a:pt x="29732" y="19801"/>
                      </a:lnTo>
                      <a:lnTo>
                        <a:pt x="29243" y="18980"/>
                      </a:lnTo>
                      <a:lnTo>
                        <a:pt x="28910" y="18099"/>
                      </a:lnTo>
                      <a:lnTo>
                        <a:pt x="28743" y="17182"/>
                      </a:lnTo>
                      <a:lnTo>
                        <a:pt x="28743" y="16253"/>
                      </a:lnTo>
                      <a:lnTo>
                        <a:pt x="28910" y="15336"/>
                      </a:lnTo>
                      <a:lnTo>
                        <a:pt x="29243" y="14455"/>
                      </a:lnTo>
                      <a:lnTo>
                        <a:pt x="29732" y="13634"/>
                      </a:lnTo>
                      <a:lnTo>
                        <a:pt x="30053" y="13265"/>
                      </a:lnTo>
                      <a:lnTo>
                        <a:pt x="30184" y="13134"/>
                      </a:lnTo>
                      <a:lnTo>
                        <a:pt x="30517" y="12824"/>
                      </a:lnTo>
                      <a:lnTo>
                        <a:pt x="31268" y="12360"/>
                      </a:lnTo>
                      <a:lnTo>
                        <a:pt x="32065" y="12050"/>
                      </a:lnTo>
                      <a:lnTo>
                        <a:pt x="32899" y="11907"/>
                      </a:lnTo>
                      <a:close/>
                      <a:moveTo>
                        <a:pt x="50318" y="11907"/>
                      </a:moveTo>
                      <a:lnTo>
                        <a:pt x="51164" y="11931"/>
                      </a:lnTo>
                      <a:lnTo>
                        <a:pt x="51997" y="12110"/>
                      </a:lnTo>
                      <a:lnTo>
                        <a:pt x="52783" y="12443"/>
                      </a:lnTo>
                      <a:lnTo>
                        <a:pt x="53509" y="12943"/>
                      </a:lnTo>
                      <a:lnTo>
                        <a:pt x="53831" y="13265"/>
                      </a:lnTo>
                      <a:lnTo>
                        <a:pt x="54152" y="13646"/>
                      </a:lnTo>
                      <a:lnTo>
                        <a:pt x="54641" y="14467"/>
                      </a:lnTo>
                      <a:lnTo>
                        <a:pt x="54974" y="15348"/>
                      </a:lnTo>
                      <a:lnTo>
                        <a:pt x="55129" y="16265"/>
                      </a:lnTo>
                      <a:lnTo>
                        <a:pt x="55129" y="17194"/>
                      </a:lnTo>
                      <a:lnTo>
                        <a:pt x="54974" y="18111"/>
                      </a:lnTo>
                      <a:lnTo>
                        <a:pt x="54641" y="18992"/>
                      </a:lnTo>
                      <a:lnTo>
                        <a:pt x="54152" y="19801"/>
                      </a:lnTo>
                      <a:lnTo>
                        <a:pt x="53831" y="20182"/>
                      </a:lnTo>
                      <a:lnTo>
                        <a:pt x="53759" y="20266"/>
                      </a:lnTo>
                      <a:lnTo>
                        <a:pt x="53664" y="20349"/>
                      </a:lnTo>
                      <a:lnTo>
                        <a:pt x="53331" y="20647"/>
                      </a:lnTo>
                      <a:lnTo>
                        <a:pt x="52593" y="21099"/>
                      </a:lnTo>
                      <a:lnTo>
                        <a:pt x="51795" y="21397"/>
                      </a:lnTo>
                      <a:lnTo>
                        <a:pt x="50961" y="21540"/>
                      </a:lnTo>
                      <a:lnTo>
                        <a:pt x="50128" y="21516"/>
                      </a:lnTo>
                      <a:lnTo>
                        <a:pt x="49306" y="21326"/>
                      </a:lnTo>
                      <a:lnTo>
                        <a:pt x="48532" y="20992"/>
                      </a:lnTo>
                      <a:lnTo>
                        <a:pt x="47818" y="20492"/>
                      </a:lnTo>
                      <a:lnTo>
                        <a:pt x="47508" y="20182"/>
                      </a:lnTo>
                      <a:lnTo>
                        <a:pt x="47461" y="20182"/>
                      </a:lnTo>
                      <a:lnTo>
                        <a:pt x="47139" y="19801"/>
                      </a:lnTo>
                      <a:lnTo>
                        <a:pt x="46651" y="18980"/>
                      </a:lnTo>
                      <a:lnTo>
                        <a:pt x="46318" y="18099"/>
                      </a:lnTo>
                      <a:lnTo>
                        <a:pt x="46163" y="17182"/>
                      </a:lnTo>
                      <a:lnTo>
                        <a:pt x="46163" y="16253"/>
                      </a:lnTo>
                      <a:lnTo>
                        <a:pt x="46318" y="15336"/>
                      </a:lnTo>
                      <a:lnTo>
                        <a:pt x="46651" y="14455"/>
                      </a:lnTo>
                      <a:lnTo>
                        <a:pt x="47139" y="13634"/>
                      </a:lnTo>
                      <a:lnTo>
                        <a:pt x="47461" y="13265"/>
                      </a:lnTo>
                      <a:lnTo>
                        <a:pt x="47592" y="13134"/>
                      </a:lnTo>
                      <a:lnTo>
                        <a:pt x="47937" y="12824"/>
                      </a:lnTo>
                      <a:lnTo>
                        <a:pt x="48675" y="12360"/>
                      </a:lnTo>
                      <a:lnTo>
                        <a:pt x="49485" y="12050"/>
                      </a:lnTo>
                      <a:lnTo>
                        <a:pt x="50318" y="11907"/>
                      </a:lnTo>
                      <a:close/>
                      <a:moveTo>
                        <a:pt x="68048" y="11907"/>
                      </a:moveTo>
                      <a:lnTo>
                        <a:pt x="68488" y="11919"/>
                      </a:lnTo>
                      <a:lnTo>
                        <a:pt x="69333" y="12098"/>
                      </a:lnTo>
                      <a:lnTo>
                        <a:pt x="70107" y="12455"/>
                      </a:lnTo>
                      <a:lnTo>
                        <a:pt x="70786" y="12967"/>
                      </a:lnTo>
                      <a:lnTo>
                        <a:pt x="71084" y="13289"/>
                      </a:lnTo>
                      <a:lnTo>
                        <a:pt x="71381" y="13658"/>
                      </a:lnTo>
                      <a:lnTo>
                        <a:pt x="71846" y="14479"/>
                      </a:lnTo>
                      <a:lnTo>
                        <a:pt x="72167" y="15360"/>
                      </a:lnTo>
                      <a:lnTo>
                        <a:pt x="72298" y="16289"/>
                      </a:lnTo>
                      <a:lnTo>
                        <a:pt x="72298" y="16765"/>
                      </a:lnTo>
                      <a:lnTo>
                        <a:pt x="72298" y="17230"/>
                      </a:lnTo>
                      <a:lnTo>
                        <a:pt x="72155" y="18146"/>
                      </a:lnTo>
                      <a:lnTo>
                        <a:pt x="71846" y="19016"/>
                      </a:lnTo>
                      <a:lnTo>
                        <a:pt x="71381" y="19813"/>
                      </a:lnTo>
                      <a:lnTo>
                        <a:pt x="71084" y="20182"/>
                      </a:lnTo>
                      <a:lnTo>
                        <a:pt x="70786" y="20504"/>
                      </a:lnTo>
                      <a:lnTo>
                        <a:pt x="70095" y="21028"/>
                      </a:lnTo>
                      <a:lnTo>
                        <a:pt x="69322" y="21373"/>
                      </a:lnTo>
                      <a:lnTo>
                        <a:pt x="68476" y="21552"/>
                      </a:lnTo>
                      <a:lnTo>
                        <a:pt x="68048" y="21552"/>
                      </a:lnTo>
                      <a:lnTo>
                        <a:pt x="67595" y="21540"/>
                      </a:lnTo>
                      <a:lnTo>
                        <a:pt x="66726" y="21361"/>
                      </a:lnTo>
                      <a:lnTo>
                        <a:pt x="65928" y="21016"/>
                      </a:lnTo>
                      <a:lnTo>
                        <a:pt x="65214" y="20504"/>
                      </a:lnTo>
                      <a:lnTo>
                        <a:pt x="64904" y="20182"/>
                      </a:lnTo>
                      <a:lnTo>
                        <a:pt x="64595" y="19825"/>
                      </a:lnTo>
                      <a:lnTo>
                        <a:pt x="64094" y="19028"/>
                      </a:lnTo>
                      <a:lnTo>
                        <a:pt x="63761" y="18158"/>
                      </a:lnTo>
                      <a:lnTo>
                        <a:pt x="63606" y="17230"/>
                      </a:lnTo>
                      <a:lnTo>
                        <a:pt x="63606" y="16765"/>
                      </a:lnTo>
                      <a:lnTo>
                        <a:pt x="63606" y="16277"/>
                      </a:lnTo>
                      <a:lnTo>
                        <a:pt x="63761" y="15348"/>
                      </a:lnTo>
                      <a:lnTo>
                        <a:pt x="64094" y="14455"/>
                      </a:lnTo>
                      <a:lnTo>
                        <a:pt x="64583" y="13658"/>
                      </a:lnTo>
                      <a:lnTo>
                        <a:pt x="64904" y="13289"/>
                      </a:lnTo>
                      <a:lnTo>
                        <a:pt x="65214" y="12967"/>
                      </a:lnTo>
                      <a:lnTo>
                        <a:pt x="65928" y="12455"/>
                      </a:lnTo>
                      <a:lnTo>
                        <a:pt x="66726" y="12098"/>
                      </a:lnTo>
                      <a:lnTo>
                        <a:pt x="67595" y="11919"/>
                      </a:lnTo>
                      <a:lnTo>
                        <a:pt x="68048" y="11907"/>
                      </a:lnTo>
                      <a:close/>
                      <a:moveTo>
                        <a:pt x="77763" y="822"/>
                      </a:moveTo>
                      <a:lnTo>
                        <a:pt x="77763" y="24219"/>
                      </a:lnTo>
                      <a:lnTo>
                        <a:pt x="81264" y="24219"/>
                      </a:lnTo>
                      <a:lnTo>
                        <a:pt x="81264" y="822"/>
                      </a:lnTo>
                      <a:close/>
                      <a:moveTo>
                        <a:pt x="32875" y="8788"/>
                      </a:moveTo>
                      <a:lnTo>
                        <a:pt x="32113" y="8859"/>
                      </a:lnTo>
                      <a:lnTo>
                        <a:pt x="31363" y="9002"/>
                      </a:lnTo>
                      <a:lnTo>
                        <a:pt x="30613" y="9216"/>
                      </a:lnTo>
                      <a:lnTo>
                        <a:pt x="29898" y="9502"/>
                      </a:lnTo>
                      <a:lnTo>
                        <a:pt x="29196" y="9859"/>
                      </a:lnTo>
                      <a:lnTo>
                        <a:pt x="28529" y="10288"/>
                      </a:lnTo>
                      <a:lnTo>
                        <a:pt x="27898" y="10776"/>
                      </a:lnTo>
                      <a:lnTo>
                        <a:pt x="27588" y="11062"/>
                      </a:lnTo>
                      <a:lnTo>
                        <a:pt x="27303" y="11360"/>
                      </a:lnTo>
                      <a:lnTo>
                        <a:pt x="26803" y="11991"/>
                      </a:lnTo>
                      <a:lnTo>
                        <a:pt x="26362" y="12657"/>
                      </a:lnTo>
                      <a:lnTo>
                        <a:pt x="26005" y="13360"/>
                      </a:lnTo>
                      <a:lnTo>
                        <a:pt x="25707" y="14086"/>
                      </a:lnTo>
                      <a:lnTo>
                        <a:pt x="25493" y="14825"/>
                      </a:lnTo>
                      <a:lnTo>
                        <a:pt x="25350" y="15587"/>
                      </a:lnTo>
                      <a:lnTo>
                        <a:pt x="25278" y="16349"/>
                      </a:lnTo>
                      <a:lnTo>
                        <a:pt x="25278" y="17122"/>
                      </a:lnTo>
                      <a:lnTo>
                        <a:pt x="25350" y="17885"/>
                      </a:lnTo>
                      <a:lnTo>
                        <a:pt x="25493" y="18647"/>
                      </a:lnTo>
                      <a:lnTo>
                        <a:pt x="25707" y="19385"/>
                      </a:lnTo>
                      <a:lnTo>
                        <a:pt x="26005" y="20111"/>
                      </a:lnTo>
                      <a:lnTo>
                        <a:pt x="26362" y="20814"/>
                      </a:lnTo>
                      <a:lnTo>
                        <a:pt x="26803" y="21480"/>
                      </a:lnTo>
                      <a:lnTo>
                        <a:pt x="27303" y="22111"/>
                      </a:lnTo>
                      <a:lnTo>
                        <a:pt x="27588" y="22421"/>
                      </a:lnTo>
                      <a:lnTo>
                        <a:pt x="27886" y="22695"/>
                      </a:lnTo>
                      <a:lnTo>
                        <a:pt x="28517" y="23195"/>
                      </a:lnTo>
                      <a:lnTo>
                        <a:pt x="29196" y="23624"/>
                      </a:lnTo>
                      <a:lnTo>
                        <a:pt x="29886" y="23969"/>
                      </a:lnTo>
                      <a:lnTo>
                        <a:pt x="30613" y="24255"/>
                      </a:lnTo>
                      <a:lnTo>
                        <a:pt x="31351" y="24469"/>
                      </a:lnTo>
                      <a:lnTo>
                        <a:pt x="32101" y="24612"/>
                      </a:lnTo>
                      <a:lnTo>
                        <a:pt x="32863" y="24683"/>
                      </a:lnTo>
                      <a:lnTo>
                        <a:pt x="33637" y="24683"/>
                      </a:lnTo>
                      <a:lnTo>
                        <a:pt x="34399" y="24612"/>
                      </a:lnTo>
                      <a:lnTo>
                        <a:pt x="35149" y="24469"/>
                      </a:lnTo>
                      <a:lnTo>
                        <a:pt x="35887" y="24255"/>
                      </a:lnTo>
                      <a:lnTo>
                        <a:pt x="36614" y="23969"/>
                      </a:lnTo>
                      <a:lnTo>
                        <a:pt x="37316" y="23624"/>
                      </a:lnTo>
                      <a:lnTo>
                        <a:pt x="37983" y="23195"/>
                      </a:lnTo>
                      <a:lnTo>
                        <a:pt x="38614" y="22695"/>
                      </a:lnTo>
                      <a:lnTo>
                        <a:pt x="38924" y="22421"/>
                      </a:lnTo>
                      <a:lnTo>
                        <a:pt x="39197" y="22111"/>
                      </a:lnTo>
                      <a:lnTo>
                        <a:pt x="39709" y="21480"/>
                      </a:lnTo>
                      <a:lnTo>
                        <a:pt x="40150" y="20814"/>
                      </a:lnTo>
                      <a:lnTo>
                        <a:pt x="40507" y="20111"/>
                      </a:lnTo>
                      <a:lnTo>
                        <a:pt x="40793" y="19385"/>
                      </a:lnTo>
                      <a:lnTo>
                        <a:pt x="41019" y="18647"/>
                      </a:lnTo>
                      <a:lnTo>
                        <a:pt x="41162" y="17885"/>
                      </a:lnTo>
                      <a:lnTo>
                        <a:pt x="41234" y="17122"/>
                      </a:lnTo>
                      <a:lnTo>
                        <a:pt x="41234" y="16349"/>
                      </a:lnTo>
                      <a:lnTo>
                        <a:pt x="41162" y="15587"/>
                      </a:lnTo>
                      <a:lnTo>
                        <a:pt x="41019" y="14825"/>
                      </a:lnTo>
                      <a:lnTo>
                        <a:pt x="40793" y="14086"/>
                      </a:lnTo>
                      <a:lnTo>
                        <a:pt x="40507" y="13360"/>
                      </a:lnTo>
                      <a:lnTo>
                        <a:pt x="40150" y="12657"/>
                      </a:lnTo>
                      <a:lnTo>
                        <a:pt x="39709" y="11991"/>
                      </a:lnTo>
                      <a:lnTo>
                        <a:pt x="39197" y="11360"/>
                      </a:lnTo>
                      <a:lnTo>
                        <a:pt x="38924" y="11062"/>
                      </a:lnTo>
                      <a:lnTo>
                        <a:pt x="38614" y="10776"/>
                      </a:lnTo>
                      <a:lnTo>
                        <a:pt x="37983" y="10288"/>
                      </a:lnTo>
                      <a:lnTo>
                        <a:pt x="37316" y="9859"/>
                      </a:lnTo>
                      <a:lnTo>
                        <a:pt x="36626" y="9502"/>
                      </a:lnTo>
                      <a:lnTo>
                        <a:pt x="35899" y="9216"/>
                      </a:lnTo>
                      <a:lnTo>
                        <a:pt x="35161" y="9002"/>
                      </a:lnTo>
                      <a:lnTo>
                        <a:pt x="34411" y="8859"/>
                      </a:lnTo>
                      <a:lnTo>
                        <a:pt x="33637" y="8788"/>
                      </a:lnTo>
                      <a:close/>
                      <a:moveTo>
                        <a:pt x="50306" y="8788"/>
                      </a:moveTo>
                      <a:lnTo>
                        <a:pt x="49544" y="8859"/>
                      </a:lnTo>
                      <a:lnTo>
                        <a:pt x="48782" y="9002"/>
                      </a:lnTo>
                      <a:lnTo>
                        <a:pt x="48044" y="9216"/>
                      </a:lnTo>
                      <a:lnTo>
                        <a:pt x="47318" y="9502"/>
                      </a:lnTo>
                      <a:lnTo>
                        <a:pt x="46627" y="9859"/>
                      </a:lnTo>
                      <a:lnTo>
                        <a:pt x="45960" y="10288"/>
                      </a:lnTo>
                      <a:lnTo>
                        <a:pt x="45318" y="10776"/>
                      </a:lnTo>
                      <a:lnTo>
                        <a:pt x="45020" y="11062"/>
                      </a:lnTo>
                      <a:lnTo>
                        <a:pt x="44734" y="11360"/>
                      </a:lnTo>
                      <a:lnTo>
                        <a:pt x="44222" y="11991"/>
                      </a:lnTo>
                      <a:lnTo>
                        <a:pt x="43793" y="12657"/>
                      </a:lnTo>
                      <a:lnTo>
                        <a:pt x="43424" y="13360"/>
                      </a:lnTo>
                      <a:lnTo>
                        <a:pt x="43139" y="14086"/>
                      </a:lnTo>
                      <a:lnTo>
                        <a:pt x="42924" y="14825"/>
                      </a:lnTo>
                      <a:lnTo>
                        <a:pt x="42781" y="15587"/>
                      </a:lnTo>
                      <a:lnTo>
                        <a:pt x="42710" y="16349"/>
                      </a:lnTo>
                      <a:lnTo>
                        <a:pt x="42710" y="17122"/>
                      </a:lnTo>
                      <a:lnTo>
                        <a:pt x="42781" y="17885"/>
                      </a:lnTo>
                      <a:lnTo>
                        <a:pt x="42924" y="18647"/>
                      </a:lnTo>
                      <a:lnTo>
                        <a:pt x="43139" y="19385"/>
                      </a:lnTo>
                      <a:lnTo>
                        <a:pt x="43424" y="20111"/>
                      </a:lnTo>
                      <a:lnTo>
                        <a:pt x="43793" y="20814"/>
                      </a:lnTo>
                      <a:lnTo>
                        <a:pt x="44222" y="21480"/>
                      </a:lnTo>
                      <a:lnTo>
                        <a:pt x="44734" y="22111"/>
                      </a:lnTo>
                      <a:lnTo>
                        <a:pt x="45020" y="22421"/>
                      </a:lnTo>
                      <a:lnTo>
                        <a:pt x="45318" y="22695"/>
                      </a:lnTo>
                      <a:lnTo>
                        <a:pt x="45949" y="23195"/>
                      </a:lnTo>
                      <a:lnTo>
                        <a:pt x="46615" y="23624"/>
                      </a:lnTo>
                      <a:lnTo>
                        <a:pt x="47318" y="23969"/>
                      </a:lnTo>
                      <a:lnTo>
                        <a:pt x="48032" y="24255"/>
                      </a:lnTo>
                      <a:lnTo>
                        <a:pt x="48782" y="24469"/>
                      </a:lnTo>
                      <a:lnTo>
                        <a:pt x="49533" y="24612"/>
                      </a:lnTo>
                      <a:lnTo>
                        <a:pt x="50295" y="24683"/>
                      </a:lnTo>
                      <a:lnTo>
                        <a:pt x="51057" y="24683"/>
                      </a:lnTo>
                      <a:lnTo>
                        <a:pt x="51819" y="24612"/>
                      </a:lnTo>
                      <a:lnTo>
                        <a:pt x="52581" y="24469"/>
                      </a:lnTo>
                      <a:lnTo>
                        <a:pt x="53319" y="24255"/>
                      </a:lnTo>
                      <a:lnTo>
                        <a:pt x="54045" y="23969"/>
                      </a:lnTo>
                      <a:lnTo>
                        <a:pt x="54736" y="23624"/>
                      </a:lnTo>
                      <a:lnTo>
                        <a:pt x="55414" y="23195"/>
                      </a:lnTo>
                      <a:lnTo>
                        <a:pt x="56046" y="22695"/>
                      </a:lnTo>
                      <a:lnTo>
                        <a:pt x="56343" y="22421"/>
                      </a:lnTo>
                      <a:lnTo>
                        <a:pt x="56629" y="22111"/>
                      </a:lnTo>
                      <a:lnTo>
                        <a:pt x="57129" y="21480"/>
                      </a:lnTo>
                      <a:lnTo>
                        <a:pt x="57570" y="20814"/>
                      </a:lnTo>
                      <a:lnTo>
                        <a:pt x="57927" y="20111"/>
                      </a:lnTo>
                      <a:lnTo>
                        <a:pt x="58213" y="19385"/>
                      </a:lnTo>
                      <a:lnTo>
                        <a:pt x="58439" y="18647"/>
                      </a:lnTo>
                      <a:lnTo>
                        <a:pt x="58582" y="17885"/>
                      </a:lnTo>
                      <a:lnTo>
                        <a:pt x="58653" y="17111"/>
                      </a:lnTo>
                      <a:lnTo>
                        <a:pt x="58653" y="16349"/>
                      </a:lnTo>
                      <a:lnTo>
                        <a:pt x="58582" y="15575"/>
                      </a:lnTo>
                      <a:lnTo>
                        <a:pt x="58439" y="14825"/>
                      </a:lnTo>
                      <a:lnTo>
                        <a:pt x="58213" y="14074"/>
                      </a:lnTo>
                      <a:lnTo>
                        <a:pt x="57927" y="13360"/>
                      </a:lnTo>
                      <a:lnTo>
                        <a:pt x="57570" y="12657"/>
                      </a:lnTo>
                      <a:lnTo>
                        <a:pt x="57129" y="11991"/>
                      </a:lnTo>
                      <a:lnTo>
                        <a:pt x="56629" y="11360"/>
                      </a:lnTo>
                      <a:lnTo>
                        <a:pt x="56343" y="11062"/>
                      </a:lnTo>
                      <a:lnTo>
                        <a:pt x="56046" y="10776"/>
                      </a:lnTo>
                      <a:lnTo>
                        <a:pt x="55414" y="10288"/>
                      </a:lnTo>
                      <a:lnTo>
                        <a:pt x="54748" y="9859"/>
                      </a:lnTo>
                      <a:lnTo>
                        <a:pt x="54045" y="9502"/>
                      </a:lnTo>
                      <a:lnTo>
                        <a:pt x="53331" y="9216"/>
                      </a:lnTo>
                      <a:lnTo>
                        <a:pt x="52593" y="9002"/>
                      </a:lnTo>
                      <a:lnTo>
                        <a:pt x="51831" y="8859"/>
                      </a:lnTo>
                      <a:lnTo>
                        <a:pt x="51068" y="8788"/>
                      </a:lnTo>
                      <a:close/>
                      <a:moveTo>
                        <a:pt x="11907" y="1"/>
                      </a:moveTo>
                      <a:lnTo>
                        <a:pt x="10681" y="108"/>
                      </a:lnTo>
                      <a:lnTo>
                        <a:pt x="9490" y="346"/>
                      </a:lnTo>
                      <a:lnTo>
                        <a:pt x="8311" y="691"/>
                      </a:lnTo>
                      <a:lnTo>
                        <a:pt x="7192" y="1156"/>
                      </a:lnTo>
                      <a:lnTo>
                        <a:pt x="6109" y="1727"/>
                      </a:lnTo>
                      <a:lnTo>
                        <a:pt x="5097" y="2406"/>
                      </a:lnTo>
                      <a:lnTo>
                        <a:pt x="4144" y="3192"/>
                      </a:lnTo>
                      <a:lnTo>
                        <a:pt x="3703" y="3632"/>
                      </a:lnTo>
                      <a:lnTo>
                        <a:pt x="3394" y="3942"/>
                      </a:lnTo>
                      <a:lnTo>
                        <a:pt x="2965" y="4406"/>
                      </a:lnTo>
                      <a:lnTo>
                        <a:pt x="2203" y="5371"/>
                      </a:lnTo>
                      <a:lnTo>
                        <a:pt x="1560" y="6383"/>
                      </a:lnTo>
                      <a:lnTo>
                        <a:pt x="1024" y="7454"/>
                      </a:lnTo>
                      <a:lnTo>
                        <a:pt x="608" y="8550"/>
                      </a:lnTo>
                      <a:lnTo>
                        <a:pt x="286" y="9681"/>
                      </a:lnTo>
                      <a:lnTo>
                        <a:pt x="96" y="10836"/>
                      </a:lnTo>
                      <a:lnTo>
                        <a:pt x="0" y="11991"/>
                      </a:lnTo>
                      <a:lnTo>
                        <a:pt x="24" y="13146"/>
                      </a:lnTo>
                      <a:lnTo>
                        <a:pt x="155" y="14301"/>
                      </a:lnTo>
                      <a:lnTo>
                        <a:pt x="393" y="15444"/>
                      </a:lnTo>
                      <a:lnTo>
                        <a:pt x="751" y="16563"/>
                      </a:lnTo>
                      <a:lnTo>
                        <a:pt x="1215" y="17646"/>
                      </a:lnTo>
                      <a:lnTo>
                        <a:pt x="1786" y="18682"/>
                      </a:lnTo>
                      <a:lnTo>
                        <a:pt x="2465" y="19682"/>
                      </a:lnTo>
                      <a:lnTo>
                        <a:pt x="3263" y="20623"/>
                      </a:lnTo>
                      <a:lnTo>
                        <a:pt x="3703" y="21064"/>
                      </a:lnTo>
                      <a:lnTo>
                        <a:pt x="4144" y="21492"/>
                      </a:lnTo>
                      <a:lnTo>
                        <a:pt x="5097" y="22278"/>
                      </a:lnTo>
                      <a:lnTo>
                        <a:pt x="6109" y="22969"/>
                      </a:lnTo>
                      <a:lnTo>
                        <a:pt x="7180" y="23540"/>
                      </a:lnTo>
                      <a:lnTo>
                        <a:pt x="8311" y="24005"/>
                      </a:lnTo>
                      <a:lnTo>
                        <a:pt x="9478" y="24350"/>
                      </a:lnTo>
                      <a:lnTo>
                        <a:pt x="10681" y="24576"/>
                      </a:lnTo>
                      <a:lnTo>
                        <a:pt x="11907" y="24695"/>
                      </a:lnTo>
                      <a:lnTo>
                        <a:pt x="12526" y="24695"/>
                      </a:lnTo>
                      <a:lnTo>
                        <a:pt x="13181" y="24683"/>
                      </a:lnTo>
                      <a:lnTo>
                        <a:pt x="14443" y="24576"/>
                      </a:lnTo>
                      <a:lnTo>
                        <a:pt x="15646" y="24362"/>
                      </a:lnTo>
                      <a:lnTo>
                        <a:pt x="16789" y="24028"/>
                      </a:lnTo>
                      <a:lnTo>
                        <a:pt x="17861" y="23588"/>
                      </a:lnTo>
                      <a:lnTo>
                        <a:pt x="18885" y="23040"/>
                      </a:lnTo>
                      <a:lnTo>
                        <a:pt x="19837" y="22385"/>
                      </a:lnTo>
                      <a:lnTo>
                        <a:pt x="20742" y="21623"/>
                      </a:lnTo>
                      <a:lnTo>
                        <a:pt x="21159" y="21195"/>
                      </a:lnTo>
                      <a:lnTo>
                        <a:pt x="21516" y="20825"/>
                      </a:lnTo>
                      <a:lnTo>
                        <a:pt x="22147" y="20028"/>
                      </a:lnTo>
                      <a:lnTo>
                        <a:pt x="22695" y="19170"/>
                      </a:lnTo>
                      <a:lnTo>
                        <a:pt x="23147" y="18242"/>
                      </a:lnTo>
                      <a:lnTo>
                        <a:pt x="23516" y="17253"/>
                      </a:lnTo>
                      <a:lnTo>
                        <a:pt x="23790" y="16206"/>
                      </a:lnTo>
                      <a:lnTo>
                        <a:pt x="23969" y="15086"/>
                      </a:lnTo>
                      <a:lnTo>
                        <a:pt x="24052" y="13908"/>
                      </a:lnTo>
                      <a:lnTo>
                        <a:pt x="24064" y="13289"/>
                      </a:lnTo>
                      <a:lnTo>
                        <a:pt x="24064" y="12753"/>
                      </a:lnTo>
                      <a:lnTo>
                        <a:pt x="23981" y="11705"/>
                      </a:lnTo>
                      <a:lnTo>
                        <a:pt x="23885" y="11181"/>
                      </a:lnTo>
                      <a:lnTo>
                        <a:pt x="12526" y="11181"/>
                      </a:lnTo>
                      <a:lnTo>
                        <a:pt x="12526" y="14574"/>
                      </a:lnTo>
                      <a:lnTo>
                        <a:pt x="20599" y="14574"/>
                      </a:lnTo>
                      <a:lnTo>
                        <a:pt x="20480" y="15265"/>
                      </a:lnTo>
                      <a:lnTo>
                        <a:pt x="20159" y="16491"/>
                      </a:lnTo>
                      <a:lnTo>
                        <a:pt x="19694" y="17563"/>
                      </a:lnTo>
                      <a:lnTo>
                        <a:pt x="19099" y="18456"/>
                      </a:lnTo>
                      <a:lnTo>
                        <a:pt x="18754" y="18825"/>
                      </a:lnTo>
                      <a:lnTo>
                        <a:pt x="18420" y="19135"/>
                      </a:lnTo>
                      <a:lnTo>
                        <a:pt x="17706" y="19682"/>
                      </a:lnTo>
                      <a:lnTo>
                        <a:pt x="16968" y="20147"/>
                      </a:lnTo>
                      <a:lnTo>
                        <a:pt x="16194" y="20540"/>
                      </a:lnTo>
                      <a:lnTo>
                        <a:pt x="15384" y="20849"/>
                      </a:lnTo>
                      <a:lnTo>
                        <a:pt x="14562" y="21075"/>
                      </a:lnTo>
                      <a:lnTo>
                        <a:pt x="13729" y="21230"/>
                      </a:lnTo>
                      <a:lnTo>
                        <a:pt x="12884" y="21302"/>
                      </a:lnTo>
                      <a:lnTo>
                        <a:pt x="12038" y="21290"/>
                      </a:lnTo>
                      <a:lnTo>
                        <a:pt x="11193" y="21195"/>
                      </a:lnTo>
                      <a:lnTo>
                        <a:pt x="10359" y="21028"/>
                      </a:lnTo>
                      <a:lnTo>
                        <a:pt x="9538" y="20778"/>
                      </a:lnTo>
                      <a:lnTo>
                        <a:pt x="8752" y="20456"/>
                      </a:lnTo>
                      <a:lnTo>
                        <a:pt x="7978" y="20052"/>
                      </a:lnTo>
                      <a:lnTo>
                        <a:pt x="7252" y="19563"/>
                      </a:lnTo>
                      <a:lnTo>
                        <a:pt x="6561" y="18992"/>
                      </a:lnTo>
                      <a:lnTo>
                        <a:pt x="6240" y="18682"/>
                      </a:lnTo>
                      <a:lnTo>
                        <a:pt x="5918" y="18349"/>
                      </a:lnTo>
                      <a:lnTo>
                        <a:pt x="5358" y="17634"/>
                      </a:lnTo>
                      <a:lnTo>
                        <a:pt x="4870" y="16884"/>
                      </a:lnTo>
                      <a:lnTo>
                        <a:pt x="4465" y="16099"/>
                      </a:lnTo>
                      <a:lnTo>
                        <a:pt x="4144" y="15289"/>
                      </a:lnTo>
                      <a:lnTo>
                        <a:pt x="3906" y="14455"/>
                      </a:lnTo>
                      <a:lnTo>
                        <a:pt x="3739" y="13610"/>
                      </a:lnTo>
                      <a:lnTo>
                        <a:pt x="3668" y="12753"/>
                      </a:lnTo>
                      <a:lnTo>
                        <a:pt x="3668" y="11895"/>
                      </a:lnTo>
                      <a:lnTo>
                        <a:pt x="3739" y="11038"/>
                      </a:lnTo>
                      <a:lnTo>
                        <a:pt x="3906" y="10193"/>
                      </a:lnTo>
                      <a:lnTo>
                        <a:pt x="4144" y="9359"/>
                      </a:lnTo>
                      <a:lnTo>
                        <a:pt x="4465" y="8550"/>
                      </a:lnTo>
                      <a:lnTo>
                        <a:pt x="4870" y="7764"/>
                      </a:lnTo>
                      <a:lnTo>
                        <a:pt x="5358" y="7014"/>
                      </a:lnTo>
                      <a:lnTo>
                        <a:pt x="5918" y="6299"/>
                      </a:lnTo>
                      <a:lnTo>
                        <a:pt x="6240" y="5966"/>
                      </a:lnTo>
                      <a:lnTo>
                        <a:pt x="6549" y="5656"/>
                      </a:lnTo>
                      <a:lnTo>
                        <a:pt x="7216" y="5085"/>
                      </a:lnTo>
                      <a:lnTo>
                        <a:pt x="7942" y="4585"/>
                      </a:lnTo>
                      <a:lnTo>
                        <a:pt x="8704" y="4180"/>
                      </a:lnTo>
                      <a:lnTo>
                        <a:pt x="9514" y="3835"/>
                      </a:lnTo>
                      <a:lnTo>
                        <a:pt x="10347" y="3585"/>
                      </a:lnTo>
                      <a:lnTo>
                        <a:pt x="11205" y="3430"/>
                      </a:lnTo>
                      <a:lnTo>
                        <a:pt x="12086" y="3347"/>
                      </a:lnTo>
                      <a:lnTo>
                        <a:pt x="12955" y="3347"/>
                      </a:lnTo>
                      <a:lnTo>
                        <a:pt x="13800" y="3418"/>
                      </a:lnTo>
                      <a:lnTo>
                        <a:pt x="14622" y="3573"/>
                      </a:lnTo>
                      <a:lnTo>
                        <a:pt x="15432" y="3811"/>
                      </a:lnTo>
                      <a:lnTo>
                        <a:pt x="16206" y="4120"/>
                      </a:lnTo>
                      <a:lnTo>
                        <a:pt x="16944" y="4501"/>
                      </a:lnTo>
                      <a:lnTo>
                        <a:pt x="17646" y="4966"/>
                      </a:lnTo>
                      <a:lnTo>
                        <a:pt x="18313" y="5490"/>
                      </a:lnTo>
                      <a:lnTo>
                        <a:pt x="18623" y="5775"/>
                      </a:lnTo>
                      <a:lnTo>
                        <a:pt x="21004" y="3394"/>
                      </a:lnTo>
                      <a:lnTo>
                        <a:pt x="20563" y="2989"/>
                      </a:lnTo>
                      <a:lnTo>
                        <a:pt x="19647" y="2251"/>
                      </a:lnTo>
                      <a:lnTo>
                        <a:pt x="18670" y="1608"/>
                      </a:lnTo>
                      <a:lnTo>
                        <a:pt x="17634" y="1072"/>
                      </a:lnTo>
                      <a:lnTo>
                        <a:pt x="16551" y="644"/>
                      </a:lnTo>
                      <a:lnTo>
                        <a:pt x="15432" y="322"/>
                      </a:lnTo>
                      <a:lnTo>
                        <a:pt x="14289" y="108"/>
                      </a:lnTo>
                      <a:lnTo>
                        <a:pt x="13122" y="1"/>
                      </a:lnTo>
                      <a:close/>
                      <a:moveTo>
                        <a:pt x="90111" y="8752"/>
                      </a:moveTo>
                      <a:lnTo>
                        <a:pt x="89372" y="8824"/>
                      </a:lnTo>
                      <a:lnTo>
                        <a:pt x="88646" y="8955"/>
                      </a:lnTo>
                      <a:lnTo>
                        <a:pt x="87932" y="9169"/>
                      </a:lnTo>
                      <a:lnTo>
                        <a:pt x="87253" y="9455"/>
                      </a:lnTo>
                      <a:lnTo>
                        <a:pt x="86598" y="9812"/>
                      </a:lnTo>
                      <a:lnTo>
                        <a:pt x="85991" y="10229"/>
                      </a:lnTo>
                      <a:lnTo>
                        <a:pt x="85419" y="10717"/>
                      </a:lnTo>
                      <a:lnTo>
                        <a:pt x="85157" y="10979"/>
                      </a:lnTo>
                      <a:lnTo>
                        <a:pt x="84884" y="11276"/>
                      </a:lnTo>
                      <a:lnTo>
                        <a:pt x="84407" y="11895"/>
                      </a:lnTo>
                      <a:lnTo>
                        <a:pt x="83979" y="12562"/>
                      </a:lnTo>
                      <a:lnTo>
                        <a:pt x="83633" y="13265"/>
                      </a:lnTo>
                      <a:lnTo>
                        <a:pt x="83348" y="13991"/>
                      </a:lnTo>
                      <a:lnTo>
                        <a:pt x="83145" y="14753"/>
                      </a:lnTo>
                      <a:lnTo>
                        <a:pt x="83014" y="15527"/>
                      </a:lnTo>
                      <a:lnTo>
                        <a:pt x="82967" y="16313"/>
                      </a:lnTo>
                      <a:lnTo>
                        <a:pt x="82979" y="16718"/>
                      </a:lnTo>
                      <a:lnTo>
                        <a:pt x="82967" y="17111"/>
                      </a:lnTo>
                      <a:lnTo>
                        <a:pt x="83038" y="17896"/>
                      </a:lnTo>
                      <a:lnTo>
                        <a:pt x="83169" y="18670"/>
                      </a:lnTo>
                      <a:lnTo>
                        <a:pt x="83383" y="19420"/>
                      </a:lnTo>
                      <a:lnTo>
                        <a:pt x="83669" y="20147"/>
                      </a:lnTo>
                      <a:lnTo>
                        <a:pt x="84026" y="20837"/>
                      </a:lnTo>
                      <a:lnTo>
                        <a:pt x="84467" y="21492"/>
                      </a:lnTo>
                      <a:lnTo>
                        <a:pt x="84955" y="22099"/>
                      </a:lnTo>
                      <a:lnTo>
                        <a:pt x="85241" y="22385"/>
                      </a:lnTo>
                      <a:lnTo>
                        <a:pt x="85515" y="22659"/>
                      </a:lnTo>
                      <a:lnTo>
                        <a:pt x="86122" y="23171"/>
                      </a:lnTo>
                      <a:lnTo>
                        <a:pt x="86765" y="23600"/>
                      </a:lnTo>
                      <a:lnTo>
                        <a:pt x="87444" y="23969"/>
                      </a:lnTo>
                      <a:lnTo>
                        <a:pt x="88158" y="24266"/>
                      </a:lnTo>
                      <a:lnTo>
                        <a:pt x="88908" y="24481"/>
                      </a:lnTo>
                      <a:lnTo>
                        <a:pt x="89670" y="24624"/>
                      </a:lnTo>
                      <a:lnTo>
                        <a:pt x="90456" y="24695"/>
                      </a:lnTo>
                      <a:lnTo>
                        <a:pt x="91385" y="24695"/>
                      </a:lnTo>
                      <a:lnTo>
                        <a:pt x="92444" y="24564"/>
                      </a:lnTo>
                      <a:lnTo>
                        <a:pt x="93468" y="24290"/>
                      </a:lnTo>
                      <a:lnTo>
                        <a:pt x="94445" y="23862"/>
                      </a:lnTo>
                      <a:lnTo>
                        <a:pt x="94909" y="23588"/>
                      </a:lnTo>
                      <a:lnTo>
                        <a:pt x="95278" y="23350"/>
                      </a:lnTo>
                      <a:lnTo>
                        <a:pt x="95981" y="22802"/>
                      </a:lnTo>
                      <a:lnTo>
                        <a:pt x="96624" y="22195"/>
                      </a:lnTo>
                      <a:lnTo>
                        <a:pt x="97207" y="21528"/>
                      </a:lnTo>
                      <a:lnTo>
                        <a:pt x="97469" y="21171"/>
                      </a:lnTo>
                      <a:lnTo>
                        <a:pt x="94766" y="19349"/>
                      </a:lnTo>
                      <a:lnTo>
                        <a:pt x="94600" y="19599"/>
                      </a:lnTo>
                      <a:lnTo>
                        <a:pt x="94242" y="20052"/>
                      </a:lnTo>
                      <a:lnTo>
                        <a:pt x="93814" y="20456"/>
                      </a:lnTo>
                      <a:lnTo>
                        <a:pt x="93361" y="20802"/>
                      </a:lnTo>
                      <a:lnTo>
                        <a:pt x="92849" y="21087"/>
                      </a:lnTo>
                      <a:lnTo>
                        <a:pt x="92313" y="21302"/>
                      </a:lnTo>
                      <a:lnTo>
                        <a:pt x="91754" y="21457"/>
                      </a:lnTo>
                      <a:lnTo>
                        <a:pt x="91170" y="21528"/>
                      </a:lnTo>
                      <a:lnTo>
                        <a:pt x="90873" y="21540"/>
                      </a:lnTo>
                      <a:lnTo>
                        <a:pt x="90563" y="21540"/>
                      </a:lnTo>
                      <a:lnTo>
                        <a:pt x="89956" y="21468"/>
                      </a:lnTo>
                      <a:lnTo>
                        <a:pt x="89372" y="21314"/>
                      </a:lnTo>
                      <a:lnTo>
                        <a:pt x="88825" y="21064"/>
                      </a:lnTo>
                      <a:lnTo>
                        <a:pt x="88313" y="20754"/>
                      </a:lnTo>
                      <a:lnTo>
                        <a:pt x="87860" y="20361"/>
                      </a:lnTo>
                      <a:lnTo>
                        <a:pt x="87467" y="19909"/>
                      </a:lnTo>
                      <a:lnTo>
                        <a:pt x="87134" y="19397"/>
                      </a:lnTo>
                      <a:lnTo>
                        <a:pt x="87003" y="19111"/>
                      </a:lnTo>
                      <a:lnTo>
                        <a:pt x="97660" y="14705"/>
                      </a:lnTo>
                      <a:lnTo>
                        <a:pt x="97302" y="13801"/>
                      </a:lnTo>
                      <a:lnTo>
                        <a:pt x="97136" y="13396"/>
                      </a:lnTo>
                      <a:lnTo>
                        <a:pt x="96743" y="12610"/>
                      </a:lnTo>
                      <a:lnTo>
                        <a:pt x="96517" y="12241"/>
                      </a:lnTo>
                      <a:lnTo>
                        <a:pt x="96231" y="11800"/>
                      </a:lnTo>
                      <a:lnTo>
                        <a:pt x="95588" y="11002"/>
                      </a:lnTo>
                      <a:lnTo>
                        <a:pt x="95219" y="10621"/>
                      </a:lnTo>
                      <a:lnTo>
                        <a:pt x="94992" y="10419"/>
                      </a:lnTo>
                      <a:lnTo>
                        <a:pt x="94516" y="10026"/>
                      </a:lnTo>
                      <a:lnTo>
                        <a:pt x="93992" y="9681"/>
                      </a:lnTo>
                      <a:lnTo>
                        <a:pt x="93456" y="9395"/>
                      </a:lnTo>
                      <a:lnTo>
                        <a:pt x="93171" y="9276"/>
                      </a:lnTo>
                      <a:lnTo>
                        <a:pt x="92849" y="9145"/>
                      </a:lnTo>
                      <a:lnTo>
                        <a:pt x="92194" y="8955"/>
                      </a:lnTo>
                      <a:lnTo>
                        <a:pt x="91516" y="8812"/>
                      </a:lnTo>
                      <a:lnTo>
                        <a:pt x="90837" y="8752"/>
                      </a:lnTo>
                      <a:close/>
                      <a:moveTo>
                        <a:pt x="67750" y="8764"/>
                      </a:moveTo>
                      <a:lnTo>
                        <a:pt x="67369" y="8776"/>
                      </a:lnTo>
                      <a:lnTo>
                        <a:pt x="66619" y="8847"/>
                      </a:lnTo>
                      <a:lnTo>
                        <a:pt x="65892" y="9002"/>
                      </a:lnTo>
                      <a:lnTo>
                        <a:pt x="65178" y="9228"/>
                      </a:lnTo>
                      <a:lnTo>
                        <a:pt x="64499" y="9538"/>
                      </a:lnTo>
                      <a:lnTo>
                        <a:pt x="63856" y="9895"/>
                      </a:lnTo>
                      <a:lnTo>
                        <a:pt x="63249" y="10336"/>
                      </a:lnTo>
                      <a:lnTo>
                        <a:pt x="62678" y="10824"/>
                      </a:lnTo>
                      <a:lnTo>
                        <a:pt x="62416" y="11098"/>
                      </a:lnTo>
                      <a:lnTo>
                        <a:pt x="62142" y="11395"/>
                      </a:lnTo>
                      <a:lnTo>
                        <a:pt x="61642" y="12003"/>
                      </a:lnTo>
                      <a:lnTo>
                        <a:pt x="61213" y="12657"/>
                      </a:lnTo>
                      <a:lnTo>
                        <a:pt x="60844" y="13348"/>
                      </a:lnTo>
                      <a:lnTo>
                        <a:pt x="60546" y="14062"/>
                      </a:lnTo>
                      <a:lnTo>
                        <a:pt x="60332" y="14813"/>
                      </a:lnTo>
                      <a:lnTo>
                        <a:pt x="60189" y="15587"/>
                      </a:lnTo>
                      <a:lnTo>
                        <a:pt x="60130" y="16360"/>
                      </a:lnTo>
                      <a:lnTo>
                        <a:pt x="60130" y="16753"/>
                      </a:lnTo>
                      <a:lnTo>
                        <a:pt x="60130" y="17158"/>
                      </a:lnTo>
                      <a:lnTo>
                        <a:pt x="60189" y="17932"/>
                      </a:lnTo>
                      <a:lnTo>
                        <a:pt x="60344" y="18706"/>
                      </a:lnTo>
                      <a:lnTo>
                        <a:pt x="60558" y="19444"/>
                      </a:lnTo>
                      <a:lnTo>
                        <a:pt x="60844" y="20159"/>
                      </a:lnTo>
                      <a:lnTo>
                        <a:pt x="61213" y="20849"/>
                      </a:lnTo>
                      <a:lnTo>
                        <a:pt x="61642" y="21492"/>
                      </a:lnTo>
                      <a:lnTo>
                        <a:pt x="62142" y="22088"/>
                      </a:lnTo>
                      <a:lnTo>
                        <a:pt x="62416" y="22373"/>
                      </a:lnTo>
                      <a:lnTo>
                        <a:pt x="62678" y="22647"/>
                      </a:lnTo>
                      <a:lnTo>
                        <a:pt x="63249" y="23135"/>
                      </a:lnTo>
                      <a:lnTo>
                        <a:pt x="63856" y="23576"/>
                      </a:lnTo>
                      <a:lnTo>
                        <a:pt x="64511" y="23933"/>
                      </a:lnTo>
                      <a:lnTo>
                        <a:pt x="65190" y="24231"/>
                      </a:lnTo>
                      <a:lnTo>
                        <a:pt x="65892" y="24457"/>
                      </a:lnTo>
                      <a:lnTo>
                        <a:pt x="66619" y="24612"/>
                      </a:lnTo>
                      <a:lnTo>
                        <a:pt x="67369" y="24683"/>
                      </a:lnTo>
                      <a:lnTo>
                        <a:pt x="67750" y="24695"/>
                      </a:lnTo>
                      <a:lnTo>
                        <a:pt x="68083" y="24683"/>
                      </a:lnTo>
                      <a:lnTo>
                        <a:pt x="68714" y="24636"/>
                      </a:lnTo>
                      <a:lnTo>
                        <a:pt x="69322" y="24517"/>
                      </a:lnTo>
                      <a:lnTo>
                        <a:pt x="69881" y="24350"/>
                      </a:lnTo>
                      <a:lnTo>
                        <a:pt x="70405" y="24124"/>
                      </a:lnTo>
                      <a:lnTo>
                        <a:pt x="70893" y="23838"/>
                      </a:lnTo>
                      <a:lnTo>
                        <a:pt x="71334" y="23493"/>
                      </a:lnTo>
                      <a:lnTo>
                        <a:pt x="71739" y="23100"/>
                      </a:lnTo>
                      <a:lnTo>
                        <a:pt x="71929" y="22873"/>
                      </a:lnTo>
                      <a:lnTo>
                        <a:pt x="72048" y="22873"/>
                      </a:lnTo>
                      <a:lnTo>
                        <a:pt x="72048" y="24016"/>
                      </a:lnTo>
                      <a:lnTo>
                        <a:pt x="72036" y="24576"/>
                      </a:lnTo>
                      <a:lnTo>
                        <a:pt x="71893" y="25576"/>
                      </a:lnTo>
                      <a:lnTo>
                        <a:pt x="71620" y="26445"/>
                      </a:lnTo>
                      <a:lnTo>
                        <a:pt x="71191" y="27172"/>
                      </a:lnTo>
                      <a:lnTo>
                        <a:pt x="70917" y="27493"/>
                      </a:lnTo>
                      <a:lnTo>
                        <a:pt x="70596" y="27791"/>
                      </a:lnTo>
                      <a:lnTo>
                        <a:pt x="69881" y="28255"/>
                      </a:lnTo>
                      <a:lnTo>
                        <a:pt x="69083" y="28565"/>
                      </a:lnTo>
                      <a:lnTo>
                        <a:pt x="68238" y="28708"/>
                      </a:lnTo>
                      <a:lnTo>
                        <a:pt x="67809" y="28696"/>
                      </a:lnTo>
                      <a:lnTo>
                        <a:pt x="67464" y="28696"/>
                      </a:lnTo>
                      <a:lnTo>
                        <a:pt x="66809" y="28589"/>
                      </a:lnTo>
                      <a:lnTo>
                        <a:pt x="66166" y="28374"/>
                      </a:lnTo>
                      <a:lnTo>
                        <a:pt x="65583" y="28053"/>
                      </a:lnTo>
                      <a:lnTo>
                        <a:pt x="65309" y="27850"/>
                      </a:lnTo>
                      <a:lnTo>
                        <a:pt x="65059" y="27636"/>
                      </a:lnTo>
                      <a:lnTo>
                        <a:pt x="64630" y="27184"/>
                      </a:lnTo>
                      <a:lnTo>
                        <a:pt x="64249" y="26684"/>
                      </a:lnTo>
                      <a:lnTo>
                        <a:pt x="63928" y="26136"/>
                      </a:lnTo>
                      <a:lnTo>
                        <a:pt x="63809" y="25850"/>
                      </a:lnTo>
                      <a:lnTo>
                        <a:pt x="60749" y="27112"/>
                      </a:lnTo>
                      <a:lnTo>
                        <a:pt x="60975" y="27600"/>
                      </a:lnTo>
                      <a:lnTo>
                        <a:pt x="61523" y="28517"/>
                      </a:lnTo>
                      <a:lnTo>
                        <a:pt x="62166" y="29339"/>
                      </a:lnTo>
                      <a:lnTo>
                        <a:pt x="62928" y="30077"/>
                      </a:lnTo>
                      <a:lnTo>
                        <a:pt x="63344" y="30410"/>
                      </a:lnTo>
                      <a:lnTo>
                        <a:pt x="63833" y="30756"/>
                      </a:lnTo>
                      <a:lnTo>
                        <a:pt x="64892" y="31303"/>
                      </a:lnTo>
                      <a:lnTo>
                        <a:pt x="66023" y="31660"/>
                      </a:lnTo>
                      <a:lnTo>
                        <a:pt x="67202" y="31827"/>
                      </a:lnTo>
                      <a:lnTo>
                        <a:pt x="68178" y="31827"/>
                      </a:lnTo>
                      <a:lnTo>
                        <a:pt x="68929" y="31780"/>
                      </a:lnTo>
                      <a:lnTo>
                        <a:pt x="69667" y="31660"/>
                      </a:lnTo>
                      <a:lnTo>
                        <a:pt x="70381" y="31470"/>
                      </a:lnTo>
                      <a:lnTo>
                        <a:pt x="71072" y="31196"/>
                      </a:lnTo>
                      <a:lnTo>
                        <a:pt x="71739" y="30875"/>
                      </a:lnTo>
                      <a:lnTo>
                        <a:pt x="72370" y="30470"/>
                      </a:lnTo>
                      <a:lnTo>
                        <a:pt x="72965" y="30005"/>
                      </a:lnTo>
                      <a:lnTo>
                        <a:pt x="73239" y="29755"/>
                      </a:lnTo>
                      <a:lnTo>
                        <a:pt x="73501" y="29493"/>
                      </a:lnTo>
                      <a:lnTo>
                        <a:pt x="73965" y="28910"/>
                      </a:lnTo>
                      <a:lnTo>
                        <a:pt x="74358" y="28267"/>
                      </a:lnTo>
                      <a:lnTo>
                        <a:pt x="74691" y="27553"/>
                      </a:lnTo>
                      <a:lnTo>
                        <a:pt x="74965" y="26767"/>
                      </a:lnTo>
                      <a:lnTo>
                        <a:pt x="75156" y="25933"/>
                      </a:lnTo>
                      <a:lnTo>
                        <a:pt x="75299" y="25017"/>
                      </a:lnTo>
                      <a:lnTo>
                        <a:pt x="75358" y="24040"/>
                      </a:lnTo>
                      <a:lnTo>
                        <a:pt x="75370" y="23528"/>
                      </a:lnTo>
                      <a:lnTo>
                        <a:pt x="75370" y="9240"/>
                      </a:lnTo>
                      <a:lnTo>
                        <a:pt x="72048" y="9240"/>
                      </a:lnTo>
                      <a:lnTo>
                        <a:pt x="72048" y="10538"/>
                      </a:lnTo>
                      <a:lnTo>
                        <a:pt x="71929" y="10538"/>
                      </a:lnTo>
                      <a:lnTo>
                        <a:pt x="71750" y="10336"/>
                      </a:lnTo>
                      <a:lnTo>
                        <a:pt x="71358" y="9967"/>
                      </a:lnTo>
                      <a:lnTo>
                        <a:pt x="70917" y="9645"/>
                      </a:lnTo>
                      <a:lnTo>
                        <a:pt x="70453" y="9383"/>
                      </a:lnTo>
                      <a:lnTo>
                        <a:pt x="70203" y="9276"/>
                      </a:lnTo>
                      <a:lnTo>
                        <a:pt x="69905" y="9145"/>
                      </a:lnTo>
                      <a:lnTo>
                        <a:pt x="69310" y="8955"/>
                      </a:lnTo>
                      <a:lnTo>
                        <a:pt x="68690" y="8824"/>
                      </a:lnTo>
                      <a:lnTo>
                        <a:pt x="68059" y="8764"/>
                      </a:lnTo>
                      <a:close/>
                    </a:path>
                  </a:pathLst>
                </a:custGeom>
                <a:solidFill>
                  <a:srgbClr val="5F63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16" name="Google Shape;816;p179"/>
                <p:cNvGrpSpPr/>
                <p:nvPr/>
              </p:nvGrpSpPr>
              <p:grpSpPr>
                <a:xfrm>
                  <a:off x="2430564" y="1427610"/>
                  <a:ext cx="644078" cy="193336"/>
                  <a:chOff x="2430564" y="1427610"/>
                  <a:chExt cx="644078" cy="193336"/>
                </a:xfrm>
              </p:grpSpPr>
              <p:sp>
                <p:nvSpPr>
                  <p:cNvPr id="817" name="Google Shape;817;p179"/>
                  <p:cNvSpPr/>
                  <p:nvPr/>
                </p:nvSpPr>
                <p:spPr>
                  <a:xfrm>
                    <a:off x="2430564" y="1427610"/>
                    <a:ext cx="169444" cy="193336"/>
                  </a:xfrm>
                  <a:custGeom>
                    <a:rect b="b" l="l" r="r" t="t"/>
                    <a:pathLst>
                      <a:path extrusionOk="0" h="22553" w="19766">
                        <a:moveTo>
                          <a:pt x="10765" y="1"/>
                        </a:moveTo>
                        <a:lnTo>
                          <a:pt x="10193" y="25"/>
                        </a:lnTo>
                        <a:lnTo>
                          <a:pt x="9086" y="156"/>
                        </a:lnTo>
                        <a:lnTo>
                          <a:pt x="8014" y="406"/>
                        </a:lnTo>
                        <a:lnTo>
                          <a:pt x="6978" y="751"/>
                        </a:lnTo>
                        <a:lnTo>
                          <a:pt x="6002" y="1192"/>
                        </a:lnTo>
                        <a:lnTo>
                          <a:pt x="5085" y="1715"/>
                        </a:lnTo>
                        <a:lnTo>
                          <a:pt x="4216" y="2335"/>
                        </a:lnTo>
                        <a:lnTo>
                          <a:pt x="3418" y="3025"/>
                        </a:lnTo>
                        <a:lnTo>
                          <a:pt x="2692" y="3787"/>
                        </a:lnTo>
                        <a:lnTo>
                          <a:pt x="2037" y="4621"/>
                        </a:lnTo>
                        <a:lnTo>
                          <a:pt x="1453" y="5514"/>
                        </a:lnTo>
                        <a:lnTo>
                          <a:pt x="977" y="6466"/>
                        </a:lnTo>
                        <a:lnTo>
                          <a:pt x="572" y="7466"/>
                        </a:lnTo>
                        <a:lnTo>
                          <a:pt x="275" y="8502"/>
                        </a:lnTo>
                        <a:lnTo>
                          <a:pt x="84" y="9586"/>
                        </a:lnTo>
                        <a:lnTo>
                          <a:pt x="1" y="10693"/>
                        </a:lnTo>
                        <a:lnTo>
                          <a:pt x="1" y="11265"/>
                        </a:lnTo>
                        <a:lnTo>
                          <a:pt x="1" y="11729"/>
                        </a:lnTo>
                        <a:lnTo>
                          <a:pt x="13" y="12300"/>
                        </a:lnTo>
                        <a:lnTo>
                          <a:pt x="144" y="13408"/>
                        </a:lnTo>
                        <a:lnTo>
                          <a:pt x="382" y="14479"/>
                        </a:lnTo>
                        <a:lnTo>
                          <a:pt x="727" y="15503"/>
                        </a:lnTo>
                        <a:lnTo>
                          <a:pt x="1168" y="16480"/>
                        </a:lnTo>
                        <a:lnTo>
                          <a:pt x="1692" y="17408"/>
                        </a:lnTo>
                        <a:lnTo>
                          <a:pt x="2299" y="18278"/>
                        </a:lnTo>
                        <a:lnTo>
                          <a:pt x="2977" y="19087"/>
                        </a:lnTo>
                        <a:lnTo>
                          <a:pt x="3740" y="19814"/>
                        </a:lnTo>
                        <a:lnTo>
                          <a:pt x="4573" y="20480"/>
                        </a:lnTo>
                        <a:lnTo>
                          <a:pt x="5466" y="21052"/>
                        </a:lnTo>
                        <a:lnTo>
                          <a:pt x="6407" y="21552"/>
                        </a:lnTo>
                        <a:lnTo>
                          <a:pt x="7407" y="21945"/>
                        </a:lnTo>
                        <a:lnTo>
                          <a:pt x="8443" y="22254"/>
                        </a:lnTo>
                        <a:lnTo>
                          <a:pt x="9526" y="22457"/>
                        </a:lnTo>
                        <a:lnTo>
                          <a:pt x="10634" y="22552"/>
                        </a:lnTo>
                        <a:lnTo>
                          <a:pt x="11205" y="22552"/>
                        </a:lnTo>
                        <a:lnTo>
                          <a:pt x="11836" y="22540"/>
                        </a:lnTo>
                        <a:lnTo>
                          <a:pt x="13074" y="22409"/>
                        </a:lnTo>
                        <a:lnTo>
                          <a:pt x="14301" y="22147"/>
                        </a:lnTo>
                        <a:lnTo>
                          <a:pt x="15480" y="21742"/>
                        </a:lnTo>
                        <a:lnTo>
                          <a:pt x="16063" y="21492"/>
                        </a:lnTo>
                        <a:lnTo>
                          <a:pt x="16587" y="21242"/>
                        </a:lnTo>
                        <a:lnTo>
                          <a:pt x="17599" y="20647"/>
                        </a:lnTo>
                        <a:lnTo>
                          <a:pt x="18528" y="19933"/>
                        </a:lnTo>
                        <a:lnTo>
                          <a:pt x="19373" y="19123"/>
                        </a:lnTo>
                        <a:lnTo>
                          <a:pt x="19766" y="18682"/>
                        </a:lnTo>
                        <a:lnTo>
                          <a:pt x="17825" y="16742"/>
                        </a:lnTo>
                        <a:lnTo>
                          <a:pt x="17516" y="17111"/>
                        </a:lnTo>
                        <a:lnTo>
                          <a:pt x="16837" y="17789"/>
                        </a:lnTo>
                        <a:lnTo>
                          <a:pt x="16087" y="18373"/>
                        </a:lnTo>
                        <a:lnTo>
                          <a:pt x="15289" y="18873"/>
                        </a:lnTo>
                        <a:lnTo>
                          <a:pt x="14432" y="19278"/>
                        </a:lnTo>
                        <a:lnTo>
                          <a:pt x="13551" y="19587"/>
                        </a:lnTo>
                        <a:lnTo>
                          <a:pt x="12622" y="19790"/>
                        </a:lnTo>
                        <a:lnTo>
                          <a:pt x="11669" y="19897"/>
                        </a:lnTo>
                        <a:lnTo>
                          <a:pt x="10776" y="19897"/>
                        </a:lnTo>
                        <a:lnTo>
                          <a:pt x="9943" y="19837"/>
                        </a:lnTo>
                        <a:lnTo>
                          <a:pt x="9133" y="19683"/>
                        </a:lnTo>
                        <a:lnTo>
                          <a:pt x="8347" y="19468"/>
                        </a:lnTo>
                        <a:lnTo>
                          <a:pt x="7585" y="19159"/>
                        </a:lnTo>
                        <a:lnTo>
                          <a:pt x="6871" y="18778"/>
                        </a:lnTo>
                        <a:lnTo>
                          <a:pt x="6180" y="18325"/>
                        </a:lnTo>
                        <a:lnTo>
                          <a:pt x="5537" y="17813"/>
                        </a:lnTo>
                        <a:lnTo>
                          <a:pt x="5240" y="17516"/>
                        </a:lnTo>
                        <a:lnTo>
                          <a:pt x="4942" y="17218"/>
                        </a:lnTo>
                        <a:lnTo>
                          <a:pt x="4406" y="16575"/>
                        </a:lnTo>
                        <a:lnTo>
                          <a:pt x="3954" y="15884"/>
                        </a:lnTo>
                        <a:lnTo>
                          <a:pt x="3573" y="15158"/>
                        </a:lnTo>
                        <a:lnTo>
                          <a:pt x="3275" y="14372"/>
                        </a:lnTo>
                        <a:lnTo>
                          <a:pt x="3049" y="13551"/>
                        </a:lnTo>
                        <a:lnTo>
                          <a:pt x="2894" y="12682"/>
                        </a:lnTo>
                        <a:lnTo>
                          <a:pt x="2823" y="11765"/>
                        </a:lnTo>
                        <a:lnTo>
                          <a:pt x="2811" y="11288"/>
                        </a:lnTo>
                        <a:lnTo>
                          <a:pt x="2823" y="10800"/>
                        </a:lnTo>
                        <a:lnTo>
                          <a:pt x="2894" y="9883"/>
                        </a:lnTo>
                        <a:lnTo>
                          <a:pt x="3049" y="9014"/>
                        </a:lnTo>
                        <a:lnTo>
                          <a:pt x="3275" y="8193"/>
                        </a:lnTo>
                        <a:lnTo>
                          <a:pt x="3585" y="7407"/>
                        </a:lnTo>
                        <a:lnTo>
                          <a:pt x="3954" y="6681"/>
                        </a:lnTo>
                        <a:lnTo>
                          <a:pt x="4418" y="5990"/>
                        </a:lnTo>
                        <a:lnTo>
                          <a:pt x="4942" y="5347"/>
                        </a:lnTo>
                        <a:lnTo>
                          <a:pt x="5240" y="5049"/>
                        </a:lnTo>
                        <a:lnTo>
                          <a:pt x="5537" y="4752"/>
                        </a:lnTo>
                        <a:lnTo>
                          <a:pt x="6180" y="4240"/>
                        </a:lnTo>
                        <a:lnTo>
                          <a:pt x="6871" y="3787"/>
                        </a:lnTo>
                        <a:lnTo>
                          <a:pt x="7597" y="3406"/>
                        </a:lnTo>
                        <a:lnTo>
                          <a:pt x="8359" y="3097"/>
                        </a:lnTo>
                        <a:lnTo>
                          <a:pt x="9145" y="2882"/>
                        </a:lnTo>
                        <a:lnTo>
                          <a:pt x="9955" y="2728"/>
                        </a:lnTo>
                        <a:lnTo>
                          <a:pt x="10776" y="2668"/>
                        </a:lnTo>
                        <a:lnTo>
                          <a:pt x="11193" y="2668"/>
                        </a:lnTo>
                        <a:lnTo>
                          <a:pt x="11622" y="2656"/>
                        </a:lnTo>
                        <a:lnTo>
                          <a:pt x="12479" y="2716"/>
                        </a:lnTo>
                        <a:lnTo>
                          <a:pt x="13324" y="2882"/>
                        </a:lnTo>
                        <a:lnTo>
                          <a:pt x="14134" y="3144"/>
                        </a:lnTo>
                        <a:lnTo>
                          <a:pt x="14896" y="3501"/>
                        </a:lnTo>
                        <a:lnTo>
                          <a:pt x="15622" y="3942"/>
                        </a:lnTo>
                        <a:lnTo>
                          <a:pt x="16301" y="4466"/>
                        </a:lnTo>
                        <a:lnTo>
                          <a:pt x="16908" y="5073"/>
                        </a:lnTo>
                        <a:lnTo>
                          <a:pt x="17194" y="5407"/>
                        </a:lnTo>
                        <a:lnTo>
                          <a:pt x="19123" y="3525"/>
                        </a:lnTo>
                        <a:lnTo>
                          <a:pt x="18742" y="3097"/>
                        </a:lnTo>
                        <a:lnTo>
                          <a:pt x="17920" y="2323"/>
                        </a:lnTo>
                        <a:lnTo>
                          <a:pt x="17027" y="1656"/>
                        </a:lnTo>
                        <a:lnTo>
                          <a:pt x="16075" y="1096"/>
                        </a:lnTo>
                        <a:lnTo>
                          <a:pt x="15051" y="644"/>
                        </a:lnTo>
                        <a:lnTo>
                          <a:pt x="13991" y="311"/>
                        </a:lnTo>
                        <a:lnTo>
                          <a:pt x="12896" y="84"/>
                        </a:lnTo>
                        <a:lnTo>
                          <a:pt x="11777" y="1"/>
                        </a:lnTo>
                        <a:close/>
                      </a:path>
                    </a:pathLst>
                  </a:custGeom>
                  <a:solidFill>
                    <a:srgbClr val="5F63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179"/>
                  <p:cNvSpPr/>
                  <p:nvPr/>
                </p:nvSpPr>
                <p:spPr>
                  <a:xfrm>
                    <a:off x="2621028" y="1431699"/>
                    <a:ext cx="23797" cy="185055"/>
                  </a:xfrm>
                  <a:custGeom>
                    <a:rect b="b" l="l" r="r" t="t"/>
                    <a:pathLst>
                      <a:path extrusionOk="0" h="21587" w="2776">
                        <a:moveTo>
                          <a:pt x="1" y="0"/>
                        </a:moveTo>
                        <a:lnTo>
                          <a:pt x="1" y="21587"/>
                        </a:lnTo>
                        <a:lnTo>
                          <a:pt x="2775" y="21587"/>
                        </a:lnTo>
                        <a:lnTo>
                          <a:pt x="2775" y="0"/>
                        </a:lnTo>
                        <a:close/>
                      </a:path>
                    </a:pathLst>
                  </a:custGeom>
                  <a:solidFill>
                    <a:srgbClr val="5F63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179"/>
                  <p:cNvSpPr/>
                  <p:nvPr/>
                </p:nvSpPr>
                <p:spPr>
                  <a:xfrm>
                    <a:off x="2665228" y="1485997"/>
                    <a:ext cx="130353" cy="134845"/>
                  </a:xfrm>
                  <a:custGeom>
                    <a:rect b="b" l="l" r="r" t="t"/>
                    <a:pathLst>
                      <a:path extrusionOk="0" h="15730" w="15206">
                        <a:moveTo>
                          <a:pt x="7287" y="2537"/>
                        </a:moveTo>
                        <a:lnTo>
                          <a:pt x="8180" y="2560"/>
                        </a:lnTo>
                        <a:lnTo>
                          <a:pt x="9061" y="2763"/>
                        </a:lnTo>
                        <a:lnTo>
                          <a:pt x="9895" y="3120"/>
                        </a:lnTo>
                        <a:lnTo>
                          <a:pt x="10657" y="3656"/>
                        </a:lnTo>
                        <a:lnTo>
                          <a:pt x="10990" y="4001"/>
                        </a:lnTo>
                        <a:lnTo>
                          <a:pt x="11348" y="4394"/>
                        </a:lnTo>
                        <a:lnTo>
                          <a:pt x="11919" y="5299"/>
                        </a:lnTo>
                        <a:lnTo>
                          <a:pt x="12288" y="6287"/>
                        </a:lnTo>
                        <a:lnTo>
                          <a:pt x="12455" y="7335"/>
                        </a:lnTo>
                        <a:lnTo>
                          <a:pt x="12455" y="7871"/>
                        </a:lnTo>
                        <a:lnTo>
                          <a:pt x="12455" y="8395"/>
                        </a:lnTo>
                        <a:lnTo>
                          <a:pt x="12288" y="9442"/>
                        </a:lnTo>
                        <a:lnTo>
                          <a:pt x="11907" y="10431"/>
                        </a:lnTo>
                        <a:lnTo>
                          <a:pt x="11348" y="11336"/>
                        </a:lnTo>
                        <a:lnTo>
                          <a:pt x="10990" y="11740"/>
                        </a:lnTo>
                        <a:lnTo>
                          <a:pt x="10895" y="11836"/>
                        </a:lnTo>
                        <a:lnTo>
                          <a:pt x="10800" y="11931"/>
                        </a:lnTo>
                        <a:lnTo>
                          <a:pt x="10443" y="12241"/>
                        </a:lnTo>
                        <a:lnTo>
                          <a:pt x="9645" y="12729"/>
                        </a:lnTo>
                        <a:lnTo>
                          <a:pt x="8800" y="13050"/>
                        </a:lnTo>
                        <a:lnTo>
                          <a:pt x="7907" y="13193"/>
                        </a:lnTo>
                        <a:lnTo>
                          <a:pt x="7013" y="13169"/>
                        </a:lnTo>
                        <a:lnTo>
                          <a:pt x="6144" y="12967"/>
                        </a:lnTo>
                        <a:lnTo>
                          <a:pt x="5311" y="12610"/>
                        </a:lnTo>
                        <a:lnTo>
                          <a:pt x="4549" y="12074"/>
                        </a:lnTo>
                        <a:lnTo>
                          <a:pt x="4204" y="11740"/>
                        </a:lnTo>
                        <a:lnTo>
                          <a:pt x="3858" y="11336"/>
                        </a:lnTo>
                        <a:lnTo>
                          <a:pt x="3299" y="10431"/>
                        </a:lnTo>
                        <a:lnTo>
                          <a:pt x="2918" y="9442"/>
                        </a:lnTo>
                        <a:lnTo>
                          <a:pt x="2751" y="8395"/>
                        </a:lnTo>
                        <a:lnTo>
                          <a:pt x="2751" y="7871"/>
                        </a:lnTo>
                        <a:lnTo>
                          <a:pt x="2739" y="7335"/>
                        </a:lnTo>
                        <a:lnTo>
                          <a:pt x="2918" y="6287"/>
                        </a:lnTo>
                        <a:lnTo>
                          <a:pt x="3287" y="5299"/>
                        </a:lnTo>
                        <a:lnTo>
                          <a:pt x="3846" y="4394"/>
                        </a:lnTo>
                        <a:lnTo>
                          <a:pt x="4204" y="4001"/>
                        </a:lnTo>
                        <a:lnTo>
                          <a:pt x="4299" y="3894"/>
                        </a:lnTo>
                        <a:lnTo>
                          <a:pt x="4406" y="3799"/>
                        </a:lnTo>
                        <a:lnTo>
                          <a:pt x="4763" y="3489"/>
                        </a:lnTo>
                        <a:lnTo>
                          <a:pt x="5549" y="3001"/>
                        </a:lnTo>
                        <a:lnTo>
                          <a:pt x="6406" y="2680"/>
                        </a:lnTo>
                        <a:lnTo>
                          <a:pt x="7287" y="2537"/>
                        </a:lnTo>
                        <a:close/>
                        <a:moveTo>
                          <a:pt x="7240" y="1"/>
                        </a:moveTo>
                        <a:lnTo>
                          <a:pt x="6502" y="72"/>
                        </a:lnTo>
                        <a:lnTo>
                          <a:pt x="5775" y="215"/>
                        </a:lnTo>
                        <a:lnTo>
                          <a:pt x="5061" y="417"/>
                        </a:lnTo>
                        <a:lnTo>
                          <a:pt x="4358" y="703"/>
                        </a:lnTo>
                        <a:lnTo>
                          <a:pt x="3692" y="1048"/>
                        </a:lnTo>
                        <a:lnTo>
                          <a:pt x="3049" y="1477"/>
                        </a:lnTo>
                        <a:lnTo>
                          <a:pt x="2441" y="1965"/>
                        </a:lnTo>
                        <a:lnTo>
                          <a:pt x="2156" y="2239"/>
                        </a:lnTo>
                        <a:lnTo>
                          <a:pt x="1882" y="2525"/>
                        </a:lnTo>
                        <a:lnTo>
                          <a:pt x="1405" y="3144"/>
                        </a:lnTo>
                        <a:lnTo>
                          <a:pt x="1001" y="3799"/>
                        </a:lnTo>
                        <a:lnTo>
                          <a:pt x="655" y="4489"/>
                        </a:lnTo>
                        <a:lnTo>
                          <a:pt x="381" y="5204"/>
                        </a:lnTo>
                        <a:lnTo>
                          <a:pt x="191" y="5942"/>
                        </a:lnTo>
                        <a:lnTo>
                          <a:pt x="60" y="6704"/>
                        </a:lnTo>
                        <a:lnTo>
                          <a:pt x="0" y="7478"/>
                        </a:lnTo>
                        <a:lnTo>
                          <a:pt x="12" y="7871"/>
                        </a:lnTo>
                        <a:lnTo>
                          <a:pt x="0" y="8252"/>
                        </a:lnTo>
                        <a:lnTo>
                          <a:pt x="60" y="9026"/>
                        </a:lnTo>
                        <a:lnTo>
                          <a:pt x="191" y="9788"/>
                        </a:lnTo>
                        <a:lnTo>
                          <a:pt x="393" y="10526"/>
                        </a:lnTo>
                        <a:lnTo>
                          <a:pt x="667" y="11240"/>
                        </a:lnTo>
                        <a:lnTo>
                          <a:pt x="1012" y="11931"/>
                        </a:lnTo>
                        <a:lnTo>
                          <a:pt x="1417" y="12586"/>
                        </a:lnTo>
                        <a:lnTo>
                          <a:pt x="1894" y="13205"/>
                        </a:lnTo>
                        <a:lnTo>
                          <a:pt x="2156" y="13491"/>
                        </a:lnTo>
                        <a:lnTo>
                          <a:pt x="2441" y="13765"/>
                        </a:lnTo>
                        <a:lnTo>
                          <a:pt x="3049" y="14253"/>
                        </a:lnTo>
                        <a:lnTo>
                          <a:pt x="3692" y="14681"/>
                        </a:lnTo>
                        <a:lnTo>
                          <a:pt x="4358" y="15027"/>
                        </a:lnTo>
                        <a:lnTo>
                          <a:pt x="5061" y="15312"/>
                        </a:lnTo>
                        <a:lnTo>
                          <a:pt x="5775" y="15515"/>
                        </a:lnTo>
                        <a:lnTo>
                          <a:pt x="6502" y="15658"/>
                        </a:lnTo>
                        <a:lnTo>
                          <a:pt x="7240" y="15729"/>
                        </a:lnTo>
                        <a:lnTo>
                          <a:pt x="7978" y="15729"/>
                        </a:lnTo>
                        <a:lnTo>
                          <a:pt x="8716" y="15658"/>
                        </a:lnTo>
                        <a:lnTo>
                          <a:pt x="9442" y="15515"/>
                        </a:lnTo>
                        <a:lnTo>
                          <a:pt x="10157" y="15312"/>
                        </a:lnTo>
                        <a:lnTo>
                          <a:pt x="10859" y="15027"/>
                        </a:lnTo>
                        <a:lnTo>
                          <a:pt x="11526" y="14681"/>
                        </a:lnTo>
                        <a:lnTo>
                          <a:pt x="12169" y="14253"/>
                        </a:lnTo>
                        <a:lnTo>
                          <a:pt x="12776" y="13765"/>
                        </a:lnTo>
                        <a:lnTo>
                          <a:pt x="13062" y="13491"/>
                        </a:lnTo>
                        <a:lnTo>
                          <a:pt x="13324" y="13205"/>
                        </a:lnTo>
                        <a:lnTo>
                          <a:pt x="13800" y="12586"/>
                        </a:lnTo>
                        <a:lnTo>
                          <a:pt x="14217" y="11931"/>
                        </a:lnTo>
                        <a:lnTo>
                          <a:pt x="14550" y="11240"/>
                        </a:lnTo>
                        <a:lnTo>
                          <a:pt x="14824" y="10526"/>
                        </a:lnTo>
                        <a:lnTo>
                          <a:pt x="15027" y="9788"/>
                        </a:lnTo>
                        <a:lnTo>
                          <a:pt x="15158" y="9026"/>
                        </a:lnTo>
                        <a:lnTo>
                          <a:pt x="15205" y="8252"/>
                        </a:lnTo>
                        <a:lnTo>
                          <a:pt x="15205" y="7871"/>
                        </a:lnTo>
                        <a:lnTo>
                          <a:pt x="15205" y="7478"/>
                        </a:lnTo>
                        <a:lnTo>
                          <a:pt x="15158" y="6704"/>
                        </a:lnTo>
                        <a:lnTo>
                          <a:pt x="15027" y="5942"/>
                        </a:lnTo>
                        <a:lnTo>
                          <a:pt x="14824" y="5204"/>
                        </a:lnTo>
                        <a:lnTo>
                          <a:pt x="14550" y="4489"/>
                        </a:lnTo>
                        <a:lnTo>
                          <a:pt x="14205" y="3799"/>
                        </a:lnTo>
                        <a:lnTo>
                          <a:pt x="13800" y="3144"/>
                        </a:lnTo>
                        <a:lnTo>
                          <a:pt x="13324" y="2525"/>
                        </a:lnTo>
                        <a:lnTo>
                          <a:pt x="13062" y="2239"/>
                        </a:lnTo>
                        <a:lnTo>
                          <a:pt x="12776" y="1965"/>
                        </a:lnTo>
                        <a:lnTo>
                          <a:pt x="12169" y="1477"/>
                        </a:lnTo>
                        <a:lnTo>
                          <a:pt x="11526" y="1048"/>
                        </a:lnTo>
                        <a:lnTo>
                          <a:pt x="10859" y="703"/>
                        </a:lnTo>
                        <a:lnTo>
                          <a:pt x="10157" y="417"/>
                        </a:lnTo>
                        <a:lnTo>
                          <a:pt x="9442" y="215"/>
                        </a:lnTo>
                        <a:lnTo>
                          <a:pt x="8716" y="72"/>
                        </a:lnTo>
                        <a:lnTo>
                          <a:pt x="7978" y="1"/>
                        </a:lnTo>
                        <a:close/>
                      </a:path>
                    </a:pathLst>
                  </a:custGeom>
                  <a:solidFill>
                    <a:srgbClr val="5F63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179"/>
                  <p:cNvSpPr/>
                  <p:nvPr/>
                </p:nvSpPr>
                <p:spPr>
                  <a:xfrm>
                    <a:off x="2814758" y="1490181"/>
                    <a:ext cx="112291" cy="130662"/>
                  </a:xfrm>
                  <a:custGeom>
                    <a:rect b="b" l="l" r="r" t="t"/>
                    <a:pathLst>
                      <a:path extrusionOk="0" h="15242" w="13099">
                        <a:moveTo>
                          <a:pt x="1" y="1"/>
                        </a:moveTo>
                        <a:lnTo>
                          <a:pt x="1" y="9014"/>
                        </a:lnTo>
                        <a:lnTo>
                          <a:pt x="25" y="9717"/>
                        </a:lnTo>
                        <a:lnTo>
                          <a:pt x="215" y="10979"/>
                        </a:lnTo>
                        <a:lnTo>
                          <a:pt x="572" y="12110"/>
                        </a:lnTo>
                        <a:lnTo>
                          <a:pt x="965" y="12860"/>
                        </a:lnTo>
                        <a:lnTo>
                          <a:pt x="1275" y="13324"/>
                        </a:lnTo>
                        <a:lnTo>
                          <a:pt x="1453" y="13539"/>
                        </a:lnTo>
                        <a:lnTo>
                          <a:pt x="1632" y="13741"/>
                        </a:lnTo>
                        <a:lnTo>
                          <a:pt x="2037" y="14122"/>
                        </a:lnTo>
                        <a:lnTo>
                          <a:pt x="2477" y="14432"/>
                        </a:lnTo>
                        <a:lnTo>
                          <a:pt x="2954" y="14705"/>
                        </a:lnTo>
                        <a:lnTo>
                          <a:pt x="3478" y="14908"/>
                        </a:lnTo>
                        <a:lnTo>
                          <a:pt x="4049" y="15075"/>
                        </a:lnTo>
                        <a:lnTo>
                          <a:pt x="4656" y="15182"/>
                        </a:lnTo>
                        <a:lnTo>
                          <a:pt x="5311" y="15229"/>
                        </a:lnTo>
                        <a:lnTo>
                          <a:pt x="5657" y="15241"/>
                        </a:lnTo>
                        <a:lnTo>
                          <a:pt x="6014" y="15229"/>
                        </a:lnTo>
                        <a:lnTo>
                          <a:pt x="6728" y="15134"/>
                        </a:lnTo>
                        <a:lnTo>
                          <a:pt x="7407" y="14944"/>
                        </a:lnTo>
                        <a:lnTo>
                          <a:pt x="8074" y="14670"/>
                        </a:lnTo>
                        <a:lnTo>
                          <a:pt x="8395" y="14491"/>
                        </a:lnTo>
                        <a:lnTo>
                          <a:pt x="8681" y="14324"/>
                        </a:lnTo>
                        <a:lnTo>
                          <a:pt x="9229" y="13943"/>
                        </a:lnTo>
                        <a:lnTo>
                          <a:pt x="9717" y="13491"/>
                        </a:lnTo>
                        <a:lnTo>
                          <a:pt x="10133" y="12991"/>
                        </a:lnTo>
                        <a:lnTo>
                          <a:pt x="10324" y="12705"/>
                        </a:lnTo>
                        <a:lnTo>
                          <a:pt x="10443" y="12705"/>
                        </a:lnTo>
                        <a:lnTo>
                          <a:pt x="10443" y="14765"/>
                        </a:lnTo>
                        <a:lnTo>
                          <a:pt x="13098" y="14765"/>
                        </a:lnTo>
                        <a:lnTo>
                          <a:pt x="13098" y="1"/>
                        </a:lnTo>
                        <a:lnTo>
                          <a:pt x="10312" y="1"/>
                        </a:lnTo>
                        <a:lnTo>
                          <a:pt x="10312" y="8121"/>
                        </a:lnTo>
                        <a:lnTo>
                          <a:pt x="10300" y="8550"/>
                        </a:lnTo>
                        <a:lnTo>
                          <a:pt x="10169" y="9407"/>
                        </a:lnTo>
                        <a:lnTo>
                          <a:pt x="9895" y="10217"/>
                        </a:lnTo>
                        <a:lnTo>
                          <a:pt x="9479" y="10979"/>
                        </a:lnTo>
                        <a:lnTo>
                          <a:pt x="9229" y="11324"/>
                        </a:lnTo>
                        <a:lnTo>
                          <a:pt x="8967" y="11645"/>
                        </a:lnTo>
                        <a:lnTo>
                          <a:pt x="8336" y="12169"/>
                        </a:lnTo>
                        <a:lnTo>
                          <a:pt x="7609" y="12526"/>
                        </a:lnTo>
                        <a:lnTo>
                          <a:pt x="6823" y="12693"/>
                        </a:lnTo>
                        <a:lnTo>
                          <a:pt x="6407" y="12705"/>
                        </a:lnTo>
                        <a:lnTo>
                          <a:pt x="5966" y="12693"/>
                        </a:lnTo>
                        <a:lnTo>
                          <a:pt x="5168" y="12562"/>
                        </a:lnTo>
                        <a:lnTo>
                          <a:pt x="4490" y="12312"/>
                        </a:lnTo>
                        <a:lnTo>
                          <a:pt x="3918" y="11919"/>
                        </a:lnTo>
                        <a:lnTo>
                          <a:pt x="3454" y="11407"/>
                        </a:lnTo>
                        <a:lnTo>
                          <a:pt x="3120" y="10764"/>
                        </a:lnTo>
                        <a:lnTo>
                          <a:pt x="2882" y="9990"/>
                        </a:lnTo>
                        <a:lnTo>
                          <a:pt x="2775" y="9085"/>
                        </a:lnTo>
                        <a:lnTo>
                          <a:pt x="2763" y="8585"/>
                        </a:lnTo>
                        <a:lnTo>
                          <a:pt x="2763" y="1"/>
                        </a:lnTo>
                        <a:close/>
                      </a:path>
                    </a:pathLst>
                  </a:custGeom>
                  <a:solidFill>
                    <a:srgbClr val="5F63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179"/>
                  <p:cNvSpPr/>
                  <p:nvPr/>
                </p:nvSpPr>
                <p:spPr>
                  <a:xfrm>
                    <a:off x="2947349" y="1431699"/>
                    <a:ext cx="127293" cy="189247"/>
                  </a:xfrm>
                  <a:custGeom>
                    <a:rect b="b" l="l" r="r" t="t"/>
                    <a:pathLst>
                      <a:path extrusionOk="0" h="22076" w="14849">
                        <a:moveTo>
                          <a:pt x="7240" y="8894"/>
                        </a:moveTo>
                        <a:lnTo>
                          <a:pt x="8097" y="8930"/>
                        </a:lnTo>
                        <a:lnTo>
                          <a:pt x="8955" y="9121"/>
                        </a:lnTo>
                        <a:lnTo>
                          <a:pt x="9752" y="9490"/>
                        </a:lnTo>
                        <a:lnTo>
                          <a:pt x="10491" y="10014"/>
                        </a:lnTo>
                        <a:lnTo>
                          <a:pt x="10812" y="10347"/>
                        </a:lnTo>
                        <a:lnTo>
                          <a:pt x="11157" y="10752"/>
                        </a:lnTo>
                        <a:lnTo>
                          <a:pt x="11693" y="11657"/>
                        </a:lnTo>
                        <a:lnTo>
                          <a:pt x="12038" y="12645"/>
                        </a:lnTo>
                        <a:lnTo>
                          <a:pt x="12193" y="13681"/>
                        </a:lnTo>
                        <a:lnTo>
                          <a:pt x="12181" y="14217"/>
                        </a:lnTo>
                        <a:lnTo>
                          <a:pt x="12193" y="14741"/>
                        </a:lnTo>
                        <a:lnTo>
                          <a:pt x="12038" y="15788"/>
                        </a:lnTo>
                        <a:lnTo>
                          <a:pt x="11693" y="16777"/>
                        </a:lnTo>
                        <a:lnTo>
                          <a:pt x="11157" y="17682"/>
                        </a:lnTo>
                        <a:lnTo>
                          <a:pt x="10812" y="18086"/>
                        </a:lnTo>
                        <a:lnTo>
                          <a:pt x="10479" y="18432"/>
                        </a:lnTo>
                        <a:lnTo>
                          <a:pt x="9717" y="18979"/>
                        </a:lnTo>
                        <a:lnTo>
                          <a:pt x="8871" y="19348"/>
                        </a:lnTo>
                        <a:lnTo>
                          <a:pt x="7954" y="19527"/>
                        </a:lnTo>
                        <a:lnTo>
                          <a:pt x="7478" y="19539"/>
                        </a:lnTo>
                        <a:lnTo>
                          <a:pt x="7014" y="19527"/>
                        </a:lnTo>
                        <a:lnTo>
                          <a:pt x="6097" y="19337"/>
                        </a:lnTo>
                        <a:lnTo>
                          <a:pt x="5252" y="18967"/>
                        </a:lnTo>
                        <a:lnTo>
                          <a:pt x="4501" y="18420"/>
                        </a:lnTo>
                        <a:lnTo>
                          <a:pt x="4180" y="18086"/>
                        </a:lnTo>
                        <a:lnTo>
                          <a:pt x="3835" y="17682"/>
                        </a:lnTo>
                        <a:lnTo>
                          <a:pt x="3287" y="16777"/>
                        </a:lnTo>
                        <a:lnTo>
                          <a:pt x="2930" y="15788"/>
                        </a:lnTo>
                        <a:lnTo>
                          <a:pt x="2775" y="14753"/>
                        </a:lnTo>
                        <a:lnTo>
                          <a:pt x="2787" y="14217"/>
                        </a:lnTo>
                        <a:lnTo>
                          <a:pt x="2775" y="13681"/>
                        </a:lnTo>
                        <a:lnTo>
                          <a:pt x="2930" y="12645"/>
                        </a:lnTo>
                        <a:lnTo>
                          <a:pt x="3287" y="11657"/>
                        </a:lnTo>
                        <a:lnTo>
                          <a:pt x="3835" y="10752"/>
                        </a:lnTo>
                        <a:lnTo>
                          <a:pt x="4180" y="10347"/>
                        </a:lnTo>
                        <a:lnTo>
                          <a:pt x="4299" y="10216"/>
                        </a:lnTo>
                        <a:lnTo>
                          <a:pt x="4430" y="10097"/>
                        </a:lnTo>
                        <a:lnTo>
                          <a:pt x="4775" y="9787"/>
                        </a:lnTo>
                        <a:lnTo>
                          <a:pt x="5549" y="9323"/>
                        </a:lnTo>
                        <a:lnTo>
                          <a:pt x="6371" y="9025"/>
                        </a:lnTo>
                        <a:lnTo>
                          <a:pt x="7240" y="8894"/>
                        </a:lnTo>
                        <a:close/>
                        <a:moveTo>
                          <a:pt x="12074" y="0"/>
                        </a:moveTo>
                        <a:lnTo>
                          <a:pt x="12074" y="6823"/>
                        </a:lnTo>
                        <a:lnTo>
                          <a:pt x="12193" y="8871"/>
                        </a:lnTo>
                        <a:lnTo>
                          <a:pt x="12074" y="8871"/>
                        </a:lnTo>
                        <a:lnTo>
                          <a:pt x="11884" y="8585"/>
                        </a:lnTo>
                        <a:lnTo>
                          <a:pt x="11443" y="8061"/>
                        </a:lnTo>
                        <a:lnTo>
                          <a:pt x="10931" y="7609"/>
                        </a:lnTo>
                        <a:lnTo>
                          <a:pt x="10371" y="7216"/>
                        </a:lnTo>
                        <a:lnTo>
                          <a:pt x="10074" y="7061"/>
                        </a:lnTo>
                        <a:lnTo>
                          <a:pt x="9717" y="6882"/>
                        </a:lnTo>
                        <a:lnTo>
                          <a:pt x="8978" y="6596"/>
                        </a:lnTo>
                        <a:lnTo>
                          <a:pt x="8204" y="6418"/>
                        </a:lnTo>
                        <a:lnTo>
                          <a:pt x="7430" y="6323"/>
                        </a:lnTo>
                        <a:lnTo>
                          <a:pt x="7038" y="6323"/>
                        </a:lnTo>
                        <a:lnTo>
                          <a:pt x="6680" y="6335"/>
                        </a:lnTo>
                        <a:lnTo>
                          <a:pt x="5978" y="6406"/>
                        </a:lnTo>
                        <a:lnTo>
                          <a:pt x="5299" y="6561"/>
                        </a:lnTo>
                        <a:lnTo>
                          <a:pt x="4632" y="6775"/>
                        </a:lnTo>
                        <a:lnTo>
                          <a:pt x="4001" y="7061"/>
                        </a:lnTo>
                        <a:lnTo>
                          <a:pt x="3406" y="7418"/>
                        </a:lnTo>
                        <a:lnTo>
                          <a:pt x="2846" y="7835"/>
                        </a:lnTo>
                        <a:lnTo>
                          <a:pt x="2322" y="8323"/>
                        </a:lnTo>
                        <a:lnTo>
                          <a:pt x="2096" y="8585"/>
                        </a:lnTo>
                        <a:lnTo>
                          <a:pt x="1834" y="8883"/>
                        </a:lnTo>
                        <a:lnTo>
                          <a:pt x="1370" y="9502"/>
                        </a:lnTo>
                        <a:lnTo>
                          <a:pt x="977" y="10145"/>
                        </a:lnTo>
                        <a:lnTo>
                          <a:pt x="644" y="10835"/>
                        </a:lnTo>
                        <a:lnTo>
                          <a:pt x="370" y="11550"/>
                        </a:lnTo>
                        <a:lnTo>
                          <a:pt x="179" y="12288"/>
                        </a:lnTo>
                        <a:lnTo>
                          <a:pt x="48" y="13038"/>
                        </a:lnTo>
                        <a:lnTo>
                          <a:pt x="1" y="13812"/>
                        </a:lnTo>
                        <a:lnTo>
                          <a:pt x="13" y="14205"/>
                        </a:lnTo>
                        <a:lnTo>
                          <a:pt x="1" y="14586"/>
                        </a:lnTo>
                        <a:lnTo>
                          <a:pt x="48" y="15360"/>
                        </a:lnTo>
                        <a:lnTo>
                          <a:pt x="179" y="16110"/>
                        </a:lnTo>
                        <a:lnTo>
                          <a:pt x="370" y="16848"/>
                        </a:lnTo>
                        <a:lnTo>
                          <a:pt x="644" y="17562"/>
                        </a:lnTo>
                        <a:lnTo>
                          <a:pt x="977" y="18253"/>
                        </a:lnTo>
                        <a:lnTo>
                          <a:pt x="1370" y="18896"/>
                        </a:lnTo>
                        <a:lnTo>
                          <a:pt x="1834" y="19515"/>
                        </a:lnTo>
                        <a:lnTo>
                          <a:pt x="2096" y="19813"/>
                        </a:lnTo>
                        <a:lnTo>
                          <a:pt x="2322" y="20075"/>
                        </a:lnTo>
                        <a:lnTo>
                          <a:pt x="2834" y="20563"/>
                        </a:lnTo>
                        <a:lnTo>
                          <a:pt x="3394" y="20980"/>
                        </a:lnTo>
                        <a:lnTo>
                          <a:pt x="4001" y="21337"/>
                        </a:lnTo>
                        <a:lnTo>
                          <a:pt x="4632" y="21623"/>
                        </a:lnTo>
                        <a:lnTo>
                          <a:pt x="5287" y="21837"/>
                        </a:lnTo>
                        <a:lnTo>
                          <a:pt x="5978" y="21992"/>
                        </a:lnTo>
                        <a:lnTo>
                          <a:pt x="6680" y="22063"/>
                        </a:lnTo>
                        <a:lnTo>
                          <a:pt x="7038" y="22075"/>
                        </a:lnTo>
                        <a:lnTo>
                          <a:pt x="7430" y="22075"/>
                        </a:lnTo>
                        <a:lnTo>
                          <a:pt x="8204" y="21980"/>
                        </a:lnTo>
                        <a:lnTo>
                          <a:pt x="8978" y="21801"/>
                        </a:lnTo>
                        <a:lnTo>
                          <a:pt x="9717" y="21515"/>
                        </a:lnTo>
                        <a:lnTo>
                          <a:pt x="10074" y="21349"/>
                        </a:lnTo>
                        <a:lnTo>
                          <a:pt x="10371" y="21182"/>
                        </a:lnTo>
                        <a:lnTo>
                          <a:pt x="10931" y="20789"/>
                        </a:lnTo>
                        <a:lnTo>
                          <a:pt x="11443" y="20337"/>
                        </a:lnTo>
                        <a:lnTo>
                          <a:pt x="11884" y="19813"/>
                        </a:lnTo>
                        <a:lnTo>
                          <a:pt x="12074" y="19527"/>
                        </a:lnTo>
                        <a:lnTo>
                          <a:pt x="12193" y="19527"/>
                        </a:lnTo>
                        <a:lnTo>
                          <a:pt x="12193" y="21587"/>
                        </a:lnTo>
                        <a:lnTo>
                          <a:pt x="14848" y="21587"/>
                        </a:lnTo>
                        <a:lnTo>
                          <a:pt x="14848" y="0"/>
                        </a:lnTo>
                        <a:close/>
                      </a:path>
                    </a:pathLst>
                  </a:custGeom>
                  <a:solidFill>
                    <a:srgbClr val="5F63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sp>
          <p:nvSpPr>
            <p:cNvPr id="822" name="Google Shape;822;p179"/>
            <p:cNvSpPr/>
            <p:nvPr/>
          </p:nvSpPr>
          <p:spPr>
            <a:xfrm flipH="1" rot="10800000">
              <a:off x="831227" y="1197994"/>
              <a:ext cx="2449800" cy="642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23" name="Shape 823"/>
        <p:cNvGrpSpPr/>
        <p:nvPr/>
      </p:nvGrpSpPr>
      <p:grpSpPr>
        <a:xfrm>
          <a:off x="0" y="0"/>
          <a:ext cx="0" cy="0"/>
          <a:chOff x="0" y="0"/>
          <a:chExt cx="0" cy="0"/>
        </a:xfrm>
      </p:grpSpPr>
      <p:sp>
        <p:nvSpPr>
          <p:cNvPr id="824" name="Google Shape;824;p18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25" name="Google Shape;825;p180"/>
          <p:cNvSpPr txBox="1"/>
          <p:nvPr>
            <p:ph idx="1" type="body"/>
          </p:nvPr>
        </p:nvSpPr>
        <p:spPr>
          <a:xfrm>
            <a:off x="311700" y="1389600"/>
            <a:ext cx="2808000" cy="3179400"/>
          </a:xfrm>
          <a:prstGeom prst="rect">
            <a:avLst/>
          </a:prstGeom>
          <a:noFill/>
          <a:ln>
            <a:noFill/>
          </a:ln>
        </p:spPr>
        <p:txBody>
          <a:bodyPr anchorCtr="0" anchor="ctr" bIns="91425" lIns="91425" spcFirstLastPara="1" rIns="91425" wrap="square" tIns="91425">
            <a:noAutofit/>
          </a:bodyPr>
          <a:lstStyle>
            <a:lvl1pPr indent="-304800" lvl="0" marL="4572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1pPr>
            <a:lvl2pPr indent="-304800" lvl="1" marL="914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2pPr>
            <a:lvl3pPr indent="-304800" lvl="2" marL="1371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3pPr>
            <a:lvl4pPr indent="-304800" lvl="3" marL="1828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4pPr>
            <a:lvl5pPr indent="-304800" lvl="4" marL="22860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5pPr>
            <a:lvl6pPr indent="-304800" lvl="5" marL="27432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6pPr>
            <a:lvl7pPr indent="-304800" lvl="6" marL="3200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7pPr>
            <a:lvl8pPr indent="-304800" lvl="7" marL="3657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8pPr>
            <a:lvl9pPr indent="-304800" lvl="8" marL="4114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9pPr>
          </a:lstStyle>
          <a:p/>
        </p:txBody>
      </p:sp>
      <p:sp>
        <p:nvSpPr>
          <p:cNvPr id="826" name="Google Shape;826;p18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Title &amp; Body_2 Col 1 1 2">
  <p:cSld name="CUSTOM_7_1_1_1_1_1_1_1_1_1_1_1_1_1_1_1_3_1_2">
    <p:bg>
      <p:bgPr>
        <a:solidFill>
          <a:srgbClr val="FFFFFF"/>
        </a:solidFill>
      </p:bgPr>
    </p:bg>
    <p:spTree>
      <p:nvGrpSpPr>
        <p:cNvPr id="827" name="Shape 827"/>
        <p:cNvGrpSpPr/>
        <p:nvPr/>
      </p:nvGrpSpPr>
      <p:grpSpPr>
        <a:xfrm>
          <a:off x="0" y="0"/>
          <a:ext cx="0" cy="0"/>
          <a:chOff x="0" y="0"/>
          <a:chExt cx="0" cy="0"/>
        </a:xfrm>
      </p:grpSpPr>
      <p:sp>
        <p:nvSpPr>
          <p:cNvPr id="828" name="Google Shape;828;p181"/>
          <p:cNvSpPr txBox="1"/>
          <p:nvPr/>
        </p:nvSpPr>
        <p:spPr>
          <a:xfrm>
            <a:off x="7404935" y="4875830"/>
            <a:ext cx="1300200" cy="79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0</a:t>
            </a:r>
            <a:fld id="{00000000-1234-1234-1234-123412341234}" type="slidenum">
              <a:rPr b="0" i="0" lang="en"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sp>
        <p:nvSpPr>
          <p:cNvPr id="829" name="Google Shape;829;p181"/>
          <p:cNvSpPr txBox="1"/>
          <p:nvPr/>
        </p:nvSpPr>
        <p:spPr>
          <a:xfrm>
            <a:off x="455317" y="4875830"/>
            <a:ext cx="1300200" cy="79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Google Cloud Next ‘24</a:t>
            </a:r>
            <a:endParaRPr b="0" i="0" sz="600" u="none" cap="none" strike="noStrike">
              <a:solidFill>
                <a:schemeClr val="dk1"/>
              </a:solidFill>
              <a:latin typeface="Arial"/>
              <a:ea typeface="Arial"/>
              <a:cs typeface="Arial"/>
              <a:sym typeface="Arial"/>
            </a:endParaRPr>
          </a:p>
        </p:txBody>
      </p:sp>
      <p:sp>
        <p:nvSpPr>
          <p:cNvPr id="830" name="Google Shape;830;p181"/>
          <p:cNvSpPr txBox="1"/>
          <p:nvPr/>
        </p:nvSpPr>
        <p:spPr>
          <a:xfrm>
            <a:off x="3921900" y="4858875"/>
            <a:ext cx="1300200" cy="909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Proprietary</a:t>
            </a:r>
            <a:endParaRPr b="0" i="0" sz="600" u="none" cap="none" strike="noStrike">
              <a:solidFill>
                <a:schemeClr val="dk1"/>
              </a:solidFill>
              <a:latin typeface="Arial"/>
              <a:ea typeface="Arial"/>
              <a:cs typeface="Arial"/>
              <a:sym typeface="Arial"/>
            </a:endParaRPr>
          </a:p>
        </p:txBody>
      </p:sp>
      <p:sp>
        <p:nvSpPr>
          <p:cNvPr id="831" name="Google Shape;831;p181"/>
          <p:cNvSpPr txBox="1"/>
          <p:nvPr>
            <p:ph type="title"/>
          </p:nvPr>
        </p:nvSpPr>
        <p:spPr>
          <a:xfrm>
            <a:off x="419100" y="411825"/>
            <a:ext cx="8382000" cy="608400"/>
          </a:xfrm>
          <a:prstGeom prst="rect">
            <a:avLst/>
          </a:prstGeom>
          <a:noFill/>
          <a:ln>
            <a:noFill/>
          </a:ln>
        </p:spPr>
        <p:txBody>
          <a:bodyPr anchorCtr="0" anchor="t" bIns="91425" lIns="91425" spcFirstLastPara="1" rIns="91425" wrap="square" tIns="91425">
            <a:normAutofit/>
          </a:bodyPr>
          <a:lstStyle>
            <a:lvl1pPr lvl="0" algn="l">
              <a:lnSpc>
                <a:spcPct val="85000"/>
              </a:lnSpc>
              <a:spcBef>
                <a:spcPts val="0"/>
              </a:spcBef>
              <a:spcAft>
                <a:spcPts val="0"/>
              </a:spcAft>
              <a:buSzPts val="2400"/>
              <a:buFont typeface="Arial"/>
              <a:buNone/>
              <a:defRPr sz="2400"/>
            </a:lvl1pPr>
            <a:lvl2pPr lvl="1" algn="ctr">
              <a:lnSpc>
                <a:spcPct val="85000"/>
              </a:lnSpc>
              <a:spcBef>
                <a:spcPts val="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Title &amp; Body_1 Col 1 4">
  <p:cSld name="CUSTOM_7_1_1_1_1_1_1_1_1_1_1_1_1_1_1_1_4_4">
    <p:bg>
      <p:bgPr>
        <a:solidFill>
          <a:srgbClr val="FFFFFF"/>
        </a:solidFill>
      </p:bgPr>
    </p:bg>
    <p:spTree>
      <p:nvGrpSpPr>
        <p:cNvPr id="832" name="Shape 832"/>
        <p:cNvGrpSpPr/>
        <p:nvPr/>
      </p:nvGrpSpPr>
      <p:grpSpPr>
        <a:xfrm>
          <a:off x="0" y="0"/>
          <a:ext cx="0" cy="0"/>
          <a:chOff x="0" y="0"/>
          <a:chExt cx="0" cy="0"/>
        </a:xfrm>
      </p:grpSpPr>
      <p:pic>
        <p:nvPicPr>
          <p:cNvPr id="833" name="Google Shape;833;p182"/>
          <p:cNvPicPr preferRelativeResize="0"/>
          <p:nvPr/>
        </p:nvPicPr>
        <p:blipFill rotWithShape="1">
          <a:blip r:embed="rId2">
            <a:alphaModFix/>
          </a:blip>
          <a:srcRect b="0" l="0" r="50794" t="62908"/>
          <a:stretch/>
        </p:blipFill>
        <p:spPr>
          <a:xfrm>
            <a:off x="6791019" y="3235676"/>
            <a:ext cx="2352973" cy="1907825"/>
          </a:xfrm>
          <a:prstGeom prst="rect">
            <a:avLst/>
          </a:prstGeom>
          <a:noFill/>
          <a:ln>
            <a:noFill/>
          </a:ln>
        </p:spPr>
      </p:pic>
      <p:sp>
        <p:nvSpPr>
          <p:cNvPr id="834" name="Google Shape;834;p182"/>
          <p:cNvSpPr txBox="1"/>
          <p:nvPr/>
        </p:nvSpPr>
        <p:spPr>
          <a:xfrm>
            <a:off x="455317" y="4875830"/>
            <a:ext cx="1300200" cy="79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Google Cloud Next ‘24</a:t>
            </a:r>
            <a:endParaRPr b="0" i="0" sz="600" u="none" cap="none" strike="noStrike">
              <a:solidFill>
                <a:schemeClr val="dk1"/>
              </a:solidFill>
              <a:latin typeface="Arial"/>
              <a:ea typeface="Arial"/>
              <a:cs typeface="Arial"/>
              <a:sym typeface="Arial"/>
            </a:endParaRPr>
          </a:p>
        </p:txBody>
      </p:sp>
      <p:sp>
        <p:nvSpPr>
          <p:cNvPr id="835" name="Google Shape;835;p182"/>
          <p:cNvSpPr txBox="1"/>
          <p:nvPr/>
        </p:nvSpPr>
        <p:spPr>
          <a:xfrm>
            <a:off x="3921900" y="4858875"/>
            <a:ext cx="1300200" cy="909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Proprietary</a:t>
            </a:r>
            <a:endParaRPr b="0" i="0" sz="600" u="none" cap="none" strike="noStrike">
              <a:solidFill>
                <a:schemeClr val="dk1"/>
              </a:solidFill>
              <a:latin typeface="Arial"/>
              <a:ea typeface="Arial"/>
              <a:cs typeface="Arial"/>
              <a:sym typeface="Arial"/>
            </a:endParaRPr>
          </a:p>
        </p:txBody>
      </p:sp>
      <p:sp>
        <p:nvSpPr>
          <p:cNvPr id="836" name="Google Shape;836;p182"/>
          <p:cNvSpPr txBox="1"/>
          <p:nvPr/>
        </p:nvSpPr>
        <p:spPr>
          <a:xfrm>
            <a:off x="7404935" y="4875830"/>
            <a:ext cx="1300200" cy="79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0</a:t>
            </a:r>
            <a:fld id="{00000000-1234-1234-1234-123412341234}" type="slidenum">
              <a:rPr b="0" i="0" lang="en"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pic>
        <p:nvPicPr>
          <p:cNvPr id="837" name="Google Shape;837;p182"/>
          <p:cNvPicPr preferRelativeResize="0"/>
          <p:nvPr/>
        </p:nvPicPr>
        <p:blipFill rotWithShape="1">
          <a:blip r:embed="rId2">
            <a:alphaModFix/>
          </a:blip>
          <a:srcRect b="61276" l="0" r="50794" t="0"/>
          <a:stretch/>
        </p:blipFill>
        <p:spPr>
          <a:xfrm>
            <a:off x="6794394" y="0"/>
            <a:ext cx="2352973" cy="1991777"/>
          </a:xfrm>
          <a:prstGeom prst="rect">
            <a:avLst/>
          </a:prstGeom>
          <a:noFill/>
          <a:ln>
            <a:noFill/>
          </a:ln>
        </p:spPr>
      </p:pic>
      <p:sp>
        <p:nvSpPr>
          <p:cNvPr id="838" name="Google Shape;838;p182"/>
          <p:cNvSpPr txBox="1"/>
          <p:nvPr>
            <p:ph type="title"/>
          </p:nvPr>
        </p:nvSpPr>
        <p:spPr>
          <a:xfrm>
            <a:off x="419100" y="411825"/>
            <a:ext cx="3573300" cy="6084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4400"/>
              <a:buFont typeface="Arial"/>
              <a:buNone/>
              <a:defRPr sz="4400"/>
            </a:lvl1pPr>
            <a:lvl2pPr lvl="1" algn="ctr">
              <a:lnSpc>
                <a:spcPct val="85000"/>
              </a:lnSpc>
              <a:spcBef>
                <a:spcPts val="0"/>
              </a:spcBef>
              <a:spcAft>
                <a:spcPts val="0"/>
              </a:spcAft>
              <a:buSzPts val="2000"/>
              <a:buFont typeface="Arial"/>
              <a:buNone/>
              <a:defRPr sz="2000"/>
            </a:lvl2pPr>
            <a:lvl3pPr lvl="2" algn="ctr">
              <a:lnSpc>
                <a:spcPct val="85000"/>
              </a:lnSpc>
              <a:spcBef>
                <a:spcPts val="0"/>
              </a:spcBef>
              <a:spcAft>
                <a:spcPts val="0"/>
              </a:spcAft>
              <a:buSzPts val="2000"/>
              <a:buFont typeface="Arial"/>
              <a:buNone/>
              <a:defRPr sz="2000"/>
            </a:lvl3pPr>
            <a:lvl4pPr lvl="3" algn="ctr">
              <a:lnSpc>
                <a:spcPct val="85000"/>
              </a:lnSpc>
              <a:spcBef>
                <a:spcPts val="0"/>
              </a:spcBef>
              <a:spcAft>
                <a:spcPts val="0"/>
              </a:spcAft>
              <a:buSzPts val="2000"/>
              <a:buFont typeface="Arial"/>
              <a:buNone/>
              <a:defRPr sz="2000"/>
            </a:lvl4pPr>
            <a:lvl5pPr lvl="4" algn="ctr">
              <a:lnSpc>
                <a:spcPct val="85000"/>
              </a:lnSpc>
              <a:spcBef>
                <a:spcPts val="0"/>
              </a:spcBef>
              <a:spcAft>
                <a:spcPts val="0"/>
              </a:spcAft>
              <a:buSzPts val="2000"/>
              <a:buFont typeface="Arial"/>
              <a:buNone/>
              <a:defRPr sz="2000"/>
            </a:lvl5pPr>
            <a:lvl6pPr lvl="5" algn="ctr">
              <a:lnSpc>
                <a:spcPct val="85000"/>
              </a:lnSpc>
              <a:spcBef>
                <a:spcPts val="0"/>
              </a:spcBef>
              <a:spcAft>
                <a:spcPts val="0"/>
              </a:spcAft>
              <a:buSzPts val="2000"/>
              <a:buFont typeface="Arial"/>
              <a:buNone/>
              <a:defRPr sz="2000"/>
            </a:lvl6pPr>
            <a:lvl7pPr lvl="6" algn="ctr">
              <a:lnSpc>
                <a:spcPct val="85000"/>
              </a:lnSpc>
              <a:spcBef>
                <a:spcPts val="0"/>
              </a:spcBef>
              <a:spcAft>
                <a:spcPts val="0"/>
              </a:spcAft>
              <a:buSzPts val="2000"/>
              <a:buFont typeface="Arial"/>
              <a:buNone/>
              <a:defRPr sz="2000"/>
            </a:lvl7pPr>
            <a:lvl8pPr lvl="7" algn="ctr">
              <a:lnSpc>
                <a:spcPct val="85000"/>
              </a:lnSpc>
              <a:spcBef>
                <a:spcPts val="0"/>
              </a:spcBef>
              <a:spcAft>
                <a:spcPts val="0"/>
              </a:spcAft>
              <a:buSzPts val="2000"/>
              <a:buFont typeface="Arial"/>
              <a:buNone/>
              <a:defRPr sz="2000"/>
            </a:lvl8pPr>
            <a:lvl9pPr lvl="8" algn="ctr">
              <a:lnSpc>
                <a:spcPct val="85000"/>
              </a:lnSpc>
              <a:spcBef>
                <a:spcPts val="0"/>
              </a:spcBef>
              <a:spcAft>
                <a:spcPts val="0"/>
              </a:spcAft>
              <a:buSzPts val="2000"/>
              <a:buFont typeface="Arial"/>
              <a:buNone/>
              <a:defRPr sz="2000"/>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8">
    <p:spTree>
      <p:nvGrpSpPr>
        <p:cNvPr id="839" name="Shape 839"/>
        <p:cNvGrpSpPr/>
        <p:nvPr/>
      </p:nvGrpSpPr>
      <p:grpSpPr>
        <a:xfrm>
          <a:off x="0" y="0"/>
          <a:ext cx="0" cy="0"/>
          <a:chOff x="0" y="0"/>
          <a:chExt cx="0" cy="0"/>
        </a:xfrm>
      </p:grpSpPr>
      <p:sp>
        <p:nvSpPr>
          <p:cNvPr id="840" name="Google Shape;840;p183"/>
          <p:cNvSpPr txBox="1"/>
          <p:nvPr>
            <p:ph idx="1" type="body"/>
          </p:nvPr>
        </p:nvSpPr>
        <p:spPr>
          <a:xfrm>
            <a:off x="457200" y="1554480"/>
            <a:ext cx="2249400" cy="822900"/>
          </a:xfrm>
          <a:prstGeom prst="rect">
            <a:avLst/>
          </a:prstGeom>
          <a:noFill/>
          <a:ln>
            <a:noFill/>
          </a:ln>
        </p:spPr>
        <p:txBody>
          <a:bodyPr anchorCtr="0" anchor="t" bIns="0" lIns="0" spcFirstLastPara="1" rIns="91425" wrap="square" tIns="0">
            <a:noAutofit/>
          </a:bodyPr>
          <a:lstStyle>
            <a:lvl1pPr indent="-317500" lvl="0" marL="4572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17500" lvl="1" marL="9144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841" name="Google Shape;841;p183"/>
          <p:cNvSpPr txBox="1"/>
          <p:nvPr>
            <p:ph idx="2" type="body"/>
          </p:nvPr>
        </p:nvSpPr>
        <p:spPr>
          <a:xfrm>
            <a:off x="3227832" y="1554480"/>
            <a:ext cx="2249400" cy="822900"/>
          </a:xfrm>
          <a:prstGeom prst="rect">
            <a:avLst/>
          </a:prstGeom>
          <a:noFill/>
          <a:ln>
            <a:noFill/>
          </a:ln>
        </p:spPr>
        <p:txBody>
          <a:bodyPr anchorCtr="0" anchor="t" bIns="0" lIns="0" spcFirstLastPara="1" rIns="91425" wrap="square" tIns="0">
            <a:noAutofit/>
          </a:bodyPr>
          <a:lstStyle>
            <a:lvl1pPr indent="-317500" lvl="0" marL="4572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17500" lvl="1" marL="9144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842" name="Google Shape;842;p183"/>
          <p:cNvSpPr txBox="1"/>
          <p:nvPr>
            <p:ph type="title"/>
          </p:nvPr>
        </p:nvSpPr>
        <p:spPr>
          <a:xfrm>
            <a:off x="457200" y="457200"/>
            <a:ext cx="5459100" cy="5943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2000"/>
              <a:buNone/>
              <a:defRPr sz="2000"/>
            </a:lvl1pPr>
            <a:lvl2pPr lvl="1" algn="ctr">
              <a:lnSpc>
                <a:spcPct val="90000"/>
              </a:lnSpc>
              <a:spcBef>
                <a:spcPts val="0"/>
              </a:spcBef>
              <a:spcAft>
                <a:spcPts val="0"/>
              </a:spcAft>
              <a:buSzPts val="2000"/>
              <a:buNone/>
              <a:defRPr sz="2000">
                <a:latin typeface="Arial"/>
                <a:ea typeface="Arial"/>
                <a:cs typeface="Arial"/>
                <a:sym typeface="Arial"/>
              </a:defRPr>
            </a:lvl2pPr>
            <a:lvl3pPr lvl="2" algn="ctr">
              <a:lnSpc>
                <a:spcPct val="90000"/>
              </a:lnSpc>
              <a:spcBef>
                <a:spcPts val="0"/>
              </a:spcBef>
              <a:spcAft>
                <a:spcPts val="0"/>
              </a:spcAft>
              <a:buSzPts val="2000"/>
              <a:buNone/>
              <a:defRPr sz="2000">
                <a:latin typeface="Arial"/>
                <a:ea typeface="Arial"/>
                <a:cs typeface="Arial"/>
                <a:sym typeface="Arial"/>
              </a:defRPr>
            </a:lvl3pPr>
            <a:lvl4pPr lvl="3" algn="ctr">
              <a:lnSpc>
                <a:spcPct val="90000"/>
              </a:lnSpc>
              <a:spcBef>
                <a:spcPts val="0"/>
              </a:spcBef>
              <a:spcAft>
                <a:spcPts val="0"/>
              </a:spcAft>
              <a:buSzPts val="2000"/>
              <a:buNone/>
              <a:defRPr sz="2000">
                <a:latin typeface="Arial"/>
                <a:ea typeface="Arial"/>
                <a:cs typeface="Arial"/>
                <a:sym typeface="Arial"/>
              </a:defRPr>
            </a:lvl4pPr>
            <a:lvl5pPr lvl="4" algn="ctr">
              <a:lnSpc>
                <a:spcPct val="90000"/>
              </a:lnSpc>
              <a:spcBef>
                <a:spcPts val="0"/>
              </a:spcBef>
              <a:spcAft>
                <a:spcPts val="0"/>
              </a:spcAft>
              <a:buSzPts val="2000"/>
              <a:buNone/>
              <a:defRPr sz="2000">
                <a:latin typeface="Arial"/>
                <a:ea typeface="Arial"/>
                <a:cs typeface="Arial"/>
                <a:sym typeface="Arial"/>
              </a:defRPr>
            </a:lvl5pPr>
            <a:lvl6pPr lvl="5" algn="ctr">
              <a:lnSpc>
                <a:spcPct val="90000"/>
              </a:lnSpc>
              <a:spcBef>
                <a:spcPts val="0"/>
              </a:spcBef>
              <a:spcAft>
                <a:spcPts val="0"/>
              </a:spcAft>
              <a:buSzPts val="2000"/>
              <a:buNone/>
              <a:defRPr sz="2000">
                <a:latin typeface="Arial"/>
                <a:ea typeface="Arial"/>
                <a:cs typeface="Arial"/>
                <a:sym typeface="Arial"/>
              </a:defRPr>
            </a:lvl6pPr>
            <a:lvl7pPr lvl="6" algn="ctr">
              <a:lnSpc>
                <a:spcPct val="90000"/>
              </a:lnSpc>
              <a:spcBef>
                <a:spcPts val="0"/>
              </a:spcBef>
              <a:spcAft>
                <a:spcPts val="0"/>
              </a:spcAft>
              <a:buSzPts val="2000"/>
              <a:buNone/>
              <a:defRPr sz="2000">
                <a:latin typeface="Arial"/>
                <a:ea typeface="Arial"/>
                <a:cs typeface="Arial"/>
                <a:sym typeface="Arial"/>
              </a:defRPr>
            </a:lvl7pPr>
            <a:lvl8pPr lvl="7" algn="ctr">
              <a:lnSpc>
                <a:spcPct val="90000"/>
              </a:lnSpc>
              <a:spcBef>
                <a:spcPts val="0"/>
              </a:spcBef>
              <a:spcAft>
                <a:spcPts val="0"/>
              </a:spcAft>
              <a:buSzPts val="2000"/>
              <a:buNone/>
              <a:defRPr sz="2000">
                <a:latin typeface="Arial"/>
                <a:ea typeface="Arial"/>
                <a:cs typeface="Arial"/>
                <a:sym typeface="Arial"/>
              </a:defRPr>
            </a:lvl8pPr>
            <a:lvl9pPr lvl="8" algn="ctr">
              <a:lnSpc>
                <a:spcPct val="90000"/>
              </a:lnSpc>
              <a:spcBef>
                <a:spcPts val="0"/>
              </a:spcBef>
              <a:spcAft>
                <a:spcPts val="0"/>
              </a:spcAft>
              <a:buSzPts val="2000"/>
              <a:buNone/>
              <a:defRPr sz="2000">
                <a:latin typeface="Arial"/>
                <a:ea typeface="Arial"/>
                <a:cs typeface="Arial"/>
                <a:sym typeface="Arial"/>
              </a:defRPr>
            </a:lvl9pPr>
          </a:lstStyle>
          <a:p/>
        </p:txBody>
      </p:sp>
      <p:sp>
        <p:nvSpPr>
          <p:cNvPr id="843" name="Google Shape;843;p183"/>
          <p:cNvSpPr txBox="1"/>
          <p:nvPr>
            <p:ph idx="3" type="body"/>
          </p:nvPr>
        </p:nvSpPr>
        <p:spPr>
          <a:xfrm>
            <a:off x="457200" y="3017520"/>
            <a:ext cx="2249400" cy="822900"/>
          </a:xfrm>
          <a:prstGeom prst="rect">
            <a:avLst/>
          </a:prstGeom>
          <a:noFill/>
          <a:ln>
            <a:noFill/>
          </a:ln>
        </p:spPr>
        <p:txBody>
          <a:bodyPr anchorCtr="0" anchor="t" bIns="0" lIns="0" spcFirstLastPara="1" rIns="91425" wrap="square" tIns="0">
            <a:noAutofit/>
          </a:bodyPr>
          <a:lstStyle>
            <a:lvl1pPr indent="-317500" lvl="0" marL="4572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17500" lvl="1" marL="9144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844" name="Google Shape;844;p183"/>
          <p:cNvSpPr txBox="1"/>
          <p:nvPr>
            <p:ph idx="4" type="body"/>
          </p:nvPr>
        </p:nvSpPr>
        <p:spPr>
          <a:xfrm>
            <a:off x="3227832" y="3017520"/>
            <a:ext cx="2249400" cy="822900"/>
          </a:xfrm>
          <a:prstGeom prst="rect">
            <a:avLst/>
          </a:prstGeom>
          <a:noFill/>
          <a:ln>
            <a:noFill/>
          </a:ln>
        </p:spPr>
        <p:txBody>
          <a:bodyPr anchorCtr="0" anchor="t" bIns="0" lIns="0" spcFirstLastPara="1" rIns="91425" wrap="square" tIns="0">
            <a:noAutofit/>
          </a:bodyPr>
          <a:lstStyle>
            <a:lvl1pPr indent="-317500" lvl="0" marL="4572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17500" lvl="1" marL="9144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13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pic>
        <p:nvPicPr>
          <p:cNvPr id="845" name="Google Shape;845;p183"/>
          <p:cNvPicPr preferRelativeResize="0"/>
          <p:nvPr/>
        </p:nvPicPr>
        <p:blipFill rotWithShape="1">
          <a:blip r:embed="rId2">
            <a:alphaModFix/>
          </a:blip>
          <a:srcRect b="0" l="0" r="0" t="0"/>
          <a:stretch/>
        </p:blipFill>
        <p:spPr>
          <a:xfrm>
            <a:off x="8027650" y="4862779"/>
            <a:ext cx="659356" cy="115363"/>
          </a:xfrm>
          <a:prstGeom prst="rect">
            <a:avLst/>
          </a:prstGeom>
          <a:noFill/>
          <a:ln>
            <a:noFill/>
          </a:ln>
        </p:spPr>
      </p:pic>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46" name="Shape 846"/>
        <p:cNvGrpSpPr/>
        <p:nvPr/>
      </p:nvGrpSpPr>
      <p:grpSpPr>
        <a:xfrm>
          <a:off x="0" y="0"/>
          <a:ext cx="0" cy="0"/>
          <a:chOff x="0" y="0"/>
          <a:chExt cx="0" cy="0"/>
        </a:xfrm>
      </p:grpSpPr>
      <p:grpSp>
        <p:nvGrpSpPr>
          <p:cNvPr id="847" name="Google Shape;847;p184"/>
          <p:cNvGrpSpPr/>
          <p:nvPr/>
        </p:nvGrpSpPr>
        <p:grpSpPr>
          <a:xfrm>
            <a:off x="8469122" y="4803781"/>
            <a:ext cx="420491" cy="137010"/>
            <a:chOff x="0" y="0"/>
            <a:chExt cx="2077525" cy="676925"/>
          </a:xfrm>
        </p:grpSpPr>
        <p:sp>
          <p:nvSpPr>
            <p:cNvPr id="848" name="Google Shape;848;p184"/>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49" name="Google Shape;849;p184"/>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50" name="Google Shape;850;p184"/>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51" name="Google Shape;851;p184"/>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52" name="Google Shape;852;p184"/>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53" name="Google Shape;853;p184"/>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ic 1">
  <p:cSld name="CUSTOM_8_2_1_1_1_1_1_2_1_1_1_2">
    <p:spTree>
      <p:nvGrpSpPr>
        <p:cNvPr id="854" name="Shape 854"/>
        <p:cNvGrpSpPr/>
        <p:nvPr/>
      </p:nvGrpSpPr>
      <p:grpSpPr>
        <a:xfrm>
          <a:off x="0" y="0"/>
          <a:ext cx="0" cy="0"/>
          <a:chOff x="0" y="0"/>
          <a:chExt cx="0" cy="0"/>
        </a:xfrm>
      </p:grpSpPr>
      <p:pic>
        <p:nvPicPr>
          <p:cNvPr id="855" name="Google Shape;855;p185"/>
          <p:cNvPicPr preferRelativeResize="0"/>
          <p:nvPr/>
        </p:nvPicPr>
        <p:blipFill rotWithShape="1">
          <a:blip r:embed="rId2">
            <a:alphaModFix/>
          </a:blip>
          <a:srcRect b="0" l="0" r="0" t="0"/>
          <a:stretch/>
        </p:blipFill>
        <p:spPr>
          <a:xfrm>
            <a:off x="8027650" y="4862779"/>
            <a:ext cx="659356" cy="115363"/>
          </a:xfrm>
          <a:prstGeom prst="rect">
            <a:avLst/>
          </a:prstGeom>
          <a:noFill/>
          <a:ln>
            <a:noFill/>
          </a:ln>
        </p:spPr>
      </p:pic>
      <p:sp>
        <p:nvSpPr>
          <p:cNvPr id="856" name="Google Shape;856;p185"/>
          <p:cNvSpPr txBox="1"/>
          <p:nvPr>
            <p:ph type="title"/>
          </p:nvPr>
        </p:nvSpPr>
        <p:spPr>
          <a:xfrm>
            <a:off x="457175" y="335475"/>
            <a:ext cx="5459100" cy="4167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2000"/>
              <a:buNone/>
              <a:defRPr sz="2000"/>
            </a:lvl1pPr>
            <a:lvl2pPr lvl="1" algn="ctr">
              <a:lnSpc>
                <a:spcPct val="90000"/>
              </a:lnSpc>
              <a:spcBef>
                <a:spcPts val="0"/>
              </a:spcBef>
              <a:spcAft>
                <a:spcPts val="0"/>
              </a:spcAft>
              <a:buSzPts val="2000"/>
              <a:buNone/>
              <a:defRPr sz="2000">
                <a:latin typeface="Arial"/>
                <a:ea typeface="Arial"/>
                <a:cs typeface="Arial"/>
                <a:sym typeface="Arial"/>
              </a:defRPr>
            </a:lvl2pPr>
            <a:lvl3pPr lvl="2" algn="ctr">
              <a:lnSpc>
                <a:spcPct val="90000"/>
              </a:lnSpc>
              <a:spcBef>
                <a:spcPts val="0"/>
              </a:spcBef>
              <a:spcAft>
                <a:spcPts val="0"/>
              </a:spcAft>
              <a:buSzPts val="2000"/>
              <a:buNone/>
              <a:defRPr sz="2000">
                <a:latin typeface="Arial"/>
                <a:ea typeface="Arial"/>
                <a:cs typeface="Arial"/>
                <a:sym typeface="Arial"/>
              </a:defRPr>
            </a:lvl3pPr>
            <a:lvl4pPr lvl="3" algn="ctr">
              <a:lnSpc>
                <a:spcPct val="90000"/>
              </a:lnSpc>
              <a:spcBef>
                <a:spcPts val="0"/>
              </a:spcBef>
              <a:spcAft>
                <a:spcPts val="0"/>
              </a:spcAft>
              <a:buSzPts val="2000"/>
              <a:buNone/>
              <a:defRPr sz="2000">
                <a:latin typeface="Arial"/>
                <a:ea typeface="Arial"/>
                <a:cs typeface="Arial"/>
                <a:sym typeface="Arial"/>
              </a:defRPr>
            </a:lvl4pPr>
            <a:lvl5pPr lvl="4" algn="ctr">
              <a:lnSpc>
                <a:spcPct val="90000"/>
              </a:lnSpc>
              <a:spcBef>
                <a:spcPts val="0"/>
              </a:spcBef>
              <a:spcAft>
                <a:spcPts val="0"/>
              </a:spcAft>
              <a:buSzPts val="2000"/>
              <a:buNone/>
              <a:defRPr sz="2000">
                <a:latin typeface="Arial"/>
                <a:ea typeface="Arial"/>
                <a:cs typeface="Arial"/>
                <a:sym typeface="Arial"/>
              </a:defRPr>
            </a:lvl5pPr>
            <a:lvl6pPr lvl="5" algn="ctr">
              <a:lnSpc>
                <a:spcPct val="90000"/>
              </a:lnSpc>
              <a:spcBef>
                <a:spcPts val="0"/>
              </a:spcBef>
              <a:spcAft>
                <a:spcPts val="0"/>
              </a:spcAft>
              <a:buSzPts val="2000"/>
              <a:buNone/>
              <a:defRPr sz="2000">
                <a:latin typeface="Arial"/>
                <a:ea typeface="Arial"/>
                <a:cs typeface="Arial"/>
                <a:sym typeface="Arial"/>
              </a:defRPr>
            </a:lvl6pPr>
            <a:lvl7pPr lvl="6" algn="ctr">
              <a:lnSpc>
                <a:spcPct val="90000"/>
              </a:lnSpc>
              <a:spcBef>
                <a:spcPts val="0"/>
              </a:spcBef>
              <a:spcAft>
                <a:spcPts val="0"/>
              </a:spcAft>
              <a:buSzPts val="2000"/>
              <a:buNone/>
              <a:defRPr sz="2000">
                <a:latin typeface="Arial"/>
                <a:ea typeface="Arial"/>
                <a:cs typeface="Arial"/>
                <a:sym typeface="Arial"/>
              </a:defRPr>
            </a:lvl7pPr>
            <a:lvl8pPr lvl="7" algn="ctr">
              <a:lnSpc>
                <a:spcPct val="90000"/>
              </a:lnSpc>
              <a:spcBef>
                <a:spcPts val="0"/>
              </a:spcBef>
              <a:spcAft>
                <a:spcPts val="0"/>
              </a:spcAft>
              <a:buSzPts val="2000"/>
              <a:buNone/>
              <a:defRPr sz="2000">
                <a:latin typeface="Arial"/>
                <a:ea typeface="Arial"/>
                <a:cs typeface="Arial"/>
                <a:sym typeface="Arial"/>
              </a:defRPr>
            </a:lvl8pPr>
            <a:lvl9pPr lvl="8" algn="ctr">
              <a:lnSpc>
                <a:spcPct val="90000"/>
              </a:lnSpc>
              <a:spcBef>
                <a:spcPts val="0"/>
              </a:spcBef>
              <a:spcAft>
                <a:spcPts val="0"/>
              </a:spcAft>
              <a:buSzPts val="2000"/>
              <a:buNone/>
              <a:defRPr sz="2000">
                <a:latin typeface="Arial"/>
                <a:ea typeface="Arial"/>
                <a:cs typeface="Arial"/>
                <a:sym typeface="Arial"/>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Title &amp; Body_1 Col 1 3">
  <p:cSld name="CUSTOM_7_1_1_1_1_1_1_1_1_1_1_1_1_1_1_1_2_4">
    <p:bg>
      <p:bgPr>
        <a:solidFill>
          <a:srgbClr val="FFFFFF"/>
        </a:solidFill>
      </p:bgPr>
    </p:bg>
    <p:spTree>
      <p:nvGrpSpPr>
        <p:cNvPr id="857" name="Shape 857"/>
        <p:cNvGrpSpPr/>
        <p:nvPr/>
      </p:nvGrpSpPr>
      <p:grpSpPr>
        <a:xfrm>
          <a:off x="0" y="0"/>
          <a:ext cx="0" cy="0"/>
          <a:chOff x="0" y="0"/>
          <a:chExt cx="0" cy="0"/>
        </a:xfrm>
      </p:grpSpPr>
      <p:sp>
        <p:nvSpPr>
          <p:cNvPr id="858" name="Google Shape;858;p186"/>
          <p:cNvSpPr txBox="1"/>
          <p:nvPr>
            <p:ph type="title"/>
          </p:nvPr>
        </p:nvSpPr>
        <p:spPr>
          <a:xfrm>
            <a:off x="457050" y="640075"/>
            <a:ext cx="8229900" cy="3573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1100"/>
              <a:buNone/>
              <a:defRPr/>
            </a:lvl1pPr>
            <a:lvl2pPr lvl="1" algn="ctr">
              <a:lnSpc>
                <a:spcPct val="90000"/>
              </a:lnSpc>
              <a:spcBef>
                <a:spcPts val="0"/>
              </a:spcBef>
              <a:spcAft>
                <a:spcPts val="0"/>
              </a:spcAft>
              <a:buSzPts val="3000"/>
              <a:buNone/>
              <a:defRPr sz="3000">
                <a:latin typeface="Arial"/>
                <a:ea typeface="Arial"/>
                <a:cs typeface="Arial"/>
                <a:sym typeface="Arial"/>
              </a:defRPr>
            </a:lvl2pPr>
            <a:lvl3pPr lvl="2" algn="ctr">
              <a:lnSpc>
                <a:spcPct val="90000"/>
              </a:lnSpc>
              <a:spcBef>
                <a:spcPts val="0"/>
              </a:spcBef>
              <a:spcAft>
                <a:spcPts val="0"/>
              </a:spcAft>
              <a:buSzPts val="3000"/>
              <a:buNone/>
              <a:defRPr sz="3000">
                <a:latin typeface="Arial"/>
                <a:ea typeface="Arial"/>
                <a:cs typeface="Arial"/>
                <a:sym typeface="Arial"/>
              </a:defRPr>
            </a:lvl3pPr>
            <a:lvl4pPr lvl="3" algn="ctr">
              <a:lnSpc>
                <a:spcPct val="90000"/>
              </a:lnSpc>
              <a:spcBef>
                <a:spcPts val="0"/>
              </a:spcBef>
              <a:spcAft>
                <a:spcPts val="0"/>
              </a:spcAft>
              <a:buSzPts val="3000"/>
              <a:buNone/>
              <a:defRPr sz="3000">
                <a:latin typeface="Arial"/>
                <a:ea typeface="Arial"/>
                <a:cs typeface="Arial"/>
                <a:sym typeface="Arial"/>
              </a:defRPr>
            </a:lvl4pPr>
            <a:lvl5pPr lvl="4" algn="ctr">
              <a:lnSpc>
                <a:spcPct val="90000"/>
              </a:lnSpc>
              <a:spcBef>
                <a:spcPts val="0"/>
              </a:spcBef>
              <a:spcAft>
                <a:spcPts val="0"/>
              </a:spcAft>
              <a:buSzPts val="3000"/>
              <a:buNone/>
              <a:defRPr sz="3000">
                <a:latin typeface="Arial"/>
                <a:ea typeface="Arial"/>
                <a:cs typeface="Arial"/>
                <a:sym typeface="Arial"/>
              </a:defRPr>
            </a:lvl5pPr>
            <a:lvl6pPr lvl="5" algn="ctr">
              <a:lnSpc>
                <a:spcPct val="90000"/>
              </a:lnSpc>
              <a:spcBef>
                <a:spcPts val="0"/>
              </a:spcBef>
              <a:spcAft>
                <a:spcPts val="0"/>
              </a:spcAft>
              <a:buSzPts val="3000"/>
              <a:buNone/>
              <a:defRPr sz="3000">
                <a:latin typeface="Arial"/>
                <a:ea typeface="Arial"/>
                <a:cs typeface="Arial"/>
                <a:sym typeface="Arial"/>
              </a:defRPr>
            </a:lvl6pPr>
            <a:lvl7pPr lvl="6" algn="ctr">
              <a:lnSpc>
                <a:spcPct val="90000"/>
              </a:lnSpc>
              <a:spcBef>
                <a:spcPts val="0"/>
              </a:spcBef>
              <a:spcAft>
                <a:spcPts val="0"/>
              </a:spcAft>
              <a:buSzPts val="3000"/>
              <a:buNone/>
              <a:defRPr sz="3000">
                <a:latin typeface="Arial"/>
                <a:ea typeface="Arial"/>
                <a:cs typeface="Arial"/>
                <a:sym typeface="Arial"/>
              </a:defRPr>
            </a:lvl7pPr>
            <a:lvl8pPr lvl="7" algn="ctr">
              <a:lnSpc>
                <a:spcPct val="90000"/>
              </a:lnSpc>
              <a:spcBef>
                <a:spcPts val="0"/>
              </a:spcBef>
              <a:spcAft>
                <a:spcPts val="0"/>
              </a:spcAft>
              <a:buSzPts val="3000"/>
              <a:buNone/>
              <a:defRPr sz="3000">
                <a:latin typeface="Arial"/>
                <a:ea typeface="Arial"/>
                <a:cs typeface="Arial"/>
                <a:sym typeface="Arial"/>
              </a:defRPr>
            </a:lvl8pPr>
            <a:lvl9pPr lvl="8" algn="ctr">
              <a:lnSpc>
                <a:spcPct val="90000"/>
              </a:lnSpc>
              <a:spcBef>
                <a:spcPts val="0"/>
              </a:spcBef>
              <a:spcAft>
                <a:spcPts val="0"/>
              </a:spcAft>
              <a:buSzPts val="3000"/>
              <a:buNone/>
              <a:defRPr sz="3000">
                <a:latin typeface="Arial"/>
                <a:ea typeface="Arial"/>
                <a:cs typeface="Arial"/>
                <a:sym typeface="Arial"/>
              </a:defRPr>
            </a:lvl9pPr>
          </a:lstStyle>
          <a:p/>
        </p:txBody>
      </p:sp>
      <p:sp>
        <p:nvSpPr>
          <p:cNvPr id="859" name="Google Shape;859;p186"/>
          <p:cNvSpPr txBox="1"/>
          <p:nvPr/>
        </p:nvSpPr>
        <p:spPr>
          <a:xfrm>
            <a:off x="457200" y="4800600"/>
            <a:ext cx="2625000" cy="14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Arial"/>
                <a:ea typeface="Arial"/>
                <a:cs typeface="Arial"/>
                <a:sym typeface="Arial"/>
              </a:rPr>
              <a:t>Google Cloud</a:t>
            </a:r>
            <a:endParaRPr b="0" i="0" sz="800" u="none" cap="none" strike="noStrike">
              <a:solidFill>
                <a:schemeClr val="dk1"/>
              </a:solidFill>
              <a:latin typeface="Arial"/>
              <a:ea typeface="Arial"/>
              <a:cs typeface="Arial"/>
              <a:sym typeface="Arial"/>
            </a:endParaRPr>
          </a:p>
        </p:txBody>
      </p:sp>
      <p:sp>
        <p:nvSpPr>
          <p:cNvPr id="860" name="Google Shape;860;p186"/>
          <p:cNvSpPr txBox="1"/>
          <p:nvPr/>
        </p:nvSpPr>
        <p:spPr>
          <a:xfrm>
            <a:off x="5643924" y="4800600"/>
            <a:ext cx="3042900" cy="1410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Arial"/>
                <a:ea typeface="Arial"/>
                <a:cs typeface="Arial"/>
                <a:sym typeface="Arial"/>
              </a:rPr>
              <a:t>Proprietary &amp; Confidential</a:t>
            </a:r>
            <a:endParaRPr b="0" i="0" sz="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3">
  <p:cSld name="Blank_1">
    <p:spTree>
      <p:nvGrpSpPr>
        <p:cNvPr id="861" name="Shape 861"/>
        <p:cNvGrpSpPr/>
        <p:nvPr/>
      </p:nvGrpSpPr>
      <p:grpSpPr>
        <a:xfrm>
          <a:off x="0" y="0"/>
          <a:ext cx="0" cy="0"/>
          <a:chOff x="0" y="0"/>
          <a:chExt cx="0" cy="0"/>
        </a:xfrm>
      </p:grpSpPr>
      <p:grpSp>
        <p:nvGrpSpPr>
          <p:cNvPr id="862" name="Google Shape;862;p187"/>
          <p:cNvGrpSpPr/>
          <p:nvPr/>
        </p:nvGrpSpPr>
        <p:grpSpPr>
          <a:xfrm>
            <a:off x="8469122" y="4803781"/>
            <a:ext cx="420491" cy="137010"/>
            <a:chOff x="0" y="0"/>
            <a:chExt cx="2077525" cy="676925"/>
          </a:xfrm>
        </p:grpSpPr>
        <p:sp>
          <p:nvSpPr>
            <p:cNvPr id="863" name="Google Shape;863;p187"/>
            <p:cNvSpPr/>
            <p:nvPr/>
          </p:nvSpPr>
          <p:spPr>
            <a:xfrm>
              <a:off x="0" y="0"/>
              <a:ext cx="511375" cy="524800"/>
            </a:xfrm>
            <a:custGeom>
              <a:rect b="b" l="l" r="r" t="t"/>
              <a:pathLst>
                <a:path extrusionOk="0" h="20992" w="20455">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64" name="Google Shape;864;p187"/>
            <p:cNvSpPr/>
            <p:nvPr/>
          </p:nvSpPr>
          <p:spPr>
            <a:xfrm>
              <a:off x="54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65" name="Google Shape;865;p187"/>
            <p:cNvSpPr/>
            <p:nvPr/>
          </p:nvSpPr>
          <p:spPr>
            <a:xfrm>
              <a:off x="910400" y="187300"/>
              <a:ext cx="339200" cy="337950"/>
            </a:xfrm>
            <a:custGeom>
              <a:rect b="b" l="l" r="r" t="t"/>
              <a:pathLst>
                <a:path extrusionOk="0" h="13518" w="13568">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66" name="Google Shape;866;p187"/>
            <p:cNvSpPr/>
            <p:nvPr/>
          </p:nvSpPr>
          <p:spPr>
            <a:xfrm>
              <a:off x="1280400" y="187325"/>
              <a:ext cx="323850" cy="489600"/>
            </a:xfrm>
            <a:custGeom>
              <a:rect b="b" l="l" r="r" t="t"/>
              <a:pathLst>
                <a:path extrusionOk="0" h="19584" w="12954">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67" name="Google Shape;867;p187"/>
            <p:cNvSpPr/>
            <p:nvPr/>
          </p:nvSpPr>
          <p:spPr>
            <a:xfrm>
              <a:off x="1655750" y="20000"/>
              <a:ext cx="74250" cy="495000"/>
            </a:xfrm>
            <a:custGeom>
              <a:rect b="b" l="l" r="r" t="t"/>
              <a:pathLst>
                <a:path extrusionOk="0" h="19800" w="2970">
                  <a:moveTo>
                    <a:pt x="2970" y="0"/>
                  </a:moveTo>
                  <a:lnTo>
                    <a:pt x="2970" y="19800"/>
                  </a:lnTo>
                  <a:lnTo>
                    <a:pt x="0" y="19800"/>
                  </a:lnTo>
                  <a:lnTo>
                    <a:pt x="0" y="0"/>
                  </a:lnTo>
                  <a:lnTo>
                    <a:pt x="2970" y="0"/>
                  </a:ln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68" name="Google Shape;868;p187"/>
            <p:cNvSpPr/>
            <p:nvPr/>
          </p:nvSpPr>
          <p:spPr>
            <a:xfrm>
              <a:off x="1765825" y="187275"/>
              <a:ext cx="311700" cy="337950"/>
            </a:xfrm>
            <a:custGeom>
              <a:rect b="b" l="l" r="r" t="t"/>
              <a:pathLst>
                <a:path extrusionOk="0" h="13518" w="12468">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Title &amp; Body_1 Col 1 4">
  <p:cSld name="CUSTOM_7_1_1_1_1_1_1_1_1_1_1_1_1_1_1_1_2_5">
    <p:bg>
      <p:bgPr>
        <a:solidFill>
          <a:srgbClr val="FFFFFF"/>
        </a:solidFill>
      </p:bgPr>
    </p:bg>
    <p:spTree>
      <p:nvGrpSpPr>
        <p:cNvPr id="869" name="Shape 869"/>
        <p:cNvGrpSpPr/>
        <p:nvPr/>
      </p:nvGrpSpPr>
      <p:grpSpPr>
        <a:xfrm>
          <a:off x="0" y="0"/>
          <a:ext cx="0" cy="0"/>
          <a:chOff x="0" y="0"/>
          <a:chExt cx="0" cy="0"/>
        </a:xfrm>
      </p:grpSpPr>
      <p:sp>
        <p:nvSpPr>
          <p:cNvPr id="870" name="Google Shape;870;p188"/>
          <p:cNvSpPr txBox="1"/>
          <p:nvPr>
            <p:ph type="title"/>
          </p:nvPr>
        </p:nvSpPr>
        <p:spPr>
          <a:xfrm>
            <a:off x="457050" y="457200"/>
            <a:ext cx="8229900" cy="3573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1100"/>
              <a:buNone/>
              <a:defRPr/>
            </a:lvl1pPr>
            <a:lvl2pPr lvl="1" algn="ctr">
              <a:lnSpc>
                <a:spcPct val="90000"/>
              </a:lnSpc>
              <a:spcBef>
                <a:spcPts val="0"/>
              </a:spcBef>
              <a:spcAft>
                <a:spcPts val="0"/>
              </a:spcAft>
              <a:buSzPts val="3000"/>
              <a:buNone/>
              <a:defRPr sz="3000">
                <a:latin typeface="Arial"/>
                <a:ea typeface="Arial"/>
                <a:cs typeface="Arial"/>
                <a:sym typeface="Arial"/>
              </a:defRPr>
            </a:lvl2pPr>
            <a:lvl3pPr lvl="2" algn="ctr">
              <a:lnSpc>
                <a:spcPct val="90000"/>
              </a:lnSpc>
              <a:spcBef>
                <a:spcPts val="0"/>
              </a:spcBef>
              <a:spcAft>
                <a:spcPts val="0"/>
              </a:spcAft>
              <a:buSzPts val="3000"/>
              <a:buNone/>
              <a:defRPr sz="3000">
                <a:latin typeface="Arial"/>
                <a:ea typeface="Arial"/>
                <a:cs typeface="Arial"/>
                <a:sym typeface="Arial"/>
              </a:defRPr>
            </a:lvl3pPr>
            <a:lvl4pPr lvl="3" algn="ctr">
              <a:lnSpc>
                <a:spcPct val="90000"/>
              </a:lnSpc>
              <a:spcBef>
                <a:spcPts val="0"/>
              </a:spcBef>
              <a:spcAft>
                <a:spcPts val="0"/>
              </a:spcAft>
              <a:buSzPts val="3000"/>
              <a:buNone/>
              <a:defRPr sz="3000">
                <a:latin typeface="Arial"/>
                <a:ea typeface="Arial"/>
                <a:cs typeface="Arial"/>
                <a:sym typeface="Arial"/>
              </a:defRPr>
            </a:lvl4pPr>
            <a:lvl5pPr lvl="4" algn="ctr">
              <a:lnSpc>
                <a:spcPct val="90000"/>
              </a:lnSpc>
              <a:spcBef>
                <a:spcPts val="0"/>
              </a:spcBef>
              <a:spcAft>
                <a:spcPts val="0"/>
              </a:spcAft>
              <a:buSzPts val="3000"/>
              <a:buNone/>
              <a:defRPr sz="3000">
                <a:latin typeface="Arial"/>
                <a:ea typeface="Arial"/>
                <a:cs typeface="Arial"/>
                <a:sym typeface="Arial"/>
              </a:defRPr>
            </a:lvl5pPr>
            <a:lvl6pPr lvl="5" algn="ctr">
              <a:lnSpc>
                <a:spcPct val="90000"/>
              </a:lnSpc>
              <a:spcBef>
                <a:spcPts val="0"/>
              </a:spcBef>
              <a:spcAft>
                <a:spcPts val="0"/>
              </a:spcAft>
              <a:buSzPts val="3000"/>
              <a:buNone/>
              <a:defRPr sz="3000">
                <a:latin typeface="Arial"/>
                <a:ea typeface="Arial"/>
                <a:cs typeface="Arial"/>
                <a:sym typeface="Arial"/>
              </a:defRPr>
            </a:lvl6pPr>
            <a:lvl7pPr lvl="6" algn="ctr">
              <a:lnSpc>
                <a:spcPct val="90000"/>
              </a:lnSpc>
              <a:spcBef>
                <a:spcPts val="0"/>
              </a:spcBef>
              <a:spcAft>
                <a:spcPts val="0"/>
              </a:spcAft>
              <a:buSzPts val="3000"/>
              <a:buNone/>
              <a:defRPr sz="3000">
                <a:latin typeface="Arial"/>
                <a:ea typeface="Arial"/>
                <a:cs typeface="Arial"/>
                <a:sym typeface="Arial"/>
              </a:defRPr>
            </a:lvl7pPr>
            <a:lvl8pPr lvl="7" algn="ctr">
              <a:lnSpc>
                <a:spcPct val="90000"/>
              </a:lnSpc>
              <a:spcBef>
                <a:spcPts val="0"/>
              </a:spcBef>
              <a:spcAft>
                <a:spcPts val="0"/>
              </a:spcAft>
              <a:buSzPts val="3000"/>
              <a:buNone/>
              <a:defRPr sz="3000">
                <a:latin typeface="Arial"/>
                <a:ea typeface="Arial"/>
                <a:cs typeface="Arial"/>
                <a:sym typeface="Arial"/>
              </a:defRPr>
            </a:lvl8pPr>
            <a:lvl9pPr lvl="8" algn="ctr">
              <a:lnSpc>
                <a:spcPct val="90000"/>
              </a:lnSpc>
              <a:spcBef>
                <a:spcPts val="0"/>
              </a:spcBef>
              <a:spcAft>
                <a:spcPts val="0"/>
              </a:spcAft>
              <a:buSzPts val="3000"/>
              <a:buNone/>
              <a:defRPr sz="3000">
                <a:latin typeface="Arial"/>
                <a:ea typeface="Arial"/>
                <a:cs typeface="Arial"/>
                <a:sym typeface="Arial"/>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Title &amp; Body_1 Col 1 1 1">
  <p:cSld name="CUSTOM_7_1_1_1_1_1_1_1_1_1_1_1_1_1_1_1_2_1_1">
    <p:bg>
      <p:bgPr>
        <a:solidFill>
          <a:srgbClr val="FFFFFF"/>
        </a:solidFill>
      </p:bgPr>
    </p:bg>
    <p:spTree>
      <p:nvGrpSpPr>
        <p:cNvPr id="871" name="Shape 871"/>
        <p:cNvGrpSpPr/>
        <p:nvPr/>
      </p:nvGrpSpPr>
      <p:grpSpPr>
        <a:xfrm>
          <a:off x="0" y="0"/>
          <a:ext cx="0" cy="0"/>
          <a:chOff x="0" y="0"/>
          <a:chExt cx="0" cy="0"/>
        </a:xfrm>
      </p:grpSpPr>
      <p:pic>
        <p:nvPicPr>
          <p:cNvPr id="872" name="Google Shape;872;p189"/>
          <p:cNvPicPr preferRelativeResize="0"/>
          <p:nvPr/>
        </p:nvPicPr>
        <p:blipFill rotWithShape="1">
          <a:blip r:embed="rId2">
            <a:alphaModFix/>
          </a:blip>
          <a:srcRect b="0" l="0" r="0" t="0"/>
          <a:stretch/>
        </p:blipFill>
        <p:spPr>
          <a:xfrm>
            <a:off x="8027650" y="4862779"/>
            <a:ext cx="659264" cy="115346"/>
          </a:xfrm>
          <a:prstGeom prst="rect">
            <a:avLst/>
          </a:prstGeom>
          <a:noFill/>
          <a:ln>
            <a:noFill/>
          </a:ln>
        </p:spPr>
      </p:pic>
      <p:sp>
        <p:nvSpPr>
          <p:cNvPr id="873" name="Google Shape;873;p189"/>
          <p:cNvSpPr txBox="1"/>
          <p:nvPr>
            <p:ph type="title"/>
          </p:nvPr>
        </p:nvSpPr>
        <p:spPr>
          <a:xfrm>
            <a:off x="457200" y="457200"/>
            <a:ext cx="8229900" cy="2919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2000"/>
              <a:buNone/>
              <a:defRPr sz="2000"/>
            </a:lvl1pPr>
            <a:lvl2pPr lvl="1" algn="ctr">
              <a:lnSpc>
                <a:spcPct val="90000"/>
              </a:lnSpc>
              <a:spcBef>
                <a:spcPts val="0"/>
              </a:spcBef>
              <a:spcAft>
                <a:spcPts val="0"/>
              </a:spcAft>
              <a:buSzPts val="2000"/>
              <a:buNone/>
              <a:defRPr sz="2000">
                <a:latin typeface="Arial"/>
                <a:ea typeface="Arial"/>
                <a:cs typeface="Arial"/>
                <a:sym typeface="Arial"/>
              </a:defRPr>
            </a:lvl2pPr>
            <a:lvl3pPr lvl="2" algn="ctr">
              <a:lnSpc>
                <a:spcPct val="90000"/>
              </a:lnSpc>
              <a:spcBef>
                <a:spcPts val="0"/>
              </a:spcBef>
              <a:spcAft>
                <a:spcPts val="0"/>
              </a:spcAft>
              <a:buSzPts val="2000"/>
              <a:buNone/>
              <a:defRPr sz="2000">
                <a:latin typeface="Arial"/>
                <a:ea typeface="Arial"/>
                <a:cs typeface="Arial"/>
                <a:sym typeface="Arial"/>
              </a:defRPr>
            </a:lvl3pPr>
            <a:lvl4pPr lvl="3" algn="ctr">
              <a:lnSpc>
                <a:spcPct val="90000"/>
              </a:lnSpc>
              <a:spcBef>
                <a:spcPts val="0"/>
              </a:spcBef>
              <a:spcAft>
                <a:spcPts val="0"/>
              </a:spcAft>
              <a:buSzPts val="2000"/>
              <a:buNone/>
              <a:defRPr sz="2000">
                <a:latin typeface="Arial"/>
                <a:ea typeface="Arial"/>
                <a:cs typeface="Arial"/>
                <a:sym typeface="Arial"/>
              </a:defRPr>
            </a:lvl4pPr>
            <a:lvl5pPr lvl="4" algn="ctr">
              <a:lnSpc>
                <a:spcPct val="90000"/>
              </a:lnSpc>
              <a:spcBef>
                <a:spcPts val="0"/>
              </a:spcBef>
              <a:spcAft>
                <a:spcPts val="0"/>
              </a:spcAft>
              <a:buSzPts val="2000"/>
              <a:buNone/>
              <a:defRPr sz="2000">
                <a:latin typeface="Arial"/>
                <a:ea typeface="Arial"/>
                <a:cs typeface="Arial"/>
                <a:sym typeface="Arial"/>
              </a:defRPr>
            </a:lvl5pPr>
            <a:lvl6pPr lvl="5" algn="ctr">
              <a:lnSpc>
                <a:spcPct val="90000"/>
              </a:lnSpc>
              <a:spcBef>
                <a:spcPts val="0"/>
              </a:spcBef>
              <a:spcAft>
                <a:spcPts val="0"/>
              </a:spcAft>
              <a:buSzPts val="2000"/>
              <a:buNone/>
              <a:defRPr sz="2000">
                <a:latin typeface="Arial"/>
                <a:ea typeface="Arial"/>
                <a:cs typeface="Arial"/>
                <a:sym typeface="Arial"/>
              </a:defRPr>
            </a:lvl6pPr>
            <a:lvl7pPr lvl="6" algn="ctr">
              <a:lnSpc>
                <a:spcPct val="90000"/>
              </a:lnSpc>
              <a:spcBef>
                <a:spcPts val="0"/>
              </a:spcBef>
              <a:spcAft>
                <a:spcPts val="0"/>
              </a:spcAft>
              <a:buSzPts val="2000"/>
              <a:buNone/>
              <a:defRPr sz="2000">
                <a:latin typeface="Arial"/>
                <a:ea typeface="Arial"/>
                <a:cs typeface="Arial"/>
                <a:sym typeface="Arial"/>
              </a:defRPr>
            </a:lvl7pPr>
            <a:lvl8pPr lvl="7" algn="ctr">
              <a:lnSpc>
                <a:spcPct val="90000"/>
              </a:lnSpc>
              <a:spcBef>
                <a:spcPts val="0"/>
              </a:spcBef>
              <a:spcAft>
                <a:spcPts val="0"/>
              </a:spcAft>
              <a:buSzPts val="2000"/>
              <a:buNone/>
              <a:defRPr sz="2000">
                <a:latin typeface="Arial"/>
                <a:ea typeface="Arial"/>
                <a:cs typeface="Arial"/>
                <a:sym typeface="Arial"/>
              </a:defRPr>
            </a:lvl8pPr>
            <a:lvl9pPr lvl="8" algn="ctr">
              <a:lnSpc>
                <a:spcPct val="90000"/>
              </a:lnSpc>
              <a:spcBef>
                <a:spcPts val="0"/>
              </a:spcBef>
              <a:spcAft>
                <a:spcPts val="0"/>
              </a:spcAft>
              <a:buSzPts val="2000"/>
              <a:buNone/>
              <a:defRPr sz="2000">
                <a:latin typeface="Arial"/>
                <a:ea typeface="Arial"/>
                <a:cs typeface="Arial"/>
                <a:sym typeface="Arial"/>
              </a:defRPr>
            </a:lvl9pPr>
          </a:lstStyle>
          <a:p/>
        </p:txBody>
      </p:sp>
      <p:sp>
        <p:nvSpPr>
          <p:cNvPr id="874" name="Google Shape;874;p189"/>
          <p:cNvSpPr txBox="1"/>
          <p:nvPr>
            <p:ph idx="1" type="body"/>
          </p:nvPr>
        </p:nvSpPr>
        <p:spPr>
          <a:xfrm>
            <a:off x="457200" y="1536192"/>
            <a:ext cx="4078200" cy="3154800"/>
          </a:xfrm>
          <a:prstGeom prst="rect">
            <a:avLst/>
          </a:prstGeom>
          <a:noFill/>
          <a:ln>
            <a:noFill/>
          </a:ln>
        </p:spPr>
        <p:txBody>
          <a:bodyPr anchorCtr="0" anchor="t" bIns="0" lIns="0" spcFirstLastPara="1" rIns="91425" wrap="square" tIns="0">
            <a:noAutofit/>
          </a:bodyPr>
          <a:lstStyle>
            <a:lvl1pPr indent="-317500" lvl="0" marL="457200" marR="0" rtl="0" algn="l">
              <a:lnSpc>
                <a:spcPct val="15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17500" lvl="1" marL="914400" marR="0" rtl="0" algn="l">
              <a:lnSpc>
                <a:spcPct val="15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l">
              <a:lnSpc>
                <a:spcPct val="15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5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5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15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15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15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15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882" name="Shape 882"/>
        <p:cNvGrpSpPr/>
        <p:nvPr/>
      </p:nvGrpSpPr>
      <p:grpSpPr>
        <a:xfrm>
          <a:off x="0" y="0"/>
          <a:ext cx="0" cy="0"/>
          <a:chOff x="0" y="0"/>
          <a:chExt cx="0" cy="0"/>
        </a:xfrm>
      </p:grpSpPr>
      <p:sp>
        <p:nvSpPr>
          <p:cNvPr id="883" name="Google Shape;883;g35251cc313b_0_280"/>
          <p:cNvSpPr txBox="1"/>
          <p:nvPr>
            <p:ph type="ctrTitle"/>
          </p:nvPr>
        </p:nvSpPr>
        <p:spPr>
          <a:xfrm>
            <a:off x="754375" y="3391972"/>
            <a:ext cx="7788000" cy="864000"/>
          </a:xfrm>
          <a:prstGeom prst="rect">
            <a:avLst/>
          </a:prstGeom>
          <a:noFill/>
          <a:ln>
            <a:noFill/>
          </a:ln>
          <a:effectLst>
            <a:outerShdw blurRad="50800" rotWithShape="0" algn="tl" dir="2700000" dist="38100">
              <a:srgbClr val="000000">
                <a:alpha val="40000"/>
              </a:srgbClr>
            </a:outerShdw>
          </a:effectLst>
        </p:spPr>
        <p:txBody>
          <a:bodyPr anchorCtr="0" anchor="ctr" bIns="45700" lIns="91425" spcFirstLastPara="1" rIns="91425" wrap="square" tIns="45700">
            <a:normAutofit/>
          </a:bodyPr>
          <a:lstStyle>
            <a:lvl1pPr lvl="0" algn="ctr">
              <a:spcBef>
                <a:spcPts val="0"/>
              </a:spcBef>
              <a:spcAft>
                <a:spcPts val="0"/>
              </a:spcAft>
              <a:buClr>
                <a:schemeClr val="lt1"/>
              </a:buClr>
              <a:buSzPts val="3600"/>
              <a:buFont typeface="Calibri"/>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4" name="Google Shape;884;g35251cc313b_0_280"/>
          <p:cNvSpPr txBox="1"/>
          <p:nvPr>
            <p:ph idx="1" type="subTitle"/>
          </p:nvPr>
        </p:nvSpPr>
        <p:spPr>
          <a:xfrm>
            <a:off x="744473" y="4256042"/>
            <a:ext cx="7797600" cy="807600"/>
          </a:xfrm>
          <a:prstGeom prst="rect">
            <a:avLst/>
          </a:prstGeom>
          <a:noFill/>
          <a:ln>
            <a:noFill/>
          </a:ln>
        </p:spPr>
        <p:txBody>
          <a:bodyPr anchorCtr="0" anchor="t" bIns="45700" lIns="91425" spcFirstLastPara="1" rIns="91425" wrap="square" tIns="45700">
            <a:normAutofit/>
          </a:bodyPr>
          <a:lstStyle>
            <a:lvl1pPr lvl="0" algn="ctr">
              <a:spcBef>
                <a:spcPts val="560"/>
              </a:spcBef>
              <a:spcAft>
                <a:spcPts val="0"/>
              </a:spcAft>
              <a:buClr>
                <a:srgbClr val="33CCFF"/>
              </a:buClr>
              <a:buSzPts val="2800"/>
              <a:buNone/>
              <a:defRPr b="0" i="0" sz="2800">
                <a:solidFill>
                  <a:srgbClr val="33CCFF"/>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885" name="Google Shape;885;g35251cc313b_0_280"/>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6" name="Google Shape;886;g35251cc313b_0_28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7" name="Google Shape;887;g35251cc313b_0_280"/>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88" name="Shape 888"/>
        <p:cNvGrpSpPr/>
        <p:nvPr/>
      </p:nvGrpSpPr>
      <p:grpSpPr>
        <a:xfrm>
          <a:off x="0" y="0"/>
          <a:ext cx="0" cy="0"/>
          <a:chOff x="0" y="0"/>
          <a:chExt cx="0" cy="0"/>
        </a:xfrm>
      </p:grpSpPr>
      <p:sp>
        <p:nvSpPr>
          <p:cNvPr id="889" name="Google Shape;889;g35251cc313b_0_286"/>
          <p:cNvSpPr txBox="1"/>
          <p:nvPr>
            <p:ph type="title"/>
          </p:nvPr>
        </p:nvSpPr>
        <p:spPr>
          <a:xfrm>
            <a:off x="457200" y="281175"/>
            <a:ext cx="8229600" cy="7635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33CCFF"/>
              </a:buClr>
              <a:buSzPts val="3600"/>
              <a:buFont typeface="Calibri"/>
              <a:buNone/>
              <a:defRPr sz="3600">
                <a:solidFill>
                  <a:srgbClr val="33CC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0" name="Google Shape;890;g35251cc313b_0_286"/>
          <p:cNvSpPr txBox="1"/>
          <p:nvPr>
            <p:ph idx="1" type="body"/>
          </p:nvPr>
        </p:nvSpPr>
        <p:spPr>
          <a:xfrm>
            <a:off x="457200" y="1197405"/>
            <a:ext cx="8229600" cy="3570000"/>
          </a:xfrm>
          <a:prstGeom prst="rect">
            <a:avLst/>
          </a:prstGeom>
          <a:noFill/>
          <a:ln>
            <a:noFill/>
          </a:ln>
        </p:spPr>
        <p:txBody>
          <a:bodyPr anchorCtr="0" anchor="t" bIns="45700" lIns="91425" spcFirstLastPara="1" rIns="91425" wrap="square" tIns="45700">
            <a:normAutofit/>
          </a:bodyPr>
          <a:lstStyle>
            <a:lvl1pPr indent="-406400" lvl="0" marL="457200" algn="ctr">
              <a:spcBef>
                <a:spcPts val="560"/>
              </a:spcBef>
              <a:spcAft>
                <a:spcPts val="0"/>
              </a:spcAft>
              <a:buClr>
                <a:schemeClr val="lt1"/>
              </a:buClr>
              <a:buSzPts val="2800"/>
              <a:buChar char="•"/>
              <a:defRPr sz="2800">
                <a:solidFill>
                  <a:schemeClr val="lt1"/>
                </a:solidFill>
              </a:defRPr>
            </a:lvl1pPr>
            <a:lvl2pPr indent="-406400" lvl="1" marL="914400" algn="ctr">
              <a:spcBef>
                <a:spcPts val="560"/>
              </a:spcBef>
              <a:spcAft>
                <a:spcPts val="0"/>
              </a:spcAft>
              <a:buClr>
                <a:schemeClr val="lt1"/>
              </a:buClr>
              <a:buSzPts val="2800"/>
              <a:buChar char="–"/>
              <a:defRPr>
                <a:solidFill>
                  <a:schemeClr val="lt1"/>
                </a:solidFill>
              </a:defRPr>
            </a:lvl2pPr>
            <a:lvl3pPr indent="-381000" lvl="2" marL="1371600" algn="ctr">
              <a:spcBef>
                <a:spcPts val="480"/>
              </a:spcBef>
              <a:spcAft>
                <a:spcPts val="0"/>
              </a:spcAft>
              <a:buClr>
                <a:schemeClr val="lt1"/>
              </a:buClr>
              <a:buSzPts val="2400"/>
              <a:buChar char="•"/>
              <a:defRPr>
                <a:solidFill>
                  <a:schemeClr val="lt1"/>
                </a:solidFill>
              </a:defRPr>
            </a:lvl3pPr>
            <a:lvl4pPr indent="-355600" lvl="3" marL="1828800" algn="ctr">
              <a:spcBef>
                <a:spcPts val="400"/>
              </a:spcBef>
              <a:spcAft>
                <a:spcPts val="0"/>
              </a:spcAft>
              <a:buClr>
                <a:schemeClr val="lt1"/>
              </a:buClr>
              <a:buSzPts val="2000"/>
              <a:buChar char="–"/>
              <a:defRPr>
                <a:solidFill>
                  <a:schemeClr val="lt1"/>
                </a:solidFill>
              </a:defRPr>
            </a:lvl4pPr>
            <a:lvl5pPr indent="-355600" lvl="4" marL="2286000" algn="ctr">
              <a:spcBef>
                <a:spcPts val="400"/>
              </a:spcBef>
              <a:spcAft>
                <a:spcPts val="0"/>
              </a:spcAft>
              <a:buClr>
                <a:schemeClr val="lt1"/>
              </a:buClr>
              <a:buSzPts val="2000"/>
              <a:buChar char="»"/>
              <a:defRPr>
                <a:solidFill>
                  <a:schemeClr val="lt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91" name="Google Shape;891;g35251cc313b_0_28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2" name="Google Shape;892;g35251cc313b_0_28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3" name="Google Shape;893;g35251cc313b_0_286"/>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bg>
      <p:bgPr>
        <a:blipFill>
          <a:blip r:embed="rId2">
            <a:alphaModFix/>
          </a:blip>
          <a:stretch>
            <a:fillRect/>
          </a:stretch>
        </a:blipFill>
      </p:bgPr>
    </p:bg>
    <p:spTree>
      <p:nvGrpSpPr>
        <p:cNvPr id="894" name="Shape 894"/>
        <p:cNvGrpSpPr/>
        <p:nvPr/>
      </p:nvGrpSpPr>
      <p:grpSpPr>
        <a:xfrm>
          <a:off x="0" y="0"/>
          <a:ext cx="0" cy="0"/>
          <a:chOff x="0" y="0"/>
          <a:chExt cx="0" cy="0"/>
        </a:xfrm>
      </p:grpSpPr>
      <p:sp>
        <p:nvSpPr>
          <p:cNvPr id="895" name="Google Shape;895;g35251cc313b_0_292"/>
          <p:cNvSpPr txBox="1"/>
          <p:nvPr>
            <p:ph type="title"/>
          </p:nvPr>
        </p:nvSpPr>
        <p:spPr>
          <a:xfrm>
            <a:off x="2586835" y="279263"/>
            <a:ext cx="6096000" cy="763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33CCFF"/>
              </a:buClr>
              <a:buSzPts val="3600"/>
              <a:buFont typeface="Calibri"/>
              <a:buNone/>
              <a:defRPr sz="3600">
                <a:solidFill>
                  <a:srgbClr val="33CC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6" name="Google Shape;896;g35251cc313b_0_292"/>
          <p:cNvSpPr txBox="1"/>
          <p:nvPr>
            <p:ph idx="1" type="body"/>
          </p:nvPr>
        </p:nvSpPr>
        <p:spPr>
          <a:xfrm>
            <a:off x="2586835" y="1042788"/>
            <a:ext cx="6096000" cy="36948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lt1"/>
              </a:buClr>
              <a:buSzPts val="2800"/>
              <a:buChar char="•"/>
              <a:defRPr sz="2800">
                <a:solidFill>
                  <a:schemeClr val="lt1"/>
                </a:solidFill>
              </a:defRPr>
            </a:lvl1pPr>
            <a:lvl2pPr indent="-406400" lvl="1" marL="914400" algn="l">
              <a:spcBef>
                <a:spcPts val="560"/>
              </a:spcBef>
              <a:spcAft>
                <a:spcPts val="0"/>
              </a:spcAft>
              <a:buClr>
                <a:schemeClr val="lt1"/>
              </a:buClr>
              <a:buSzPts val="2800"/>
              <a:buChar char="–"/>
              <a:defRPr>
                <a:solidFill>
                  <a:schemeClr val="lt1"/>
                </a:solidFill>
              </a:defRPr>
            </a:lvl2pPr>
            <a:lvl3pPr indent="-381000" lvl="2" marL="1371600" algn="l">
              <a:spcBef>
                <a:spcPts val="480"/>
              </a:spcBef>
              <a:spcAft>
                <a:spcPts val="0"/>
              </a:spcAft>
              <a:buClr>
                <a:schemeClr val="lt1"/>
              </a:buClr>
              <a:buSzPts val="2400"/>
              <a:buChar char="•"/>
              <a:defRPr>
                <a:solidFill>
                  <a:schemeClr val="lt1"/>
                </a:solidFill>
              </a:defRPr>
            </a:lvl3pPr>
            <a:lvl4pPr indent="-355600" lvl="3" marL="1828800" algn="l">
              <a:spcBef>
                <a:spcPts val="400"/>
              </a:spcBef>
              <a:spcAft>
                <a:spcPts val="0"/>
              </a:spcAft>
              <a:buClr>
                <a:schemeClr val="lt1"/>
              </a:buClr>
              <a:buSzPts val="2000"/>
              <a:buChar char="–"/>
              <a:defRPr>
                <a:solidFill>
                  <a:schemeClr val="lt1"/>
                </a:solidFill>
              </a:defRPr>
            </a:lvl4pPr>
            <a:lvl5pPr indent="-355600" lvl="4" marL="2286000" algn="l">
              <a:spcBef>
                <a:spcPts val="400"/>
              </a:spcBef>
              <a:spcAft>
                <a:spcPts val="0"/>
              </a:spcAft>
              <a:buClr>
                <a:schemeClr val="lt1"/>
              </a:buClr>
              <a:buSzPts val="2000"/>
              <a:buChar char="»"/>
              <a:defRPr>
                <a:solidFill>
                  <a:schemeClr val="lt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97" name="Google Shape;897;g35251cc313b_0_292"/>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8" name="Google Shape;898;g35251cc313b_0_29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9" name="Google Shape;899;g35251cc313b_0_292"/>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00" name="Shape 900"/>
        <p:cNvGrpSpPr/>
        <p:nvPr/>
      </p:nvGrpSpPr>
      <p:grpSpPr>
        <a:xfrm>
          <a:off x="0" y="0"/>
          <a:ext cx="0" cy="0"/>
          <a:chOff x="0" y="0"/>
          <a:chExt cx="0" cy="0"/>
        </a:xfrm>
      </p:grpSpPr>
      <p:sp>
        <p:nvSpPr>
          <p:cNvPr id="901" name="Google Shape;901;g35251cc313b_0_298"/>
          <p:cNvSpPr txBox="1"/>
          <p:nvPr>
            <p:ph type="title"/>
          </p:nvPr>
        </p:nvSpPr>
        <p:spPr>
          <a:xfrm>
            <a:off x="457200" y="281174"/>
            <a:ext cx="8229600" cy="7635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33CCFF"/>
              </a:buClr>
              <a:buSzPts val="3600"/>
              <a:buFont typeface="Calibri"/>
              <a:buNone/>
              <a:defRPr sz="3600" u="none">
                <a:solidFill>
                  <a:srgbClr val="33CC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2" name="Google Shape;902;g35251cc313b_0_298"/>
          <p:cNvSpPr txBox="1"/>
          <p:nvPr>
            <p:ph idx="1" type="body"/>
          </p:nvPr>
        </p:nvSpPr>
        <p:spPr>
          <a:xfrm>
            <a:off x="531807" y="1407302"/>
            <a:ext cx="4040100" cy="568500"/>
          </a:xfrm>
          <a:prstGeom prst="rect">
            <a:avLst/>
          </a:prstGeom>
          <a:noFill/>
          <a:ln>
            <a:noFill/>
          </a:ln>
        </p:spPr>
        <p:txBody>
          <a:bodyPr anchorCtr="0" anchor="b" bIns="45700" lIns="91425" spcFirstLastPara="1" rIns="91425" wrap="square" tIns="45700">
            <a:normAutofit/>
          </a:bodyPr>
          <a:lstStyle>
            <a:lvl1pPr indent="-228600" lvl="0" marL="457200" algn="ctr">
              <a:spcBef>
                <a:spcPts val="480"/>
              </a:spcBef>
              <a:spcAft>
                <a:spcPts val="0"/>
              </a:spcAft>
              <a:buClr>
                <a:schemeClr val="lt1"/>
              </a:buClr>
              <a:buSzPts val="2400"/>
              <a:buNone/>
              <a:defRPr b="1" sz="2400">
                <a:solidFill>
                  <a:schemeClr val="lt1"/>
                </a:solidFill>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903" name="Google Shape;903;g35251cc313b_0_298"/>
          <p:cNvSpPr txBox="1"/>
          <p:nvPr>
            <p:ph idx="2" type="body"/>
          </p:nvPr>
        </p:nvSpPr>
        <p:spPr>
          <a:xfrm>
            <a:off x="530222" y="1975943"/>
            <a:ext cx="4041900" cy="2886300"/>
          </a:xfrm>
          <a:prstGeom prst="rect">
            <a:avLst/>
          </a:prstGeom>
          <a:noFill/>
          <a:ln>
            <a:noFill/>
          </a:ln>
        </p:spPr>
        <p:txBody>
          <a:bodyPr anchorCtr="0" anchor="t" bIns="45700" lIns="91425" spcFirstLastPara="1" rIns="91425" wrap="square" tIns="45700">
            <a:normAutofit/>
          </a:bodyPr>
          <a:lstStyle>
            <a:lvl1pPr indent="-381000" lvl="0" marL="457200" algn="ctr">
              <a:spcBef>
                <a:spcPts val="480"/>
              </a:spcBef>
              <a:spcAft>
                <a:spcPts val="0"/>
              </a:spcAft>
              <a:buClr>
                <a:schemeClr val="lt1"/>
              </a:buClr>
              <a:buSzPts val="2400"/>
              <a:buChar char="•"/>
              <a:defRPr sz="2400">
                <a:solidFill>
                  <a:schemeClr val="lt1"/>
                </a:solidFill>
              </a:defRPr>
            </a:lvl1pPr>
            <a:lvl2pPr indent="-355600" lvl="1" marL="914400" algn="ctr">
              <a:spcBef>
                <a:spcPts val="400"/>
              </a:spcBef>
              <a:spcAft>
                <a:spcPts val="0"/>
              </a:spcAft>
              <a:buClr>
                <a:schemeClr val="lt1"/>
              </a:buClr>
              <a:buSzPts val="2000"/>
              <a:buChar char="–"/>
              <a:defRPr sz="2000">
                <a:solidFill>
                  <a:schemeClr val="lt1"/>
                </a:solidFill>
              </a:defRPr>
            </a:lvl2pPr>
            <a:lvl3pPr indent="-342900" lvl="2" marL="1371600" algn="ctr">
              <a:spcBef>
                <a:spcPts val="360"/>
              </a:spcBef>
              <a:spcAft>
                <a:spcPts val="0"/>
              </a:spcAft>
              <a:buClr>
                <a:schemeClr val="lt1"/>
              </a:buClr>
              <a:buSzPts val="1800"/>
              <a:buChar char="•"/>
              <a:defRPr sz="1800">
                <a:solidFill>
                  <a:schemeClr val="lt1"/>
                </a:solidFill>
              </a:defRPr>
            </a:lvl3pPr>
            <a:lvl4pPr indent="-330200" lvl="3" marL="1828800" algn="ctr">
              <a:spcBef>
                <a:spcPts val="320"/>
              </a:spcBef>
              <a:spcAft>
                <a:spcPts val="0"/>
              </a:spcAft>
              <a:buClr>
                <a:schemeClr val="lt1"/>
              </a:buClr>
              <a:buSzPts val="1600"/>
              <a:buChar char="–"/>
              <a:defRPr sz="1600">
                <a:solidFill>
                  <a:schemeClr val="lt1"/>
                </a:solidFill>
              </a:defRPr>
            </a:lvl4pPr>
            <a:lvl5pPr indent="-330200" lvl="4" marL="2286000" algn="ctr">
              <a:spcBef>
                <a:spcPts val="320"/>
              </a:spcBef>
              <a:spcAft>
                <a:spcPts val="0"/>
              </a:spcAft>
              <a:buClr>
                <a:schemeClr val="lt1"/>
              </a:buClr>
              <a:buSzPts val="1600"/>
              <a:buChar char="»"/>
              <a:defRPr sz="1600">
                <a:solidFill>
                  <a:schemeClr val="lt1"/>
                </a:solidFill>
              </a:defRPr>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904" name="Google Shape;904;g35251cc313b_0_298"/>
          <p:cNvSpPr txBox="1"/>
          <p:nvPr>
            <p:ph idx="3" type="body"/>
          </p:nvPr>
        </p:nvSpPr>
        <p:spPr>
          <a:xfrm>
            <a:off x="4571999" y="1407302"/>
            <a:ext cx="4041900" cy="568500"/>
          </a:xfrm>
          <a:prstGeom prst="rect">
            <a:avLst/>
          </a:prstGeom>
          <a:noFill/>
          <a:ln>
            <a:noFill/>
          </a:ln>
        </p:spPr>
        <p:txBody>
          <a:bodyPr anchorCtr="0" anchor="b" bIns="45700" lIns="91425" spcFirstLastPara="1" rIns="91425" wrap="square" tIns="45700">
            <a:normAutofit/>
          </a:bodyPr>
          <a:lstStyle>
            <a:lvl1pPr indent="-228600" lvl="0" marL="457200" algn="ctr">
              <a:spcBef>
                <a:spcPts val="480"/>
              </a:spcBef>
              <a:spcAft>
                <a:spcPts val="0"/>
              </a:spcAft>
              <a:buClr>
                <a:schemeClr val="lt1"/>
              </a:buClr>
              <a:buSzPts val="2400"/>
              <a:buNone/>
              <a:defRPr b="1" sz="2400">
                <a:solidFill>
                  <a:schemeClr val="lt1"/>
                </a:solidFill>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905" name="Google Shape;905;g35251cc313b_0_298"/>
          <p:cNvSpPr txBox="1"/>
          <p:nvPr>
            <p:ph idx="4" type="body"/>
          </p:nvPr>
        </p:nvSpPr>
        <p:spPr>
          <a:xfrm>
            <a:off x="4572000" y="1975945"/>
            <a:ext cx="4041900" cy="2886300"/>
          </a:xfrm>
          <a:prstGeom prst="rect">
            <a:avLst/>
          </a:prstGeom>
          <a:noFill/>
          <a:ln>
            <a:noFill/>
          </a:ln>
        </p:spPr>
        <p:txBody>
          <a:bodyPr anchorCtr="0" anchor="t" bIns="45700" lIns="91425" spcFirstLastPara="1" rIns="91425" wrap="square" tIns="45700">
            <a:normAutofit/>
          </a:bodyPr>
          <a:lstStyle>
            <a:lvl1pPr indent="-381000" lvl="0" marL="457200" algn="ctr">
              <a:spcBef>
                <a:spcPts val="480"/>
              </a:spcBef>
              <a:spcAft>
                <a:spcPts val="0"/>
              </a:spcAft>
              <a:buClr>
                <a:schemeClr val="lt1"/>
              </a:buClr>
              <a:buSzPts val="2400"/>
              <a:buChar char="•"/>
              <a:defRPr sz="2400">
                <a:solidFill>
                  <a:schemeClr val="lt1"/>
                </a:solidFill>
              </a:defRPr>
            </a:lvl1pPr>
            <a:lvl2pPr indent="-355600" lvl="1" marL="914400" algn="ctr">
              <a:spcBef>
                <a:spcPts val="400"/>
              </a:spcBef>
              <a:spcAft>
                <a:spcPts val="0"/>
              </a:spcAft>
              <a:buClr>
                <a:schemeClr val="lt1"/>
              </a:buClr>
              <a:buSzPts val="2000"/>
              <a:buChar char="–"/>
              <a:defRPr sz="2000">
                <a:solidFill>
                  <a:schemeClr val="lt1"/>
                </a:solidFill>
              </a:defRPr>
            </a:lvl2pPr>
            <a:lvl3pPr indent="-342900" lvl="2" marL="1371600" algn="ctr">
              <a:spcBef>
                <a:spcPts val="360"/>
              </a:spcBef>
              <a:spcAft>
                <a:spcPts val="0"/>
              </a:spcAft>
              <a:buClr>
                <a:schemeClr val="lt1"/>
              </a:buClr>
              <a:buSzPts val="1800"/>
              <a:buChar char="•"/>
              <a:defRPr sz="1800">
                <a:solidFill>
                  <a:schemeClr val="lt1"/>
                </a:solidFill>
              </a:defRPr>
            </a:lvl3pPr>
            <a:lvl4pPr indent="-330200" lvl="3" marL="1828800" algn="ctr">
              <a:spcBef>
                <a:spcPts val="320"/>
              </a:spcBef>
              <a:spcAft>
                <a:spcPts val="0"/>
              </a:spcAft>
              <a:buClr>
                <a:schemeClr val="lt1"/>
              </a:buClr>
              <a:buSzPts val="1600"/>
              <a:buChar char="–"/>
              <a:defRPr sz="1600">
                <a:solidFill>
                  <a:schemeClr val="lt1"/>
                </a:solidFill>
              </a:defRPr>
            </a:lvl4pPr>
            <a:lvl5pPr indent="-330200" lvl="4" marL="2286000" algn="ctr">
              <a:spcBef>
                <a:spcPts val="320"/>
              </a:spcBef>
              <a:spcAft>
                <a:spcPts val="0"/>
              </a:spcAft>
              <a:buClr>
                <a:schemeClr val="lt1"/>
              </a:buClr>
              <a:buSzPts val="1600"/>
              <a:buChar char="»"/>
              <a:defRPr sz="1600">
                <a:solidFill>
                  <a:schemeClr val="lt1"/>
                </a:solidFill>
              </a:defRPr>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906" name="Google Shape;906;g35251cc313b_0_298"/>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7" name="Google Shape;907;g35251cc313b_0_298"/>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8" name="Google Shape;908;g35251cc313b_0_298"/>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9" name="Shape 909"/>
        <p:cNvGrpSpPr/>
        <p:nvPr/>
      </p:nvGrpSpPr>
      <p:grpSpPr>
        <a:xfrm>
          <a:off x="0" y="0"/>
          <a:ext cx="0" cy="0"/>
          <a:chOff x="0" y="0"/>
          <a:chExt cx="0" cy="0"/>
        </a:xfrm>
      </p:grpSpPr>
      <p:sp>
        <p:nvSpPr>
          <p:cNvPr id="910" name="Google Shape;910;g35251cc313b_0_307"/>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1" name="Google Shape;911;g35251cc313b_0_307"/>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2" name="Google Shape;912;g35251cc313b_0_307"/>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13" name="Shape 913"/>
        <p:cNvGrpSpPr/>
        <p:nvPr/>
      </p:nvGrpSpPr>
      <p:grpSpPr>
        <a:xfrm>
          <a:off x="0" y="0"/>
          <a:ext cx="0" cy="0"/>
          <a:chOff x="0" y="0"/>
          <a:chExt cx="0" cy="0"/>
        </a:xfrm>
      </p:grpSpPr>
      <p:sp>
        <p:nvSpPr>
          <p:cNvPr id="914" name="Google Shape;914;g35251cc313b_0_311"/>
          <p:cNvSpPr txBox="1"/>
          <p:nvPr>
            <p:ph type="title"/>
          </p:nvPr>
        </p:nvSpPr>
        <p:spPr>
          <a:xfrm>
            <a:off x="722313" y="3305176"/>
            <a:ext cx="7772400" cy="10215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5" name="Google Shape;915;g35251cc313b_0_311"/>
          <p:cNvSpPr txBox="1"/>
          <p:nvPr>
            <p:ph idx="1" type="body"/>
          </p:nvPr>
        </p:nvSpPr>
        <p:spPr>
          <a:xfrm>
            <a:off x="722313" y="2180035"/>
            <a:ext cx="7772400" cy="11250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916" name="Google Shape;916;g35251cc313b_0_31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7" name="Google Shape;917;g35251cc313b_0_31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8" name="Google Shape;918;g35251cc313b_0_31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19" name="Shape 919"/>
        <p:cNvGrpSpPr/>
        <p:nvPr/>
      </p:nvGrpSpPr>
      <p:grpSpPr>
        <a:xfrm>
          <a:off x="0" y="0"/>
          <a:ext cx="0" cy="0"/>
          <a:chOff x="0" y="0"/>
          <a:chExt cx="0" cy="0"/>
        </a:xfrm>
      </p:grpSpPr>
      <p:sp>
        <p:nvSpPr>
          <p:cNvPr id="920" name="Google Shape;920;g35251cc313b_0_317"/>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1" name="Google Shape;921;g35251cc313b_0_317"/>
          <p:cNvSpPr txBox="1"/>
          <p:nvPr>
            <p:ph idx="1" type="body"/>
          </p:nvPr>
        </p:nvSpPr>
        <p:spPr>
          <a:xfrm>
            <a:off x="457200" y="1200151"/>
            <a:ext cx="4038600" cy="33945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922" name="Google Shape;922;g35251cc313b_0_317"/>
          <p:cNvSpPr txBox="1"/>
          <p:nvPr>
            <p:ph idx="2" type="body"/>
          </p:nvPr>
        </p:nvSpPr>
        <p:spPr>
          <a:xfrm>
            <a:off x="4648200" y="1200151"/>
            <a:ext cx="4038600" cy="33945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923" name="Google Shape;923;g35251cc313b_0_317"/>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4" name="Google Shape;924;g35251cc313b_0_317"/>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5" name="Google Shape;925;g35251cc313b_0_317"/>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26" name="Shape 926"/>
        <p:cNvGrpSpPr/>
        <p:nvPr/>
      </p:nvGrpSpPr>
      <p:grpSpPr>
        <a:xfrm>
          <a:off x="0" y="0"/>
          <a:ext cx="0" cy="0"/>
          <a:chOff x="0" y="0"/>
          <a:chExt cx="0" cy="0"/>
        </a:xfrm>
      </p:grpSpPr>
      <p:sp>
        <p:nvSpPr>
          <p:cNvPr id="927" name="Google Shape;927;g35251cc313b_0_324"/>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8" name="Google Shape;928;g35251cc313b_0_32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9" name="Google Shape;929;g35251cc313b_0_32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0" name="Google Shape;930;g35251cc313b_0_324"/>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31" name="Shape 931"/>
        <p:cNvGrpSpPr/>
        <p:nvPr/>
      </p:nvGrpSpPr>
      <p:grpSpPr>
        <a:xfrm>
          <a:off x="0" y="0"/>
          <a:ext cx="0" cy="0"/>
          <a:chOff x="0" y="0"/>
          <a:chExt cx="0" cy="0"/>
        </a:xfrm>
      </p:grpSpPr>
      <p:sp>
        <p:nvSpPr>
          <p:cNvPr id="932" name="Google Shape;932;g35251cc313b_0_329"/>
          <p:cNvSpPr txBox="1"/>
          <p:nvPr>
            <p:ph type="title"/>
          </p:nvPr>
        </p:nvSpPr>
        <p:spPr>
          <a:xfrm>
            <a:off x="457202" y="204787"/>
            <a:ext cx="3008400" cy="8715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3" name="Google Shape;933;g35251cc313b_0_329"/>
          <p:cNvSpPr txBox="1"/>
          <p:nvPr>
            <p:ph idx="1" type="body"/>
          </p:nvPr>
        </p:nvSpPr>
        <p:spPr>
          <a:xfrm>
            <a:off x="3575050" y="204790"/>
            <a:ext cx="5111700" cy="43899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934" name="Google Shape;934;g35251cc313b_0_329"/>
          <p:cNvSpPr txBox="1"/>
          <p:nvPr>
            <p:ph idx="2" type="body"/>
          </p:nvPr>
        </p:nvSpPr>
        <p:spPr>
          <a:xfrm>
            <a:off x="457202" y="1076328"/>
            <a:ext cx="3008400" cy="35184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935" name="Google Shape;935;g35251cc313b_0_329"/>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6" name="Google Shape;936;g35251cc313b_0_32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7" name="Google Shape;937;g35251cc313b_0_329"/>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38" name="Shape 938"/>
        <p:cNvGrpSpPr/>
        <p:nvPr/>
      </p:nvGrpSpPr>
      <p:grpSpPr>
        <a:xfrm>
          <a:off x="0" y="0"/>
          <a:ext cx="0" cy="0"/>
          <a:chOff x="0" y="0"/>
          <a:chExt cx="0" cy="0"/>
        </a:xfrm>
      </p:grpSpPr>
      <p:sp>
        <p:nvSpPr>
          <p:cNvPr id="939" name="Google Shape;939;g35251cc313b_0_336"/>
          <p:cNvSpPr txBox="1"/>
          <p:nvPr>
            <p:ph type="title"/>
          </p:nvPr>
        </p:nvSpPr>
        <p:spPr>
          <a:xfrm>
            <a:off x="1792288" y="3600450"/>
            <a:ext cx="5486400" cy="4251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0" name="Google Shape;940;g35251cc313b_0_336"/>
          <p:cNvSpPr/>
          <p:nvPr>
            <p:ph idx="2" type="pic"/>
          </p:nvPr>
        </p:nvSpPr>
        <p:spPr>
          <a:xfrm>
            <a:off x="1792288" y="459581"/>
            <a:ext cx="5486400" cy="3086100"/>
          </a:xfrm>
          <a:prstGeom prst="rect">
            <a:avLst/>
          </a:prstGeom>
          <a:noFill/>
          <a:ln>
            <a:noFill/>
          </a:ln>
        </p:spPr>
      </p:sp>
      <p:sp>
        <p:nvSpPr>
          <p:cNvPr id="941" name="Google Shape;941;g35251cc313b_0_336"/>
          <p:cNvSpPr txBox="1"/>
          <p:nvPr>
            <p:ph idx="1" type="body"/>
          </p:nvPr>
        </p:nvSpPr>
        <p:spPr>
          <a:xfrm>
            <a:off x="1792288" y="4025505"/>
            <a:ext cx="5486400" cy="6036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942" name="Google Shape;942;g35251cc313b_0_33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3" name="Google Shape;943;g35251cc313b_0_33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4" name="Google Shape;944;g35251cc313b_0_336"/>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45" name="Shape 945"/>
        <p:cNvGrpSpPr/>
        <p:nvPr/>
      </p:nvGrpSpPr>
      <p:grpSpPr>
        <a:xfrm>
          <a:off x="0" y="0"/>
          <a:ext cx="0" cy="0"/>
          <a:chOff x="0" y="0"/>
          <a:chExt cx="0" cy="0"/>
        </a:xfrm>
      </p:grpSpPr>
      <p:sp>
        <p:nvSpPr>
          <p:cNvPr id="946" name="Google Shape;946;g35251cc313b_0_343"/>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7" name="Google Shape;947;g35251cc313b_0_343"/>
          <p:cNvSpPr txBox="1"/>
          <p:nvPr>
            <p:ph idx="1" type="body"/>
          </p:nvPr>
        </p:nvSpPr>
        <p:spPr>
          <a:xfrm rot="5400000">
            <a:off x="2874750" y="-1217399"/>
            <a:ext cx="3394500"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48" name="Google Shape;948;g35251cc313b_0_34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9" name="Google Shape;949;g35251cc313b_0_34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0" name="Google Shape;950;g35251cc313b_0_34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51" name="Shape 951"/>
        <p:cNvGrpSpPr/>
        <p:nvPr/>
      </p:nvGrpSpPr>
      <p:grpSpPr>
        <a:xfrm>
          <a:off x="0" y="0"/>
          <a:ext cx="0" cy="0"/>
          <a:chOff x="0" y="0"/>
          <a:chExt cx="0" cy="0"/>
        </a:xfrm>
      </p:grpSpPr>
      <p:sp>
        <p:nvSpPr>
          <p:cNvPr id="952" name="Google Shape;952;g35251cc313b_0_349"/>
          <p:cNvSpPr txBox="1"/>
          <p:nvPr>
            <p:ph type="title"/>
          </p:nvPr>
        </p:nvSpPr>
        <p:spPr>
          <a:xfrm rot="5400000">
            <a:off x="5463750" y="1371629"/>
            <a:ext cx="4388700"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3" name="Google Shape;953;g35251cc313b_0_349"/>
          <p:cNvSpPr txBox="1"/>
          <p:nvPr>
            <p:ph idx="1" type="body"/>
          </p:nvPr>
        </p:nvSpPr>
        <p:spPr>
          <a:xfrm rot="5400000">
            <a:off x="1272750" y="-609571"/>
            <a:ext cx="4388700"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54" name="Google Shape;954;g35251cc313b_0_349"/>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5" name="Google Shape;955;g35251cc313b_0_34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6" name="Google Shape;956;g35251cc313b_0_349"/>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pic>
        <p:nvPicPr>
          <p:cNvPr descr="E:\websites\free-power-point-templates\2012\logos.png" id="957" name="Google Shape;957;g35251cc313b_0_349"/>
          <p:cNvPicPr preferRelativeResize="0"/>
          <p:nvPr/>
        </p:nvPicPr>
        <p:blipFill rotWithShape="1">
          <a:blip r:embed="rId2">
            <a:alphaModFix/>
          </a:blip>
          <a:srcRect b="0" l="0" r="0" t="0"/>
          <a:stretch/>
        </p:blipFill>
        <p:spPr>
          <a:xfrm>
            <a:off x="3808475" y="2326215"/>
            <a:ext cx="1463784" cy="526961"/>
          </a:xfrm>
          <a:prstGeom prst="rect">
            <a:avLst/>
          </a:prstGeom>
          <a:noFill/>
          <a:ln>
            <a:noFill/>
          </a:ln>
        </p:spPr>
      </p:pic>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1">
  <p:cSld name="TWO_OBJECTS_1">
    <p:spTree>
      <p:nvGrpSpPr>
        <p:cNvPr id="958" name="Shape 958"/>
        <p:cNvGrpSpPr/>
        <p:nvPr/>
      </p:nvGrpSpPr>
      <p:grpSpPr>
        <a:xfrm>
          <a:off x="0" y="0"/>
          <a:ext cx="0" cy="0"/>
          <a:chOff x="0" y="0"/>
          <a:chExt cx="0" cy="0"/>
        </a:xfrm>
      </p:grpSpPr>
      <p:sp>
        <p:nvSpPr>
          <p:cNvPr id="959" name="Google Shape;959;g35251cc313b_0_407"/>
          <p:cNvSpPr/>
          <p:nvPr/>
        </p:nvSpPr>
        <p:spPr>
          <a:xfrm>
            <a:off x="388703" y="514350"/>
            <a:ext cx="8368210" cy="4118187"/>
          </a:xfrm>
          <a:custGeom>
            <a:rect b="b" l="l" r="r" t="t"/>
            <a:pathLst>
              <a:path extrusionOk="0" h="2167467" w="4404321">
                <a:moveTo>
                  <a:pt x="0" y="0"/>
                </a:moveTo>
                <a:lnTo>
                  <a:pt x="4404321" y="0"/>
                </a:lnTo>
                <a:lnTo>
                  <a:pt x="4404321" y="2167467"/>
                </a:lnTo>
                <a:lnTo>
                  <a:pt x="0" y="2167467"/>
                </a:lnTo>
                <a:close/>
              </a:path>
            </a:pathLst>
          </a:custGeom>
          <a:solidFill>
            <a:srgbClr val="000000">
              <a:alpha val="0"/>
            </a:srgbClr>
          </a:solidFill>
          <a:ln cap="sq" cmpd="sng" w="38100">
            <a:solidFill>
              <a:srgbClr val="71CBEF"/>
            </a:solidFill>
            <a:prstDash val="solid"/>
            <a:miter lim="8000"/>
            <a:headEnd len="sm" w="sm" type="none"/>
            <a:tailEnd len="sm" w="sm" type="none"/>
          </a:ln>
        </p:spPr>
      </p:sp>
      <p:sp>
        <p:nvSpPr>
          <p:cNvPr id="960" name="Google Shape;960;g35251cc313b_0_407"/>
          <p:cNvSpPr txBox="1"/>
          <p:nvPr>
            <p:ph idx="1" type="body"/>
          </p:nvPr>
        </p:nvSpPr>
        <p:spPr>
          <a:xfrm>
            <a:off x="2248888" y="1716925"/>
            <a:ext cx="2019300" cy="2263200"/>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355600" lvl="3" marL="1828800" algn="l">
              <a:spcBef>
                <a:spcPts val="200"/>
              </a:spcBef>
              <a:spcAft>
                <a:spcPts val="0"/>
              </a:spcAft>
              <a:buClr>
                <a:schemeClr val="dk1"/>
              </a:buClr>
              <a:buSzPts val="2000"/>
              <a:buChar char="–"/>
              <a:defRPr/>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961" name="Google Shape;961;g35251cc313b_0_407"/>
          <p:cNvSpPr txBox="1"/>
          <p:nvPr>
            <p:ph idx="2" type="body"/>
          </p:nvPr>
        </p:nvSpPr>
        <p:spPr>
          <a:xfrm>
            <a:off x="4344388" y="1716925"/>
            <a:ext cx="2019300" cy="2263200"/>
          </a:xfrm>
          <a:prstGeom prst="rect">
            <a:avLst/>
          </a:prstGeom>
          <a:noFill/>
          <a:ln>
            <a:noFill/>
          </a:ln>
        </p:spPr>
        <p:txBody>
          <a:bodyPr anchorCtr="0" anchor="t" bIns="22850" lIns="45725" spcFirstLastPara="1" rIns="45725" wrap="square" tIns="22850">
            <a:normAutofit/>
          </a:bodyPr>
          <a:lstStyle>
            <a:lvl1pPr indent="-292100" lvl="0" marL="457200" algn="l">
              <a:spcBef>
                <a:spcPts val="300"/>
              </a:spcBef>
              <a:spcAft>
                <a:spcPts val="0"/>
              </a:spcAft>
              <a:buClr>
                <a:schemeClr val="dk1"/>
              </a:buClr>
              <a:buSzPts val="1000"/>
              <a:buChar char="•"/>
              <a:defRPr sz="1000"/>
            </a:lvl1pPr>
            <a:lvl2pPr indent="-292100" lvl="1" marL="914400" algn="l">
              <a:spcBef>
                <a:spcPts val="200"/>
              </a:spcBef>
              <a:spcAft>
                <a:spcPts val="0"/>
              </a:spcAft>
              <a:buClr>
                <a:schemeClr val="dk1"/>
              </a:buClr>
              <a:buSzPts val="1000"/>
              <a:buChar char="–"/>
              <a:defRPr sz="1000"/>
            </a:lvl2pPr>
            <a:lvl3pPr indent="-292100" lvl="2" marL="1371600" algn="l">
              <a:spcBef>
                <a:spcPts val="200"/>
              </a:spcBef>
              <a:spcAft>
                <a:spcPts val="0"/>
              </a:spcAft>
              <a:buClr>
                <a:schemeClr val="dk1"/>
              </a:buClr>
              <a:buSzPts val="1000"/>
              <a:buChar char="•"/>
              <a:defRPr sz="1000"/>
            </a:lvl3pPr>
            <a:lvl4pPr indent="-355600" lvl="3" marL="1828800" algn="l">
              <a:spcBef>
                <a:spcPts val="200"/>
              </a:spcBef>
              <a:spcAft>
                <a:spcPts val="0"/>
              </a:spcAft>
              <a:buClr>
                <a:schemeClr val="dk1"/>
              </a:buClr>
              <a:buSzPts val="2000"/>
              <a:buChar char="–"/>
              <a:defRPr/>
            </a:lvl4pPr>
            <a:lvl5pPr indent="-355600" lvl="4" marL="2286000" algn="l">
              <a:spcBef>
                <a:spcPts val="200"/>
              </a:spcBef>
              <a:spcAft>
                <a:spcPts val="0"/>
              </a:spcAft>
              <a:buClr>
                <a:schemeClr val="dk1"/>
              </a:buClr>
              <a:buSzPts val="2000"/>
              <a:buChar char="»"/>
              <a:defRPr/>
            </a:lvl5pPr>
            <a:lvl6pPr indent="-355600" lvl="5" marL="2743200" algn="l">
              <a:spcBef>
                <a:spcPts val="200"/>
              </a:spcBef>
              <a:spcAft>
                <a:spcPts val="0"/>
              </a:spcAft>
              <a:buClr>
                <a:schemeClr val="dk1"/>
              </a:buClr>
              <a:buSzPts val="2000"/>
              <a:buChar char="•"/>
              <a:defRPr/>
            </a:lvl6pPr>
            <a:lvl7pPr indent="-355600" lvl="6" marL="3200400" algn="l">
              <a:spcBef>
                <a:spcPts val="200"/>
              </a:spcBef>
              <a:spcAft>
                <a:spcPts val="0"/>
              </a:spcAft>
              <a:buClr>
                <a:schemeClr val="dk1"/>
              </a:buClr>
              <a:buSzPts val="2000"/>
              <a:buChar char="•"/>
              <a:defRPr/>
            </a:lvl7pPr>
            <a:lvl8pPr indent="-355600" lvl="7" marL="3657600" algn="l">
              <a:spcBef>
                <a:spcPts val="200"/>
              </a:spcBef>
              <a:spcAft>
                <a:spcPts val="0"/>
              </a:spcAft>
              <a:buClr>
                <a:schemeClr val="dk1"/>
              </a:buClr>
              <a:buSzPts val="2000"/>
              <a:buChar char="•"/>
              <a:defRPr/>
            </a:lvl8pPr>
            <a:lvl9pPr indent="-355600" lvl="8" marL="4114800" algn="l">
              <a:spcBef>
                <a:spcPts val="200"/>
              </a:spcBef>
              <a:spcAft>
                <a:spcPts val="0"/>
              </a:spcAft>
              <a:buClr>
                <a:schemeClr val="dk1"/>
              </a:buClr>
              <a:buSzPts val="2000"/>
              <a:buChar char="•"/>
              <a:defRPr/>
            </a:lvl9pPr>
          </a:lstStyle>
          <a:p/>
        </p:txBody>
      </p:sp>
      <p:sp>
        <p:nvSpPr>
          <p:cNvPr id="962" name="Google Shape;962;g35251cc313b_0_407"/>
          <p:cNvSpPr txBox="1"/>
          <p:nvPr>
            <p:ph type="ctrTitle"/>
          </p:nvPr>
        </p:nvSpPr>
        <p:spPr>
          <a:xfrm>
            <a:off x="1486913" y="627088"/>
            <a:ext cx="5999400" cy="7350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9" name="Shape 969"/>
        <p:cNvGrpSpPr/>
        <p:nvPr/>
      </p:nvGrpSpPr>
      <p:grpSpPr>
        <a:xfrm>
          <a:off x="0" y="0"/>
          <a:ext cx="0" cy="0"/>
          <a:chOff x="0" y="0"/>
          <a:chExt cx="0" cy="0"/>
        </a:xfrm>
      </p:grpSpPr>
      <p:sp>
        <p:nvSpPr>
          <p:cNvPr id="970" name="Google Shape;970;g35251cc313b_0_329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1" name="Google Shape;971;g35251cc313b_0_329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2" name="Google Shape;972;g35251cc313b_0_329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73" name="Shape 973"/>
        <p:cNvGrpSpPr/>
        <p:nvPr/>
      </p:nvGrpSpPr>
      <p:grpSpPr>
        <a:xfrm>
          <a:off x="0" y="0"/>
          <a:ext cx="0" cy="0"/>
          <a:chOff x="0" y="0"/>
          <a:chExt cx="0" cy="0"/>
        </a:xfrm>
      </p:grpSpPr>
      <p:sp>
        <p:nvSpPr>
          <p:cNvPr id="974" name="Google Shape;974;g35251cc313b_0_329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75" name="Google Shape;975;g35251cc313b_0_329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6" name="Google Shape;976;g35251cc313b_0_329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7" name="Google Shape;977;g35251cc313b_0_329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78" name="Shape 978"/>
        <p:cNvGrpSpPr/>
        <p:nvPr/>
      </p:nvGrpSpPr>
      <p:grpSpPr>
        <a:xfrm>
          <a:off x="0" y="0"/>
          <a:ext cx="0" cy="0"/>
          <a:chOff x="0" y="0"/>
          <a:chExt cx="0" cy="0"/>
        </a:xfrm>
      </p:grpSpPr>
      <p:sp>
        <p:nvSpPr>
          <p:cNvPr id="979" name="Google Shape;979;g35251cc313b_0_3299"/>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80" name="Google Shape;980;g35251cc313b_0_3299"/>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981" name="Google Shape;981;g35251cc313b_0_329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2" name="Google Shape;982;g35251cc313b_0_329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3" name="Google Shape;983;g35251cc313b_0_329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84" name="Shape 984"/>
        <p:cNvGrpSpPr/>
        <p:nvPr/>
      </p:nvGrpSpPr>
      <p:grpSpPr>
        <a:xfrm>
          <a:off x="0" y="0"/>
          <a:ext cx="0" cy="0"/>
          <a:chOff x="0" y="0"/>
          <a:chExt cx="0" cy="0"/>
        </a:xfrm>
      </p:grpSpPr>
      <p:sp>
        <p:nvSpPr>
          <p:cNvPr id="985" name="Google Shape;985;g35251cc313b_0_330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86" name="Google Shape;986;g35251cc313b_0_330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7" name="Google Shape;987;g35251cc313b_0_330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8" name="Google Shape;988;g35251cc313b_0_330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9" name="Google Shape;989;g35251cc313b_0_330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90" name="Shape 990"/>
        <p:cNvGrpSpPr/>
        <p:nvPr/>
      </p:nvGrpSpPr>
      <p:grpSpPr>
        <a:xfrm>
          <a:off x="0" y="0"/>
          <a:ext cx="0" cy="0"/>
          <a:chOff x="0" y="0"/>
          <a:chExt cx="0" cy="0"/>
        </a:xfrm>
      </p:grpSpPr>
      <p:sp>
        <p:nvSpPr>
          <p:cNvPr id="991" name="Google Shape;991;g35251cc313b_0_3311"/>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92" name="Google Shape;992;g35251cc313b_0_3311"/>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993" name="Google Shape;993;g35251cc313b_0_331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94" name="Google Shape;994;g35251cc313b_0_331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95" name="Google Shape;995;g35251cc313b_0_331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96" name="Shape 996"/>
        <p:cNvGrpSpPr/>
        <p:nvPr/>
      </p:nvGrpSpPr>
      <p:grpSpPr>
        <a:xfrm>
          <a:off x="0" y="0"/>
          <a:ext cx="0" cy="0"/>
          <a:chOff x="0" y="0"/>
          <a:chExt cx="0" cy="0"/>
        </a:xfrm>
      </p:grpSpPr>
      <p:sp>
        <p:nvSpPr>
          <p:cNvPr id="997" name="Google Shape;997;g35251cc313b_0_331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98" name="Google Shape;998;g35251cc313b_0_3317"/>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99" name="Google Shape;999;g35251cc313b_0_3317"/>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00" name="Google Shape;1000;g35251cc313b_0_331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01" name="Google Shape;1001;g35251cc313b_0_331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02" name="Google Shape;1002;g35251cc313b_0_331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03" name="Shape 1003"/>
        <p:cNvGrpSpPr/>
        <p:nvPr/>
      </p:nvGrpSpPr>
      <p:grpSpPr>
        <a:xfrm>
          <a:off x="0" y="0"/>
          <a:ext cx="0" cy="0"/>
          <a:chOff x="0" y="0"/>
          <a:chExt cx="0" cy="0"/>
        </a:xfrm>
      </p:grpSpPr>
      <p:sp>
        <p:nvSpPr>
          <p:cNvPr id="1004" name="Google Shape;1004;g35251cc313b_0_3324"/>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05" name="Google Shape;1005;g35251cc313b_0_3324"/>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006" name="Google Shape;1006;g35251cc313b_0_3324"/>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07" name="Google Shape;1007;g35251cc313b_0_3324"/>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008" name="Google Shape;1008;g35251cc313b_0_3324"/>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09" name="Google Shape;1009;g35251cc313b_0_33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10" name="Google Shape;1010;g35251cc313b_0_33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11" name="Google Shape;1011;g35251cc313b_0_33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12" name="Shape 1012"/>
        <p:cNvGrpSpPr/>
        <p:nvPr/>
      </p:nvGrpSpPr>
      <p:grpSpPr>
        <a:xfrm>
          <a:off x="0" y="0"/>
          <a:ext cx="0" cy="0"/>
          <a:chOff x="0" y="0"/>
          <a:chExt cx="0" cy="0"/>
        </a:xfrm>
      </p:grpSpPr>
      <p:sp>
        <p:nvSpPr>
          <p:cNvPr id="1013" name="Google Shape;1013;g35251cc313b_0_3333"/>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4" name="Google Shape;1014;g35251cc313b_0_3333"/>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15" name="Google Shape;1015;g35251cc313b_0_3333"/>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16" name="Google Shape;1016;g35251cc313b_0_333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17" name="Google Shape;1017;g35251cc313b_0_333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18" name="Google Shape;1018;g35251cc313b_0_333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19" name="Shape 1019"/>
        <p:cNvGrpSpPr/>
        <p:nvPr/>
      </p:nvGrpSpPr>
      <p:grpSpPr>
        <a:xfrm>
          <a:off x="0" y="0"/>
          <a:ext cx="0" cy="0"/>
          <a:chOff x="0" y="0"/>
          <a:chExt cx="0" cy="0"/>
        </a:xfrm>
      </p:grpSpPr>
      <p:sp>
        <p:nvSpPr>
          <p:cNvPr id="1020" name="Google Shape;1020;g35251cc313b_0_3340"/>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21" name="Google Shape;1021;g35251cc313b_0_3340"/>
          <p:cNvSpPr/>
          <p:nvPr>
            <p:ph idx="2" type="pic"/>
          </p:nvPr>
        </p:nvSpPr>
        <p:spPr>
          <a:xfrm>
            <a:off x="3887391" y="740569"/>
            <a:ext cx="4629300" cy="3655200"/>
          </a:xfrm>
          <a:prstGeom prst="rect">
            <a:avLst/>
          </a:prstGeom>
          <a:noFill/>
          <a:ln>
            <a:noFill/>
          </a:ln>
        </p:spPr>
      </p:sp>
      <p:sp>
        <p:nvSpPr>
          <p:cNvPr id="1022" name="Google Shape;1022;g35251cc313b_0_3340"/>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23" name="Google Shape;1023;g35251cc313b_0_334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24" name="Google Shape;1024;g35251cc313b_0_334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25" name="Google Shape;1025;g35251cc313b_0_334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26" name="Shape 1026"/>
        <p:cNvGrpSpPr/>
        <p:nvPr/>
      </p:nvGrpSpPr>
      <p:grpSpPr>
        <a:xfrm>
          <a:off x="0" y="0"/>
          <a:ext cx="0" cy="0"/>
          <a:chOff x="0" y="0"/>
          <a:chExt cx="0" cy="0"/>
        </a:xfrm>
      </p:grpSpPr>
      <p:sp>
        <p:nvSpPr>
          <p:cNvPr id="1027" name="Google Shape;1027;g35251cc313b_0_334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28" name="Google Shape;1028;g35251cc313b_0_3347"/>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29" name="Google Shape;1029;g35251cc313b_0_334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30" name="Google Shape;1030;g35251cc313b_0_334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31" name="Google Shape;1031;g35251cc313b_0_334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32" name="Shape 1032"/>
        <p:cNvGrpSpPr/>
        <p:nvPr/>
      </p:nvGrpSpPr>
      <p:grpSpPr>
        <a:xfrm>
          <a:off x="0" y="0"/>
          <a:ext cx="0" cy="0"/>
          <a:chOff x="0" y="0"/>
          <a:chExt cx="0" cy="0"/>
        </a:xfrm>
      </p:grpSpPr>
      <p:sp>
        <p:nvSpPr>
          <p:cNvPr id="1033" name="Google Shape;1033;g35251cc313b_0_3353"/>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34" name="Google Shape;1034;g35251cc313b_0_3353"/>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35" name="Google Shape;1035;g35251cc313b_0_335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36" name="Google Shape;1036;g35251cc313b_0_335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37" name="Google Shape;1037;g35251cc313b_0_335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p:cSld name="Default Slide">
    <p:spTree>
      <p:nvGrpSpPr>
        <p:cNvPr id="1038" name="Shape 1038"/>
        <p:cNvGrpSpPr/>
        <p:nvPr/>
      </p:nvGrpSpPr>
      <p:grpSpPr>
        <a:xfrm>
          <a:off x="0" y="0"/>
          <a:ext cx="0" cy="0"/>
          <a:chOff x="0" y="0"/>
          <a:chExt cx="0" cy="0"/>
        </a:xfrm>
      </p:grpSpPr>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1039" name="Shape 1039"/>
        <p:cNvGrpSpPr/>
        <p:nvPr/>
      </p:nvGrpSpPr>
      <p:grpSpPr>
        <a:xfrm>
          <a:off x="0" y="0"/>
          <a:ext cx="0" cy="0"/>
          <a:chOff x="0" y="0"/>
          <a:chExt cx="0" cy="0"/>
        </a:xfrm>
      </p:grpSpPr>
      <p:pic>
        <p:nvPicPr>
          <p:cNvPr id="1040" name="Google Shape;1040;g359c69846d0_1_183"/>
          <p:cNvPicPr preferRelativeResize="0"/>
          <p:nvPr/>
        </p:nvPicPr>
        <p:blipFill>
          <a:blip r:embed="rId2">
            <a:alphaModFix/>
          </a:blip>
          <a:stretch>
            <a:fillRect/>
          </a:stretch>
        </p:blipFill>
        <p:spPr>
          <a:xfrm>
            <a:off x="0" y="0"/>
            <a:ext cx="9144000" cy="5143500"/>
          </a:xfrm>
          <a:prstGeom prst="rect">
            <a:avLst/>
          </a:prstGeom>
          <a:noFill/>
          <a:ln>
            <a:noFill/>
          </a:ln>
        </p:spPr>
      </p:pic>
      <p:sp>
        <p:nvSpPr>
          <p:cNvPr id="1041" name="Google Shape;1041;g359c69846d0_1_183"/>
          <p:cNvSpPr txBox="1"/>
          <p:nvPr>
            <p:ph type="title"/>
          </p:nvPr>
        </p:nvSpPr>
        <p:spPr>
          <a:xfrm>
            <a:off x="580550" y="205975"/>
            <a:ext cx="6014400" cy="857400"/>
          </a:xfrm>
          <a:prstGeom prst="rect">
            <a:avLst/>
          </a:prstGeom>
        </p:spPr>
        <p:txBody>
          <a:bodyPr anchorCtr="0" anchor="ctr" bIns="34275" lIns="68575" spcFirstLastPara="1" rIns="68575" wrap="square" tIns="34275">
            <a:normAutofit/>
          </a:bodyPr>
          <a:lstStyle>
            <a:lvl1pPr lvl="0">
              <a:spcBef>
                <a:spcPts val="0"/>
              </a:spcBef>
              <a:spcAft>
                <a:spcPts val="0"/>
              </a:spcAft>
              <a:buSzPts val="3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42" name="Google Shape;1042;g359c69846d0_1_183"/>
          <p:cNvSpPr txBox="1"/>
          <p:nvPr>
            <p:ph idx="1" type="body"/>
          </p:nvPr>
        </p:nvSpPr>
        <p:spPr>
          <a:xfrm>
            <a:off x="580550" y="1352550"/>
            <a:ext cx="6014400" cy="3161700"/>
          </a:xfrm>
          <a:prstGeom prst="rect">
            <a:avLst/>
          </a:prstGeom>
        </p:spPr>
        <p:txBody>
          <a:bodyPr anchorCtr="0" anchor="t" bIns="34275" lIns="68575" spcFirstLastPara="1" rIns="68575" wrap="square" tIns="34275">
            <a:normAutofit/>
          </a:bodyPr>
          <a:lstStyle>
            <a:lvl1pPr indent="-381000" lvl="0" marL="457200">
              <a:spcBef>
                <a:spcPts val="800"/>
              </a:spcBef>
              <a:spcAft>
                <a:spcPts val="0"/>
              </a:spcAft>
              <a:buSzPts val="2400"/>
              <a:buChar char="•"/>
              <a:defRPr/>
            </a:lvl1pPr>
            <a:lvl2pPr indent="-342900" lvl="1" marL="914400">
              <a:spcBef>
                <a:spcPts val="400"/>
              </a:spcBef>
              <a:spcAft>
                <a:spcPts val="0"/>
              </a:spcAft>
              <a:buSzPts val="1800"/>
              <a:buChar char="•"/>
              <a:defRPr/>
            </a:lvl2pPr>
            <a:lvl3pPr indent="-323850" lvl="2" marL="1371600">
              <a:spcBef>
                <a:spcPts val="400"/>
              </a:spcBef>
              <a:spcAft>
                <a:spcPts val="0"/>
              </a:spcAft>
              <a:buSzPts val="1500"/>
              <a:buChar char="•"/>
              <a:defRPr/>
            </a:lvl3pPr>
            <a:lvl4pPr indent="-317500" lvl="3" marL="1828800">
              <a:spcBef>
                <a:spcPts val="400"/>
              </a:spcBef>
              <a:spcAft>
                <a:spcPts val="0"/>
              </a:spcAft>
              <a:buSzPts val="1400"/>
              <a:buChar char="•"/>
              <a:defRPr/>
            </a:lvl4pPr>
            <a:lvl5pPr indent="-317500" lvl="4" marL="2286000">
              <a:spcBef>
                <a:spcPts val="400"/>
              </a:spcBef>
              <a:spcAft>
                <a:spcPts val="0"/>
              </a:spcAft>
              <a:buSzPts val="1400"/>
              <a:buChar char="•"/>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
        <p:nvSpPr>
          <p:cNvPr id="1043" name="Google Shape;1043;g359c69846d0_1_183"/>
          <p:cNvSpPr txBox="1"/>
          <p:nvPr>
            <p:ph idx="12" type="sldNum"/>
          </p:nvPr>
        </p:nvSpPr>
        <p:spPr>
          <a:xfrm>
            <a:off x="8480584" y="4749851"/>
            <a:ext cx="548700" cy="393600"/>
          </a:xfrm>
          <a:prstGeom prst="rect">
            <a:avLst/>
          </a:prstGeom>
        </p:spPr>
        <p:txBody>
          <a:bodyPr anchorCtr="0" anchor="ctr" bIns="34275" lIns="68575" spcFirstLastPara="1" rIns="68575"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47" name="Shape 1047"/>
        <p:cNvGrpSpPr/>
        <p:nvPr/>
      </p:nvGrpSpPr>
      <p:grpSpPr>
        <a:xfrm>
          <a:off x="0" y="0"/>
          <a:ext cx="0" cy="0"/>
          <a:chOff x="0" y="0"/>
          <a:chExt cx="0" cy="0"/>
        </a:xfrm>
      </p:grpSpPr>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48" name="Shape 1048"/>
        <p:cNvGrpSpPr/>
        <p:nvPr/>
      </p:nvGrpSpPr>
      <p:grpSpPr>
        <a:xfrm>
          <a:off x="0" y="0"/>
          <a:ext cx="0" cy="0"/>
          <a:chOff x="0" y="0"/>
          <a:chExt cx="0" cy="0"/>
        </a:xfrm>
      </p:grpSpPr>
      <p:sp>
        <p:nvSpPr>
          <p:cNvPr id="1049" name="Google Shape;1049;g35251cc313b_0_4320"/>
          <p:cNvSpPr txBox="1"/>
          <p:nvPr>
            <p:ph type="ctrTitle"/>
          </p:nvPr>
        </p:nvSpPr>
        <p:spPr>
          <a:xfrm>
            <a:off x="342900" y="1103313"/>
            <a:ext cx="7847700" cy="735000"/>
          </a:xfrm>
          <a:prstGeom prst="rect">
            <a:avLst/>
          </a:prstGeom>
          <a:noFill/>
          <a:ln>
            <a:noFill/>
          </a:ln>
        </p:spPr>
        <p:txBody>
          <a:bodyPr anchorCtr="0" anchor="ctr" bIns="22850" lIns="45725" spcFirstLastPara="1" rIns="45725" wrap="square" tIns="22850">
            <a:normAutofit/>
          </a:bodyPr>
          <a:lstStyle>
            <a:lvl1pPr lvl="0">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50" name="Google Shape;1050;g35251cc313b_0_4320"/>
          <p:cNvSpPr txBox="1"/>
          <p:nvPr>
            <p:ph idx="1" type="subTitle"/>
          </p:nvPr>
        </p:nvSpPr>
        <p:spPr>
          <a:xfrm>
            <a:off x="2666550" y="2938613"/>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chemeClr val="lt1"/>
              </a:buClr>
              <a:buSzPts val="1600"/>
              <a:buNone/>
              <a:defRPr>
                <a:solidFill>
                  <a:schemeClr val="lt1"/>
                </a:solidFill>
              </a:defRPr>
            </a:lvl1pPr>
            <a:lvl2pPr lvl="1" algn="ctr">
              <a:spcBef>
                <a:spcPts val="300"/>
              </a:spcBef>
              <a:spcAft>
                <a:spcPts val="0"/>
              </a:spcAft>
              <a:buClr>
                <a:schemeClr val="lt1"/>
              </a:buClr>
              <a:buSzPts val="1400"/>
              <a:buNone/>
              <a:defRPr>
                <a:solidFill>
                  <a:schemeClr val="lt1"/>
                </a:solidFill>
              </a:defRPr>
            </a:lvl2pPr>
            <a:lvl3pPr lvl="2" algn="ctr">
              <a:spcBef>
                <a:spcPts val="200"/>
              </a:spcBef>
              <a:spcAft>
                <a:spcPts val="0"/>
              </a:spcAft>
              <a:buClr>
                <a:schemeClr val="lt1"/>
              </a:buClr>
              <a:buSzPts val="1200"/>
              <a:buNone/>
              <a:defRPr>
                <a:solidFill>
                  <a:schemeClr val="lt1"/>
                </a:solidFill>
              </a:defRPr>
            </a:lvl3pPr>
            <a:lvl4pPr lvl="3" algn="ctr">
              <a:spcBef>
                <a:spcPts val="200"/>
              </a:spcBef>
              <a:spcAft>
                <a:spcPts val="0"/>
              </a:spcAft>
              <a:buClr>
                <a:schemeClr val="lt1"/>
              </a:buClr>
              <a:buSzPts val="1000"/>
              <a:buNone/>
              <a:defRPr>
                <a:solidFill>
                  <a:schemeClr val="lt1"/>
                </a:solidFill>
              </a:defRPr>
            </a:lvl4pPr>
            <a:lvl5pPr lvl="4" algn="ctr">
              <a:spcBef>
                <a:spcPts val="200"/>
              </a:spcBef>
              <a:spcAft>
                <a:spcPts val="0"/>
              </a:spcAft>
              <a:buClr>
                <a:schemeClr val="lt1"/>
              </a:buClr>
              <a:buSzPts val="1000"/>
              <a:buNone/>
              <a:defRPr>
                <a:solidFill>
                  <a:schemeClr val="lt1"/>
                </a:solidFill>
              </a:defRPr>
            </a:lvl5pPr>
            <a:lvl6pPr lvl="5" algn="ctr">
              <a:spcBef>
                <a:spcPts val="200"/>
              </a:spcBef>
              <a:spcAft>
                <a:spcPts val="0"/>
              </a:spcAft>
              <a:buClr>
                <a:schemeClr val="lt1"/>
              </a:buClr>
              <a:buSzPts val="1000"/>
              <a:buNone/>
              <a:defRPr>
                <a:solidFill>
                  <a:schemeClr val="lt1"/>
                </a:solidFill>
              </a:defRPr>
            </a:lvl6pPr>
            <a:lvl7pPr lvl="6" algn="ctr">
              <a:spcBef>
                <a:spcPts val="200"/>
              </a:spcBef>
              <a:spcAft>
                <a:spcPts val="0"/>
              </a:spcAft>
              <a:buClr>
                <a:schemeClr val="lt1"/>
              </a:buClr>
              <a:buSzPts val="1000"/>
              <a:buNone/>
              <a:defRPr>
                <a:solidFill>
                  <a:schemeClr val="lt1"/>
                </a:solidFill>
              </a:defRPr>
            </a:lvl7pPr>
            <a:lvl8pPr lvl="7" algn="ctr">
              <a:spcBef>
                <a:spcPts val="200"/>
              </a:spcBef>
              <a:spcAft>
                <a:spcPts val="0"/>
              </a:spcAft>
              <a:buClr>
                <a:schemeClr val="lt1"/>
              </a:buClr>
              <a:buSzPts val="1000"/>
              <a:buNone/>
              <a:defRPr>
                <a:solidFill>
                  <a:schemeClr val="lt1"/>
                </a:solidFill>
              </a:defRPr>
            </a:lvl8pPr>
            <a:lvl9pPr lvl="8" algn="ctr">
              <a:spcBef>
                <a:spcPts val="200"/>
              </a:spcBef>
              <a:spcAft>
                <a:spcPts val="0"/>
              </a:spcAft>
              <a:buClr>
                <a:schemeClr val="lt1"/>
              </a:buClr>
              <a:buSzPts val="1000"/>
              <a:buNone/>
              <a:defRPr>
                <a:solidFill>
                  <a:schemeClr val="lt1"/>
                </a:solidFill>
              </a:defRPr>
            </a:lvl9pPr>
          </a:lstStyle>
          <a:p/>
        </p:txBody>
      </p:sp>
      <p:grpSp>
        <p:nvGrpSpPr>
          <p:cNvPr id="1051" name="Google Shape;1051;g35251cc313b_0_4320"/>
          <p:cNvGrpSpPr/>
          <p:nvPr/>
        </p:nvGrpSpPr>
        <p:grpSpPr>
          <a:xfrm>
            <a:off x="231576" y="226430"/>
            <a:ext cx="1469528" cy="349484"/>
            <a:chOff x="0" y="0"/>
            <a:chExt cx="3918740" cy="931956"/>
          </a:xfrm>
        </p:grpSpPr>
        <p:grpSp>
          <p:nvGrpSpPr>
            <p:cNvPr id="1052" name="Google Shape;1052;g35251cc313b_0_4320"/>
            <p:cNvGrpSpPr/>
            <p:nvPr/>
          </p:nvGrpSpPr>
          <p:grpSpPr>
            <a:xfrm>
              <a:off x="0" y="0"/>
              <a:ext cx="931956" cy="931956"/>
              <a:chOff x="0" y="0"/>
              <a:chExt cx="812800" cy="812800"/>
            </a:xfrm>
          </p:grpSpPr>
          <p:sp>
            <p:nvSpPr>
              <p:cNvPr id="1053" name="Google Shape;1053;g35251cc313b_0_43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54" name="Google Shape;1054;g35251cc313b_0_4320"/>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055" name="Google Shape;1055;g35251cc313b_0_4320"/>
            <p:cNvSpPr/>
            <p:nvPr/>
          </p:nvSpPr>
          <p:spPr>
            <a:xfrm>
              <a:off x="126847" y="135566"/>
              <a:ext cx="678264" cy="675797"/>
            </a:xfrm>
            <a:custGeom>
              <a:rect b="b" l="l" r="r" t="t"/>
              <a:pathLst>
                <a:path extrusionOk="0" h="675797" w="678264">
                  <a:moveTo>
                    <a:pt x="0" y="0"/>
                  </a:moveTo>
                  <a:lnTo>
                    <a:pt x="678264" y="0"/>
                  </a:lnTo>
                  <a:lnTo>
                    <a:pt x="678264" y="675797"/>
                  </a:lnTo>
                  <a:lnTo>
                    <a:pt x="0" y="675797"/>
                  </a:lnTo>
                  <a:lnTo>
                    <a:pt x="0" y="0"/>
                  </a:lnTo>
                  <a:close/>
                </a:path>
              </a:pathLst>
            </a:custGeom>
            <a:blipFill rotWithShape="1">
              <a:blip r:embed="rId2">
                <a:alphaModFix/>
              </a:blip>
              <a:stretch>
                <a:fillRect b="0" l="0" r="0" t="0"/>
              </a:stretch>
            </a:blipFill>
            <a:ln>
              <a:noFill/>
            </a:ln>
          </p:spPr>
        </p:sp>
        <p:sp>
          <p:nvSpPr>
            <p:cNvPr id="1056" name="Google Shape;1056;g35251cc313b_0_4320"/>
            <p:cNvSpPr txBox="1"/>
            <p:nvPr/>
          </p:nvSpPr>
          <p:spPr>
            <a:xfrm>
              <a:off x="1080440" y="127336"/>
              <a:ext cx="2838300" cy="738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800" u="none" cap="none" strike="noStrike">
                  <a:solidFill>
                    <a:srgbClr val="FFFFFF"/>
                  </a:solidFill>
                  <a:latin typeface="Teko"/>
                  <a:ea typeface="Teko"/>
                  <a:cs typeface="Teko"/>
                  <a:sym typeface="Teko"/>
                </a:rPr>
                <a:t>LOGO COMPANY</a:t>
              </a:r>
              <a:endParaRPr sz="700"/>
            </a:p>
          </p:txBody>
        </p:sp>
      </p:gr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57" name="Shape 1057"/>
        <p:cNvGrpSpPr/>
        <p:nvPr/>
      </p:nvGrpSpPr>
      <p:grpSpPr>
        <a:xfrm>
          <a:off x="0" y="0"/>
          <a:ext cx="0" cy="0"/>
          <a:chOff x="0" y="0"/>
          <a:chExt cx="0" cy="0"/>
        </a:xfrm>
      </p:grpSpPr>
      <p:sp>
        <p:nvSpPr>
          <p:cNvPr id="1058" name="Google Shape;1058;g35251cc313b_0_4329"/>
          <p:cNvSpPr txBox="1"/>
          <p:nvPr>
            <p:ph type="title"/>
          </p:nvPr>
        </p:nvSpPr>
        <p:spPr>
          <a:xfrm>
            <a:off x="326200" y="1180125"/>
            <a:ext cx="7971900" cy="571500"/>
          </a:xfrm>
          <a:prstGeom prst="rect">
            <a:avLst/>
          </a:prstGeom>
          <a:noFill/>
          <a:ln>
            <a:noFill/>
          </a:ln>
        </p:spPr>
        <p:txBody>
          <a:bodyPr anchorCtr="0" anchor="ctr" bIns="22850" lIns="45725" spcFirstLastPara="1" rIns="45725" wrap="square" tIns="22850">
            <a:normAutofit/>
          </a:bodyPr>
          <a:lstStyle>
            <a:lvl1pPr lvl="0">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59" name="Google Shape;1059;g35251cc313b_0_4329"/>
          <p:cNvSpPr txBox="1"/>
          <p:nvPr>
            <p:ph idx="1" type="body"/>
          </p:nvPr>
        </p:nvSpPr>
        <p:spPr>
          <a:xfrm>
            <a:off x="2960088" y="2566663"/>
            <a:ext cx="4114800" cy="22632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grpSp>
        <p:nvGrpSpPr>
          <p:cNvPr id="1060" name="Google Shape;1060;g35251cc313b_0_4329"/>
          <p:cNvGrpSpPr/>
          <p:nvPr/>
        </p:nvGrpSpPr>
        <p:grpSpPr>
          <a:xfrm>
            <a:off x="231576" y="226430"/>
            <a:ext cx="1469528" cy="349484"/>
            <a:chOff x="0" y="0"/>
            <a:chExt cx="3918740" cy="931956"/>
          </a:xfrm>
        </p:grpSpPr>
        <p:grpSp>
          <p:nvGrpSpPr>
            <p:cNvPr id="1061" name="Google Shape;1061;g35251cc313b_0_4329"/>
            <p:cNvGrpSpPr/>
            <p:nvPr/>
          </p:nvGrpSpPr>
          <p:grpSpPr>
            <a:xfrm>
              <a:off x="0" y="0"/>
              <a:ext cx="931956" cy="931956"/>
              <a:chOff x="0" y="0"/>
              <a:chExt cx="812800" cy="812800"/>
            </a:xfrm>
          </p:grpSpPr>
          <p:sp>
            <p:nvSpPr>
              <p:cNvPr id="1062" name="Google Shape;1062;g35251cc313b_0_43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63" name="Google Shape;1063;g35251cc313b_0_4329"/>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064" name="Google Shape;1064;g35251cc313b_0_4329"/>
            <p:cNvSpPr/>
            <p:nvPr/>
          </p:nvSpPr>
          <p:spPr>
            <a:xfrm>
              <a:off x="126847" y="135566"/>
              <a:ext cx="678264" cy="675797"/>
            </a:xfrm>
            <a:custGeom>
              <a:rect b="b" l="l" r="r" t="t"/>
              <a:pathLst>
                <a:path extrusionOk="0" h="675797" w="678264">
                  <a:moveTo>
                    <a:pt x="0" y="0"/>
                  </a:moveTo>
                  <a:lnTo>
                    <a:pt x="678264" y="0"/>
                  </a:lnTo>
                  <a:lnTo>
                    <a:pt x="678264" y="675797"/>
                  </a:lnTo>
                  <a:lnTo>
                    <a:pt x="0" y="675797"/>
                  </a:lnTo>
                  <a:lnTo>
                    <a:pt x="0" y="0"/>
                  </a:lnTo>
                  <a:close/>
                </a:path>
              </a:pathLst>
            </a:custGeom>
            <a:blipFill rotWithShape="1">
              <a:blip r:embed="rId2">
                <a:alphaModFix/>
              </a:blip>
              <a:stretch>
                <a:fillRect b="0" l="0" r="0" t="0"/>
              </a:stretch>
            </a:blipFill>
            <a:ln>
              <a:noFill/>
            </a:ln>
          </p:spPr>
        </p:sp>
        <p:sp>
          <p:nvSpPr>
            <p:cNvPr id="1065" name="Google Shape;1065;g35251cc313b_0_4329"/>
            <p:cNvSpPr txBox="1"/>
            <p:nvPr/>
          </p:nvSpPr>
          <p:spPr>
            <a:xfrm>
              <a:off x="1080440" y="127336"/>
              <a:ext cx="2838300" cy="738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800" u="none" cap="none" strike="noStrike">
                  <a:solidFill>
                    <a:srgbClr val="FFFFFF"/>
                  </a:solidFill>
                  <a:latin typeface="Teko"/>
                  <a:ea typeface="Teko"/>
                  <a:cs typeface="Teko"/>
                  <a:sym typeface="Teko"/>
                </a:rPr>
                <a:t>LOGO COMPANY</a:t>
              </a:r>
              <a:endParaRPr sz="700"/>
            </a:p>
          </p:txBody>
        </p:sp>
      </p:gr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66" name="Shape 1066"/>
        <p:cNvGrpSpPr/>
        <p:nvPr/>
      </p:nvGrpSpPr>
      <p:grpSpPr>
        <a:xfrm>
          <a:off x="0" y="0"/>
          <a:ext cx="0" cy="0"/>
          <a:chOff x="0" y="0"/>
          <a:chExt cx="0" cy="0"/>
        </a:xfrm>
      </p:grpSpPr>
      <p:pic>
        <p:nvPicPr>
          <p:cNvPr id="1067" name="Google Shape;1067;g35251cc313b_0_4338"/>
          <p:cNvPicPr preferRelativeResize="0"/>
          <p:nvPr/>
        </p:nvPicPr>
        <p:blipFill>
          <a:blip r:embed="rId2">
            <a:alphaModFix/>
          </a:blip>
          <a:stretch>
            <a:fillRect/>
          </a:stretch>
        </p:blipFill>
        <p:spPr>
          <a:xfrm>
            <a:off x="-258741" y="0"/>
            <a:ext cx="9506412" cy="5291652"/>
          </a:xfrm>
          <a:prstGeom prst="rect">
            <a:avLst/>
          </a:prstGeom>
          <a:noFill/>
          <a:ln>
            <a:noFill/>
          </a:ln>
        </p:spPr>
      </p:pic>
      <p:sp>
        <p:nvSpPr>
          <p:cNvPr id="1068" name="Google Shape;1068;g35251cc313b_0_4338"/>
          <p:cNvSpPr txBox="1"/>
          <p:nvPr>
            <p:ph type="title"/>
          </p:nvPr>
        </p:nvSpPr>
        <p:spPr>
          <a:xfrm>
            <a:off x="330950" y="514613"/>
            <a:ext cx="7653900" cy="681000"/>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6000"/>
              <a:buNone/>
              <a:defRPr cap="none"/>
            </a:lvl1pPr>
            <a:lvl2pPr lvl="1">
              <a:spcBef>
                <a:spcPts val="0"/>
              </a:spcBef>
              <a:spcAft>
                <a:spcPts val="0"/>
              </a:spcAft>
              <a:buSzPts val="6000"/>
              <a:buFont typeface="Teko"/>
              <a:buNone/>
              <a:defRPr sz="6000">
                <a:latin typeface="Teko"/>
                <a:ea typeface="Teko"/>
                <a:cs typeface="Teko"/>
                <a:sym typeface="Teko"/>
              </a:defRPr>
            </a:lvl2pPr>
            <a:lvl3pPr lvl="2">
              <a:spcBef>
                <a:spcPts val="0"/>
              </a:spcBef>
              <a:spcAft>
                <a:spcPts val="0"/>
              </a:spcAft>
              <a:buSzPts val="6000"/>
              <a:buFont typeface="Teko"/>
              <a:buNone/>
              <a:defRPr sz="6000">
                <a:latin typeface="Teko"/>
                <a:ea typeface="Teko"/>
                <a:cs typeface="Teko"/>
                <a:sym typeface="Teko"/>
              </a:defRPr>
            </a:lvl3pPr>
            <a:lvl4pPr lvl="3">
              <a:spcBef>
                <a:spcPts val="0"/>
              </a:spcBef>
              <a:spcAft>
                <a:spcPts val="0"/>
              </a:spcAft>
              <a:buSzPts val="6000"/>
              <a:buFont typeface="Teko"/>
              <a:buNone/>
              <a:defRPr sz="6000">
                <a:latin typeface="Teko"/>
                <a:ea typeface="Teko"/>
                <a:cs typeface="Teko"/>
                <a:sym typeface="Teko"/>
              </a:defRPr>
            </a:lvl4pPr>
            <a:lvl5pPr lvl="4">
              <a:spcBef>
                <a:spcPts val="0"/>
              </a:spcBef>
              <a:spcAft>
                <a:spcPts val="0"/>
              </a:spcAft>
              <a:buSzPts val="6000"/>
              <a:buFont typeface="Teko"/>
              <a:buNone/>
              <a:defRPr sz="6000">
                <a:latin typeface="Teko"/>
                <a:ea typeface="Teko"/>
                <a:cs typeface="Teko"/>
                <a:sym typeface="Teko"/>
              </a:defRPr>
            </a:lvl5pPr>
            <a:lvl6pPr lvl="5">
              <a:spcBef>
                <a:spcPts val="0"/>
              </a:spcBef>
              <a:spcAft>
                <a:spcPts val="0"/>
              </a:spcAft>
              <a:buSzPts val="6000"/>
              <a:buFont typeface="Teko"/>
              <a:buNone/>
              <a:defRPr sz="6000">
                <a:latin typeface="Teko"/>
                <a:ea typeface="Teko"/>
                <a:cs typeface="Teko"/>
                <a:sym typeface="Teko"/>
              </a:defRPr>
            </a:lvl6pPr>
            <a:lvl7pPr lvl="6">
              <a:spcBef>
                <a:spcPts val="0"/>
              </a:spcBef>
              <a:spcAft>
                <a:spcPts val="0"/>
              </a:spcAft>
              <a:buSzPts val="6000"/>
              <a:buFont typeface="Teko"/>
              <a:buNone/>
              <a:defRPr sz="6000">
                <a:latin typeface="Teko"/>
                <a:ea typeface="Teko"/>
                <a:cs typeface="Teko"/>
                <a:sym typeface="Teko"/>
              </a:defRPr>
            </a:lvl7pPr>
            <a:lvl8pPr lvl="7">
              <a:spcBef>
                <a:spcPts val="0"/>
              </a:spcBef>
              <a:spcAft>
                <a:spcPts val="0"/>
              </a:spcAft>
              <a:buSzPts val="6000"/>
              <a:buFont typeface="Teko"/>
              <a:buNone/>
              <a:defRPr sz="6000">
                <a:latin typeface="Teko"/>
                <a:ea typeface="Teko"/>
                <a:cs typeface="Teko"/>
                <a:sym typeface="Teko"/>
              </a:defRPr>
            </a:lvl8pPr>
            <a:lvl9pPr lvl="8">
              <a:spcBef>
                <a:spcPts val="0"/>
              </a:spcBef>
              <a:spcAft>
                <a:spcPts val="0"/>
              </a:spcAft>
              <a:buSzPts val="6000"/>
              <a:buFont typeface="Teko"/>
              <a:buNone/>
              <a:defRPr sz="6000">
                <a:latin typeface="Teko"/>
                <a:ea typeface="Teko"/>
                <a:cs typeface="Teko"/>
                <a:sym typeface="Teko"/>
              </a:defRPr>
            </a:lvl9pPr>
          </a:lstStyle>
          <a:p/>
        </p:txBody>
      </p:sp>
      <p:sp>
        <p:nvSpPr>
          <p:cNvPr id="1069" name="Google Shape;1069;g35251cc313b_0_4338"/>
          <p:cNvSpPr txBox="1"/>
          <p:nvPr>
            <p:ph idx="1" type="body"/>
          </p:nvPr>
        </p:nvSpPr>
        <p:spPr>
          <a:xfrm>
            <a:off x="3494107" y="3698157"/>
            <a:ext cx="3886200" cy="750300"/>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lt1"/>
              </a:buClr>
              <a:buSzPts val="1100"/>
              <a:buNone/>
              <a:defRPr>
                <a:solidFill>
                  <a:schemeClr val="lt1"/>
                </a:solidFill>
              </a:defRPr>
            </a:lvl1pPr>
            <a:lvl2pPr indent="-228600" lvl="1" marL="914400" algn="l">
              <a:spcBef>
                <a:spcPts val="200"/>
              </a:spcBef>
              <a:spcAft>
                <a:spcPts val="0"/>
              </a:spcAft>
              <a:buClr>
                <a:schemeClr val="lt1"/>
              </a:buClr>
              <a:buSzPts val="1100"/>
              <a:buNone/>
              <a:defRPr>
                <a:solidFill>
                  <a:schemeClr val="lt1"/>
                </a:solidFill>
              </a:defRPr>
            </a:lvl2pPr>
            <a:lvl3pPr indent="-228600" lvl="2" marL="1371600" algn="l">
              <a:spcBef>
                <a:spcPts val="200"/>
              </a:spcBef>
              <a:spcAft>
                <a:spcPts val="0"/>
              </a:spcAft>
              <a:buClr>
                <a:schemeClr val="lt1"/>
              </a:buClr>
              <a:buSzPts val="1100"/>
              <a:buNone/>
              <a:defRPr>
                <a:solidFill>
                  <a:schemeClr val="lt1"/>
                </a:solidFill>
              </a:defRPr>
            </a:lvl3pPr>
            <a:lvl4pPr indent="-228600" lvl="3" marL="1828800" algn="l">
              <a:spcBef>
                <a:spcPts val="100"/>
              </a:spcBef>
              <a:spcAft>
                <a:spcPts val="0"/>
              </a:spcAft>
              <a:buClr>
                <a:schemeClr val="lt1"/>
              </a:buClr>
              <a:buSzPts val="1100"/>
              <a:buNone/>
              <a:defRPr>
                <a:solidFill>
                  <a:schemeClr val="lt1"/>
                </a:solidFill>
              </a:defRPr>
            </a:lvl4pPr>
            <a:lvl5pPr indent="-228600" lvl="4" marL="2286000" algn="l">
              <a:spcBef>
                <a:spcPts val="100"/>
              </a:spcBef>
              <a:spcAft>
                <a:spcPts val="0"/>
              </a:spcAft>
              <a:buClr>
                <a:schemeClr val="lt1"/>
              </a:buClr>
              <a:buSzPts val="1100"/>
              <a:buNone/>
              <a:defRPr>
                <a:solidFill>
                  <a:schemeClr val="lt1"/>
                </a:solidFill>
              </a:defRPr>
            </a:lvl5pPr>
            <a:lvl6pPr indent="-228600" lvl="5" marL="2743200" algn="l">
              <a:spcBef>
                <a:spcPts val="100"/>
              </a:spcBef>
              <a:spcAft>
                <a:spcPts val="0"/>
              </a:spcAft>
              <a:buClr>
                <a:schemeClr val="lt1"/>
              </a:buClr>
              <a:buSzPts val="1100"/>
              <a:buNone/>
              <a:defRPr>
                <a:solidFill>
                  <a:schemeClr val="lt1"/>
                </a:solidFill>
              </a:defRPr>
            </a:lvl6pPr>
            <a:lvl7pPr indent="-228600" lvl="6" marL="3200400" algn="l">
              <a:spcBef>
                <a:spcPts val="100"/>
              </a:spcBef>
              <a:spcAft>
                <a:spcPts val="0"/>
              </a:spcAft>
              <a:buClr>
                <a:schemeClr val="lt1"/>
              </a:buClr>
              <a:buSzPts val="1100"/>
              <a:buNone/>
              <a:defRPr>
                <a:solidFill>
                  <a:schemeClr val="lt1"/>
                </a:solidFill>
              </a:defRPr>
            </a:lvl7pPr>
            <a:lvl8pPr indent="-228600" lvl="7" marL="3657600" algn="l">
              <a:spcBef>
                <a:spcPts val="100"/>
              </a:spcBef>
              <a:spcAft>
                <a:spcPts val="0"/>
              </a:spcAft>
              <a:buClr>
                <a:schemeClr val="lt1"/>
              </a:buClr>
              <a:buSzPts val="1100"/>
              <a:buNone/>
              <a:defRPr>
                <a:solidFill>
                  <a:schemeClr val="lt1"/>
                </a:solidFill>
              </a:defRPr>
            </a:lvl8pPr>
            <a:lvl9pPr indent="-228600" lvl="8" marL="4114800" algn="l">
              <a:spcBef>
                <a:spcPts val="100"/>
              </a:spcBef>
              <a:spcAft>
                <a:spcPts val="0"/>
              </a:spcAft>
              <a:buClr>
                <a:schemeClr val="lt1"/>
              </a:buClr>
              <a:buSzPts val="1100"/>
              <a:buNone/>
              <a:defRPr>
                <a:solidFill>
                  <a:schemeClr val="lt1"/>
                </a:solidFill>
              </a:defRPr>
            </a:lvl9pPr>
          </a:lstStyle>
          <a:p/>
        </p:txBody>
      </p:sp>
      <p:grpSp>
        <p:nvGrpSpPr>
          <p:cNvPr id="1070" name="Google Shape;1070;g35251cc313b_0_4338"/>
          <p:cNvGrpSpPr/>
          <p:nvPr/>
        </p:nvGrpSpPr>
        <p:grpSpPr>
          <a:xfrm>
            <a:off x="231576" y="226430"/>
            <a:ext cx="1469528" cy="349484"/>
            <a:chOff x="0" y="0"/>
            <a:chExt cx="3918740" cy="931956"/>
          </a:xfrm>
        </p:grpSpPr>
        <p:grpSp>
          <p:nvGrpSpPr>
            <p:cNvPr id="1071" name="Google Shape;1071;g35251cc313b_0_4338"/>
            <p:cNvGrpSpPr/>
            <p:nvPr/>
          </p:nvGrpSpPr>
          <p:grpSpPr>
            <a:xfrm>
              <a:off x="0" y="0"/>
              <a:ext cx="931956" cy="931956"/>
              <a:chOff x="0" y="0"/>
              <a:chExt cx="812800" cy="812800"/>
            </a:xfrm>
          </p:grpSpPr>
          <p:sp>
            <p:nvSpPr>
              <p:cNvPr id="1072" name="Google Shape;1072;g35251cc313b_0_433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73" name="Google Shape;1073;g35251cc313b_0_4338"/>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074" name="Google Shape;1074;g35251cc313b_0_4338"/>
            <p:cNvSpPr/>
            <p:nvPr/>
          </p:nvSpPr>
          <p:spPr>
            <a:xfrm>
              <a:off x="126847" y="135566"/>
              <a:ext cx="678264" cy="675797"/>
            </a:xfrm>
            <a:custGeom>
              <a:rect b="b" l="l" r="r" t="t"/>
              <a:pathLst>
                <a:path extrusionOk="0" h="675797" w="678264">
                  <a:moveTo>
                    <a:pt x="0" y="0"/>
                  </a:moveTo>
                  <a:lnTo>
                    <a:pt x="678264" y="0"/>
                  </a:lnTo>
                  <a:lnTo>
                    <a:pt x="678264" y="675797"/>
                  </a:lnTo>
                  <a:lnTo>
                    <a:pt x="0" y="675797"/>
                  </a:lnTo>
                  <a:lnTo>
                    <a:pt x="0" y="0"/>
                  </a:lnTo>
                  <a:close/>
                </a:path>
              </a:pathLst>
            </a:custGeom>
            <a:blipFill rotWithShape="1">
              <a:blip r:embed="rId3">
                <a:alphaModFix/>
              </a:blip>
              <a:stretch>
                <a:fillRect b="0" l="0" r="0" t="0"/>
              </a:stretch>
            </a:blipFill>
            <a:ln>
              <a:noFill/>
            </a:ln>
          </p:spPr>
        </p:sp>
        <p:sp>
          <p:nvSpPr>
            <p:cNvPr id="1075" name="Google Shape;1075;g35251cc313b_0_4338"/>
            <p:cNvSpPr txBox="1"/>
            <p:nvPr/>
          </p:nvSpPr>
          <p:spPr>
            <a:xfrm>
              <a:off x="1080440" y="127336"/>
              <a:ext cx="2838300" cy="738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800" u="none" cap="none" strike="noStrike">
                  <a:solidFill>
                    <a:srgbClr val="FFFFFF"/>
                  </a:solidFill>
                  <a:latin typeface="Teko"/>
                  <a:ea typeface="Teko"/>
                  <a:cs typeface="Teko"/>
                  <a:sym typeface="Teko"/>
                </a:rPr>
                <a:t>LOGO COMPANY</a:t>
              </a:r>
              <a:endParaRPr sz="700"/>
            </a:p>
          </p:txBody>
        </p:sp>
      </p:gr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76" name="Shape 1076"/>
        <p:cNvGrpSpPr/>
        <p:nvPr/>
      </p:nvGrpSpPr>
      <p:grpSpPr>
        <a:xfrm>
          <a:off x="0" y="0"/>
          <a:ext cx="0" cy="0"/>
          <a:chOff x="0" y="0"/>
          <a:chExt cx="0" cy="0"/>
        </a:xfrm>
      </p:grpSpPr>
      <p:sp>
        <p:nvSpPr>
          <p:cNvPr id="1077" name="Google Shape;1077;g35251cc313b_0_4348"/>
          <p:cNvSpPr txBox="1"/>
          <p:nvPr>
            <p:ph type="title"/>
          </p:nvPr>
        </p:nvSpPr>
        <p:spPr>
          <a:xfrm>
            <a:off x="326200" y="1180125"/>
            <a:ext cx="7971900" cy="571500"/>
          </a:xfrm>
          <a:prstGeom prst="rect">
            <a:avLst/>
          </a:prstGeom>
          <a:noFill/>
          <a:ln>
            <a:noFill/>
          </a:ln>
        </p:spPr>
        <p:txBody>
          <a:bodyPr anchorCtr="0" anchor="ctr" bIns="22850" lIns="45725" spcFirstLastPara="1" rIns="45725" wrap="square" tIns="22850">
            <a:normAutofit/>
          </a:bodyPr>
          <a:lstStyle>
            <a:lvl1pPr lvl="0">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78" name="Google Shape;1078;g35251cc313b_0_4348"/>
          <p:cNvSpPr txBox="1"/>
          <p:nvPr>
            <p:ph idx="1" type="body"/>
          </p:nvPr>
        </p:nvSpPr>
        <p:spPr>
          <a:xfrm>
            <a:off x="1583075" y="2449538"/>
            <a:ext cx="2744700" cy="2263200"/>
          </a:xfrm>
          <a:prstGeom prst="rect">
            <a:avLst/>
          </a:prstGeom>
          <a:noFill/>
          <a:ln>
            <a:noFill/>
          </a:ln>
        </p:spPr>
        <p:txBody>
          <a:bodyPr anchorCtr="0" anchor="t" bIns="22850" lIns="45725" spcFirstLastPara="1" rIns="45725" wrap="square" tIns="22850">
            <a:normAutofit/>
          </a:bodyPr>
          <a:lstStyle>
            <a:lvl1pPr indent="-298450" lvl="0" marL="457200" algn="l">
              <a:spcBef>
                <a:spcPts val="300"/>
              </a:spcBef>
              <a:spcAft>
                <a:spcPts val="0"/>
              </a:spcAft>
              <a:buClr>
                <a:schemeClr val="dk1"/>
              </a:buClr>
              <a:buSzPts val="1100"/>
              <a:buChar char="•"/>
              <a:defRPr/>
            </a:lvl1pPr>
            <a:lvl2pPr indent="-298450" lvl="1" marL="914400" algn="l">
              <a:spcBef>
                <a:spcPts val="200"/>
              </a:spcBef>
              <a:spcAft>
                <a:spcPts val="0"/>
              </a:spcAft>
              <a:buClr>
                <a:schemeClr val="dk1"/>
              </a:buClr>
              <a:buSzPts val="1100"/>
              <a:buChar char="–"/>
              <a:defRPr/>
            </a:lvl2pPr>
            <a:lvl3pPr indent="-298450" lvl="2" marL="1371600" algn="l">
              <a:spcBef>
                <a:spcPts val="200"/>
              </a:spcBef>
              <a:spcAft>
                <a:spcPts val="0"/>
              </a:spcAft>
              <a:buClr>
                <a:schemeClr val="dk1"/>
              </a:buClr>
              <a:buSzPts val="1100"/>
              <a:buChar char="•"/>
              <a:defRPr/>
            </a:lvl3pPr>
            <a:lvl4pPr indent="-298450" lvl="3" marL="1828800" algn="l">
              <a:spcBef>
                <a:spcPts val="200"/>
              </a:spcBef>
              <a:spcAft>
                <a:spcPts val="0"/>
              </a:spcAft>
              <a:buClr>
                <a:schemeClr val="dk1"/>
              </a:buClr>
              <a:buSzPts val="1100"/>
              <a:buChar char="–"/>
              <a:defRPr/>
            </a:lvl4pPr>
            <a:lvl5pPr indent="-298450" lvl="4" marL="2286000" algn="l">
              <a:spcBef>
                <a:spcPts val="200"/>
              </a:spcBef>
              <a:spcAft>
                <a:spcPts val="0"/>
              </a:spcAft>
              <a:buClr>
                <a:schemeClr val="dk1"/>
              </a:buClr>
              <a:buSzPts val="1100"/>
              <a:buChar char="»"/>
              <a:defRPr/>
            </a:lvl5pPr>
            <a:lvl6pPr indent="-298450" lvl="5" marL="2743200" algn="l">
              <a:spcBef>
                <a:spcPts val="200"/>
              </a:spcBef>
              <a:spcAft>
                <a:spcPts val="0"/>
              </a:spcAft>
              <a:buClr>
                <a:schemeClr val="dk1"/>
              </a:buClr>
              <a:buSzPts val="1100"/>
              <a:buChar char="•"/>
              <a:defRPr/>
            </a:lvl6pPr>
            <a:lvl7pPr indent="-298450" lvl="6" marL="3200400" algn="l">
              <a:spcBef>
                <a:spcPts val="200"/>
              </a:spcBef>
              <a:spcAft>
                <a:spcPts val="0"/>
              </a:spcAft>
              <a:buClr>
                <a:schemeClr val="dk1"/>
              </a:buClr>
              <a:buSzPts val="1100"/>
              <a:buChar char="•"/>
              <a:defRPr/>
            </a:lvl7pPr>
            <a:lvl8pPr indent="-298450" lvl="7" marL="3657600" algn="l">
              <a:spcBef>
                <a:spcPts val="200"/>
              </a:spcBef>
              <a:spcAft>
                <a:spcPts val="0"/>
              </a:spcAft>
              <a:buClr>
                <a:schemeClr val="dk1"/>
              </a:buClr>
              <a:buSzPts val="1100"/>
              <a:buChar char="•"/>
              <a:defRPr/>
            </a:lvl8pPr>
            <a:lvl9pPr indent="-298450" lvl="8" marL="4114800" algn="l">
              <a:spcBef>
                <a:spcPts val="200"/>
              </a:spcBef>
              <a:spcAft>
                <a:spcPts val="0"/>
              </a:spcAft>
              <a:buClr>
                <a:schemeClr val="dk1"/>
              </a:buClr>
              <a:buSzPts val="1100"/>
              <a:buChar char="•"/>
              <a:defRPr/>
            </a:lvl9pPr>
          </a:lstStyle>
          <a:p/>
        </p:txBody>
      </p:sp>
      <p:sp>
        <p:nvSpPr>
          <p:cNvPr id="1079" name="Google Shape;1079;g35251cc313b_0_4348"/>
          <p:cNvSpPr txBox="1"/>
          <p:nvPr>
            <p:ph idx="2" type="body"/>
          </p:nvPr>
        </p:nvSpPr>
        <p:spPr>
          <a:xfrm>
            <a:off x="4431044" y="2449538"/>
            <a:ext cx="2744700" cy="2263200"/>
          </a:xfrm>
          <a:prstGeom prst="rect">
            <a:avLst/>
          </a:prstGeom>
          <a:noFill/>
          <a:ln>
            <a:noFill/>
          </a:ln>
        </p:spPr>
        <p:txBody>
          <a:bodyPr anchorCtr="0" anchor="t" bIns="22850" lIns="45725" spcFirstLastPara="1" rIns="45725" wrap="square" tIns="22850">
            <a:normAutofit/>
          </a:bodyPr>
          <a:lstStyle>
            <a:lvl1pPr indent="-298450" lvl="0" marL="457200" algn="l">
              <a:spcBef>
                <a:spcPts val="300"/>
              </a:spcBef>
              <a:spcAft>
                <a:spcPts val="0"/>
              </a:spcAft>
              <a:buClr>
                <a:schemeClr val="dk1"/>
              </a:buClr>
              <a:buSzPts val="1100"/>
              <a:buChar char="•"/>
              <a:defRPr/>
            </a:lvl1pPr>
            <a:lvl2pPr indent="-298450" lvl="1" marL="914400" algn="l">
              <a:spcBef>
                <a:spcPts val="200"/>
              </a:spcBef>
              <a:spcAft>
                <a:spcPts val="0"/>
              </a:spcAft>
              <a:buClr>
                <a:schemeClr val="dk1"/>
              </a:buClr>
              <a:buSzPts val="1100"/>
              <a:buChar char="–"/>
              <a:defRPr/>
            </a:lvl2pPr>
            <a:lvl3pPr indent="-298450" lvl="2" marL="1371600" algn="l">
              <a:spcBef>
                <a:spcPts val="200"/>
              </a:spcBef>
              <a:spcAft>
                <a:spcPts val="0"/>
              </a:spcAft>
              <a:buClr>
                <a:schemeClr val="dk1"/>
              </a:buClr>
              <a:buSzPts val="1100"/>
              <a:buChar char="•"/>
              <a:defRPr/>
            </a:lvl3pPr>
            <a:lvl4pPr indent="-298450" lvl="3" marL="1828800" algn="l">
              <a:spcBef>
                <a:spcPts val="200"/>
              </a:spcBef>
              <a:spcAft>
                <a:spcPts val="0"/>
              </a:spcAft>
              <a:buClr>
                <a:schemeClr val="dk1"/>
              </a:buClr>
              <a:buSzPts val="1100"/>
              <a:buChar char="–"/>
              <a:defRPr/>
            </a:lvl4pPr>
            <a:lvl5pPr indent="-298450" lvl="4" marL="2286000" algn="l">
              <a:spcBef>
                <a:spcPts val="200"/>
              </a:spcBef>
              <a:spcAft>
                <a:spcPts val="0"/>
              </a:spcAft>
              <a:buClr>
                <a:schemeClr val="dk1"/>
              </a:buClr>
              <a:buSzPts val="1100"/>
              <a:buChar char="»"/>
              <a:defRPr/>
            </a:lvl5pPr>
            <a:lvl6pPr indent="-298450" lvl="5" marL="2743200" algn="l">
              <a:spcBef>
                <a:spcPts val="200"/>
              </a:spcBef>
              <a:spcAft>
                <a:spcPts val="0"/>
              </a:spcAft>
              <a:buClr>
                <a:schemeClr val="dk1"/>
              </a:buClr>
              <a:buSzPts val="1100"/>
              <a:buChar char="•"/>
              <a:defRPr/>
            </a:lvl6pPr>
            <a:lvl7pPr indent="-298450" lvl="6" marL="3200400" algn="l">
              <a:spcBef>
                <a:spcPts val="200"/>
              </a:spcBef>
              <a:spcAft>
                <a:spcPts val="0"/>
              </a:spcAft>
              <a:buClr>
                <a:schemeClr val="dk1"/>
              </a:buClr>
              <a:buSzPts val="1100"/>
              <a:buChar char="•"/>
              <a:defRPr/>
            </a:lvl7pPr>
            <a:lvl8pPr indent="-298450" lvl="7" marL="3657600" algn="l">
              <a:spcBef>
                <a:spcPts val="200"/>
              </a:spcBef>
              <a:spcAft>
                <a:spcPts val="0"/>
              </a:spcAft>
              <a:buClr>
                <a:schemeClr val="dk1"/>
              </a:buClr>
              <a:buSzPts val="1100"/>
              <a:buChar char="•"/>
              <a:defRPr/>
            </a:lvl8pPr>
            <a:lvl9pPr indent="-298450" lvl="8" marL="4114800" algn="l">
              <a:spcBef>
                <a:spcPts val="200"/>
              </a:spcBef>
              <a:spcAft>
                <a:spcPts val="0"/>
              </a:spcAft>
              <a:buClr>
                <a:schemeClr val="dk1"/>
              </a:buClr>
              <a:buSzPts val="1100"/>
              <a:buChar char="•"/>
              <a:defRPr/>
            </a:lvl9pPr>
          </a:lstStyle>
          <a:p/>
        </p:txBody>
      </p:sp>
      <p:grpSp>
        <p:nvGrpSpPr>
          <p:cNvPr id="1080" name="Google Shape;1080;g35251cc313b_0_4348"/>
          <p:cNvGrpSpPr/>
          <p:nvPr/>
        </p:nvGrpSpPr>
        <p:grpSpPr>
          <a:xfrm>
            <a:off x="231576" y="226430"/>
            <a:ext cx="1469528" cy="349484"/>
            <a:chOff x="0" y="0"/>
            <a:chExt cx="3918740" cy="931956"/>
          </a:xfrm>
        </p:grpSpPr>
        <p:grpSp>
          <p:nvGrpSpPr>
            <p:cNvPr id="1081" name="Google Shape;1081;g35251cc313b_0_4348"/>
            <p:cNvGrpSpPr/>
            <p:nvPr/>
          </p:nvGrpSpPr>
          <p:grpSpPr>
            <a:xfrm>
              <a:off x="0" y="0"/>
              <a:ext cx="931956" cy="931956"/>
              <a:chOff x="0" y="0"/>
              <a:chExt cx="812800" cy="812800"/>
            </a:xfrm>
          </p:grpSpPr>
          <p:sp>
            <p:nvSpPr>
              <p:cNvPr id="1082" name="Google Shape;1082;g35251cc313b_0_434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83" name="Google Shape;1083;g35251cc313b_0_4348"/>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084" name="Google Shape;1084;g35251cc313b_0_4348"/>
            <p:cNvSpPr/>
            <p:nvPr/>
          </p:nvSpPr>
          <p:spPr>
            <a:xfrm>
              <a:off x="126847" y="135566"/>
              <a:ext cx="678264" cy="675797"/>
            </a:xfrm>
            <a:custGeom>
              <a:rect b="b" l="l" r="r" t="t"/>
              <a:pathLst>
                <a:path extrusionOk="0" h="675797" w="678264">
                  <a:moveTo>
                    <a:pt x="0" y="0"/>
                  </a:moveTo>
                  <a:lnTo>
                    <a:pt x="678264" y="0"/>
                  </a:lnTo>
                  <a:lnTo>
                    <a:pt x="678264" y="675797"/>
                  </a:lnTo>
                  <a:lnTo>
                    <a:pt x="0" y="675797"/>
                  </a:lnTo>
                  <a:lnTo>
                    <a:pt x="0" y="0"/>
                  </a:lnTo>
                  <a:close/>
                </a:path>
              </a:pathLst>
            </a:custGeom>
            <a:blipFill rotWithShape="1">
              <a:blip r:embed="rId2">
                <a:alphaModFix/>
              </a:blip>
              <a:stretch>
                <a:fillRect b="0" l="0" r="0" t="0"/>
              </a:stretch>
            </a:blipFill>
            <a:ln>
              <a:noFill/>
            </a:ln>
          </p:spPr>
        </p:sp>
        <p:sp>
          <p:nvSpPr>
            <p:cNvPr id="1085" name="Google Shape;1085;g35251cc313b_0_4348"/>
            <p:cNvSpPr txBox="1"/>
            <p:nvPr/>
          </p:nvSpPr>
          <p:spPr>
            <a:xfrm>
              <a:off x="1080440" y="127336"/>
              <a:ext cx="2838300" cy="738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800" u="none" cap="none" strike="noStrike">
                  <a:solidFill>
                    <a:srgbClr val="FFFFFF"/>
                  </a:solidFill>
                  <a:latin typeface="Teko"/>
                  <a:ea typeface="Teko"/>
                  <a:cs typeface="Teko"/>
                  <a:sym typeface="Teko"/>
                </a:rPr>
                <a:t>LOGO COMPANY</a:t>
              </a:r>
              <a:endParaRPr sz="700"/>
            </a:p>
          </p:txBody>
        </p:sp>
      </p:gr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86" name="Shape 1086"/>
        <p:cNvGrpSpPr/>
        <p:nvPr/>
      </p:nvGrpSpPr>
      <p:grpSpPr>
        <a:xfrm>
          <a:off x="0" y="0"/>
          <a:ext cx="0" cy="0"/>
          <a:chOff x="0" y="0"/>
          <a:chExt cx="0" cy="0"/>
        </a:xfrm>
      </p:grpSpPr>
      <p:pic>
        <p:nvPicPr>
          <p:cNvPr id="1087" name="Google Shape;1087;g35251cc313b_0_4358"/>
          <p:cNvPicPr preferRelativeResize="0"/>
          <p:nvPr/>
        </p:nvPicPr>
        <p:blipFill>
          <a:blip r:embed="rId2">
            <a:alphaModFix/>
          </a:blip>
          <a:stretch>
            <a:fillRect/>
          </a:stretch>
        </p:blipFill>
        <p:spPr>
          <a:xfrm>
            <a:off x="-258741" y="0"/>
            <a:ext cx="9506412" cy="5291652"/>
          </a:xfrm>
          <a:prstGeom prst="rect">
            <a:avLst/>
          </a:prstGeom>
          <a:noFill/>
          <a:ln>
            <a:noFill/>
          </a:ln>
        </p:spPr>
      </p:pic>
      <p:sp>
        <p:nvSpPr>
          <p:cNvPr id="1088" name="Google Shape;1088;g35251cc313b_0_4358"/>
          <p:cNvSpPr txBox="1"/>
          <p:nvPr>
            <p:ph type="title"/>
          </p:nvPr>
        </p:nvSpPr>
        <p:spPr>
          <a:xfrm>
            <a:off x="326200" y="1180125"/>
            <a:ext cx="7971900" cy="571500"/>
          </a:xfrm>
          <a:prstGeom prst="rect">
            <a:avLst/>
          </a:prstGeom>
          <a:noFill/>
          <a:ln>
            <a:noFill/>
          </a:ln>
        </p:spPr>
        <p:txBody>
          <a:bodyPr anchorCtr="0" anchor="ctr" bIns="22850" lIns="45725" spcFirstLastPara="1" rIns="45725" wrap="square" tIns="22850">
            <a:normAutofit/>
          </a:bodyPr>
          <a:lstStyle>
            <a:lvl1pPr lvl="0">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9" name="Google Shape;1089;g35251cc313b_0_4358"/>
          <p:cNvSpPr txBox="1"/>
          <p:nvPr>
            <p:ph idx="1" type="body"/>
          </p:nvPr>
        </p:nvSpPr>
        <p:spPr>
          <a:xfrm>
            <a:off x="1153625" y="2658788"/>
            <a:ext cx="3057000" cy="1975800"/>
          </a:xfrm>
          <a:prstGeom prst="rect">
            <a:avLst/>
          </a:prstGeom>
          <a:noFill/>
          <a:ln>
            <a:noFill/>
          </a:ln>
        </p:spPr>
        <p:txBody>
          <a:bodyPr anchorCtr="0" anchor="t" bIns="22850" lIns="45725" spcFirstLastPara="1" rIns="45725" wrap="square" tIns="22850">
            <a:normAutofit/>
          </a:bodyPr>
          <a:lstStyle>
            <a:lvl1pPr indent="-298450" lvl="0" marL="457200" algn="l">
              <a:spcBef>
                <a:spcPts val="200"/>
              </a:spcBef>
              <a:spcAft>
                <a:spcPts val="0"/>
              </a:spcAft>
              <a:buClr>
                <a:schemeClr val="dk1"/>
              </a:buClr>
              <a:buSzPts val="1100"/>
              <a:buChar char="•"/>
              <a:defRPr/>
            </a:lvl1pPr>
            <a:lvl2pPr indent="-298450" lvl="1" marL="914400" algn="l">
              <a:spcBef>
                <a:spcPts val="200"/>
              </a:spcBef>
              <a:spcAft>
                <a:spcPts val="0"/>
              </a:spcAft>
              <a:buClr>
                <a:schemeClr val="dk1"/>
              </a:buClr>
              <a:buSzPts val="1100"/>
              <a:buChar char="–"/>
              <a:defRPr/>
            </a:lvl2pPr>
            <a:lvl3pPr indent="-298450" lvl="2" marL="1371600" algn="l">
              <a:spcBef>
                <a:spcPts val="200"/>
              </a:spcBef>
              <a:spcAft>
                <a:spcPts val="0"/>
              </a:spcAft>
              <a:buClr>
                <a:schemeClr val="dk1"/>
              </a:buClr>
              <a:buSzPts val="1100"/>
              <a:buChar char="•"/>
              <a:defRPr/>
            </a:lvl3pPr>
            <a:lvl4pPr indent="-298450" lvl="3" marL="1828800" algn="l">
              <a:spcBef>
                <a:spcPts val="200"/>
              </a:spcBef>
              <a:spcAft>
                <a:spcPts val="0"/>
              </a:spcAft>
              <a:buClr>
                <a:schemeClr val="dk1"/>
              </a:buClr>
              <a:buSzPts val="1100"/>
              <a:buChar char="–"/>
              <a:defRPr/>
            </a:lvl4pPr>
            <a:lvl5pPr indent="-298450" lvl="4" marL="2286000" algn="l">
              <a:spcBef>
                <a:spcPts val="200"/>
              </a:spcBef>
              <a:spcAft>
                <a:spcPts val="0"/>
              </a:spcAft>
              <a:buClr>
                <a:schemeClr val="dk1"/>
              </a:buClr>
              <a:buSzPts val="1100"/>
              <a:buChar char="»"/>
              <a:defRPr/>
            </a:lvl5pPr>
            <a:lvl6pPr indent="-298450" lvl="5" marL="2743200" algn="l">
              <a:spcBef>
                <a:spcPts val="200"/>
              </a:spcBef>
              <a:spcAft>
                <a:spcPts val="0"/>
              </a:spcAft>
              <a:buClr>
                <a:schemeClr val="dk1"/>
              </a:buClr>
              <a:buSzPts val="1100"/>
              <a:buChar char="•"/>
              <a:defRPr/>
            </a:lvl6pPr>
            <a:lvl7pPr indent="-298450" lvl="6" marL="3200400" algn="l">
              <a:spcBef>
                <a:spcPts val="200"/>
              </a:spcBef>
              <a:spcAft>
                <a:spcPts val="0"/>
              </a:spcAft>
              <a:buClr>
                <a:schemeClr val="dk1"/>
              </a:buClr>
              <a:buSzPts val="1100"/>
              <a:buChar char="•"/>
              <a:defRPr/>
            </a:lvl7pPr>
            <a:lvl8pPr indent="-298450" lvl="7" marL="3657600" algn="l">
              <a:spcBef>
                <a:spcPts val="200"/>
              </a:spcBef>
              <a:spcAft>
                <a:spcPts val="0"/>
              </a:spcAft>
              <a:buClr>
                <a:schemeClr val="dk1"/>
              </a:buClr>
              <a:buSzPts val="1100"/>
              <a:buChar char="•"/>
              <a:defRPr/>
            </a:lvl8pPr>
            <a:lvl9pPr indent="-298450" lvl="8" marL="4114800" algn="l">
              <a:spcBef>
                <a:spcPts val="200"/>
              </a:spcBef>
              <a:spcAft>
                <a:spcPts val="0"/>
              </a:spcAft>
              <a:buClr>
                <a:schemeClr val="dk1"/>
              </a:buClr>
              <a:buSzPts val="1100"/>
              <a:buChar char="•"/>
              <a:defRPr/>
            </a:lvl9pPr>
          </a:lstStyle>
          <a:p/>
        </p:txBody>
      </p:sp>
      <p:sp>
        <p:nvSpPr>
          <p:cNvPr id="1090" name="Google Shape;1090;g35251cc313b_0_4358"/>
          <p:cNvSpPr txBox="1"/>
          <p:nvPr>
            <p:ph idx="2" type="body"/>
          </p:nvPr>
        </p:nvSpPr>
        <p:spPr>
          <a:xfrm>
            <a:off x="4322257" y="2658788"/>
            <a:ext cx="3058500" cy="1975800"/>
          </a:xfrm>
          <a:prstGeom prst="rect">
            <a:avLst/>
          </a:prstGeom>
          <a:noFill/>
          <a:ln>
            <a:noFill/>
          </a:ln>
        </p:spPr>
        <p:txBody>
          <a:bodyPr anchorCtr="0" anchor="t" bIns="22850" lIns="45725" spcFirstLastPara="1" rIns="45725" wrap="square" tIns="22850">
            <a:normAutofit/>
          </a:bodyPr>
          <a:lstStyle>
            <a:lvl1pPr indent="-298450" lvl="0" marL="457200" algn="l">
              <a:spcBef>
                <a:spcPts val="200"/>
              </a:spcBef>
              <a:spcAft>
                <a:spcPts val="0"/>
              </a:spcAft>
              <a:buClr>
                <a:schemeClr val="dk1"/>
              </a:buClr>
              <a:buSzPts val="1100"/>
              <a:buChar char="•"/>
              <a:defRPr/>
            </a:lvl1pPr>
            <a:lvl2pPr indent="-298450" lvl="1" marL="914400" algn="l">
              <a:spcBef>
                <a:spcPts val="200"/>
              </a:spcBef>
              <a:spcAft>
                <a:spcPts val="0"/>
              </a:spcAft>
              <a:buClr>
                <a:schemeClr val="dk1"/>
              </a:buClr>
              <a:buSzPts val="1100"/>
              <a:buChar char="–"/>
              <a:defRPr/>
            </a:lvl2pPr>
            <a:lvl3pPr indent="-298450" lvl="2" marL="1371600" algn="l">
              <a:spcBef>
                <a:spcPts val="200"/>
              </a:spcBef>
              <a:spcAft>
                <a:spcPts val="0"/>
              </a:spcAft>
              <a:buClr>
                <a:schemeClr val="dk1"/>
              </a:buClr>
              <a:buSzPts val="1100"/>
              <a:buChar char="•"/>
              <a:defRPr/>
            </a:lvl3pPr>
            <a:lvl4pPr indent="-298450" lvl="3" marL="1828800" algn="l">
              <a:spcBef>
                <a:spcPts val="200"/>
              </a:spcBef>
              <a:spcAft>
                <a:spcPts val="0"/>
              </a:spcAft>
              <a:buClr>
                <a:schemeClr val="dk1"/>
              </a:buClr>
              <a:buSzPts val="1100"/>
              <a:buChar char="–"/>
              <a:defRPr/>
            </a:lvl4pPr>
            <a:lvl5pPr indent="-298450" lvl="4" marL="2286000" algn="l">
              <a:spcBef>
                <a:spcPts val="200"/>
              </a:spcBef>
              <a:spcAft>
                <a:spcPts val="0"/>
              </a:spcAft>
              <a:buClr>
                <a:schemeClr val="dk1"/>
              </a:buClr>
              <a:buSzPts val="1100"/>
              <a:buChar char="»"/>
              <a:defRPr/>
            </a:lvl5pPr>
            <a:lvl6pPr indent="-298450" lvl="5" marL="2743200" algn="l">
              <a:spcBef>
                <a:spcPts val="200"/>
              </a:spcBef>
              <a:spcAft>
                <a:spcPts val="0"/>
              </a:spcAft>
              <a:buClr>
                <a:schemeClr val="dk1"/>
              </a:buClr>
              <a:buSzPts val="1100"/>
              <a:buChar char="•"/>
              <a:defRPr/>
            </a:lvl6pPr>
            <a:lvl7pPr indent="-298450" lvl="6" marL="3200400" algn="l">
              <a:spcBef>
                <a:spcPts val="200"/>
              </a:spcBef>
              <a:spcAft>
                <a:spcPts val="0"/>
              </a:spcAft>
              <a:buClr>
                <a:schemeClr val="dk1"/>
              </a:buClr>
              <a:buSzPts val="1100"/>
              <a:buChar char="•"/>
              <a:defRPr/>
            </a:lvl7pPr>
            <a:lvl8pPr indent="-298450" lvl="7" marL="3657600" algn="l">
              <a:spcBef>
                <a:spcPts val="200"/>
              </a:spcBef>
              <a:spcAft>
                <a:spcPts val="0"/>
              </a:spcAft>
              <a:buClr>
                <a:schemeClr val="dk1"/>
              </a:buClr>
              <a:buSzPts val="1100"/>
              <a:buChar char="•"/>
              <a:defRPr/>
            </a:lvl8pPr>
            <a:lvl9pPr indent="-298450" lvl="8" marL="4114800" algn="l">
              <a:spcBef>
                <a:spcPts val="200"/>
              </a:spcBef>
              <a:spcAft>
                <a:spcPts val="0"/>
              </a:spcAft>
              <a:buClr>
                <a:schemeClr val="dk1"/>
              </a:buClr>
              <a:buSzPts val="1100"/>
              <a:buChar char="•"/>
              <a:defRPr/>
            </a:lvl9pPr>
          </a:lstStyle>
          <a:p/>
        </p:txBody>
      </p:sp>
      <p:grpSp>
        <p:nvGrpSpPr>
          <p:cNvPr id="1091" name="Google Shape;1091;g35251cc313b_0_4358"/>
          <p:cNvGrpSpPr/>
          <p:nvPr/>
        </p:nvGrpSpPr>
        <p:grpSpPr>
          <a:xfrm>
            <a:off x="231576" y="226430"/>
            <a:ext cx="1469528" cy="349484"/>
            <a:chOff x="0" y="0"/>
            <a:chExt cx="3918740" cy="931956"/>
          </a:xfrm>
        </p:grpSpPr>
        <p:grpSp>
          <p:nvGrpSpPr>
            <p:cNvPr id="1092" name="Google Shape;1092;g35251cc313b_0_4358"/>
            <p:cNvGrpSpPr/>
            <p:nvPr/>
          </p:nvGrpSpPr>
          <p:grpSpPr>
            <a:xfrm>
              <a:off x="0" y="0"/>
              <a:ext cx="931956" cy="931956"/>
              <a:chOff x="0" y="0"/>
              <a:chExt cx="812800" cy="812800"/>
            </a:xfrm>
          </p:grpSpPr>
          <p:sp>
            <p:nvSpPr>
              <p:cNvPr id="1093" name="Google Shape;1093;g35251cc313b_0_435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94" name="Google Shape;1094;g35251cc313b_0_4358"/>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095" name="Google Shape;1095;g35251cc313b_0_4358"/>
            <p:cNvSpPr/>
            <p:nvPr/>
          </p:nvSpPr>
          <p:spPr>
            <a:xfrm>
              <a:off x="126847" y="135566"/>
              <a:ext cx="678264" cy="675797"/>
            </a:xfrm>
            <a:custGeom>
              <a:rect b="b" l="l" r="r" t="t"/>
              <a:pathLst>
                <a:path extrusionOk="0" h="675797" w="678264">
                  <a:moveTo>
                    <a:pt x="0" y="0"/>
                  </a:moveTo>
                  <a:lnTo>
                    <a:pt x="678264" y="0"/>
                  </a:lnTo>
                  <a:lnTo>
                    <a:pt x="678264" y="675797"/>
                  </a:lnTo>
                  <a:lnTo>
                    <a:pt x="0" y="675797"/>
                  </a:lnTo>
                  <a:lnTo>
                    <a:pt x="0" y="0"/>
                  </a:lnTo>
                  <a:close/>
                </a:path>
              </a:pathLst>
            </a:custGeom>
            <a:blipFill rotWithShape="1">
              <a:blip r:embed="rId3">
                <a:alphaModFix/>
              </a:blip>
              <a:stretch>
                <a:fillRect b="0" l="0" r="0" t="0"/>
              </a:stretch>
            </a:blipFill>
            <a:ln>
              <a:noFill/>
            </a:ln>
          </p:spPr>
        </p:sp>
        <p:sp>
          <p:nvSpPr>
            <p:cNvPr id="1096" name="Google Shape;1096;g35251cc313b_0_4358"/>
            <p:cNvSpPr txBox="1"/>
            <p:nvPr/>
          </p:nvSpPr>
          <p:spPr>
            <a:xfrm>
              <a:off x="1080440" y="127336"/>
              <a:ext cx="2838300" cy="738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800" u="none" cap="none" strike="noStrike">
                  <a:solidFill>
                    <a:srgbClr val="FFFFFF"/>
                  </a:solidFill>
                  <a:latin typeface="Teko"/>
                  <a:ea typeface="Teko"/>
                  <a:cs typeface="Teko"/>
                  <a:sym typeface="Teko"/>
                </a:rPr>
                <a:t>LOGO COMPANY</a:t>
              </a:r>
              <a:endParaRPr sz="700"/>
            </a:p>
          </p:txBody>
        </p:sp>
      </p:gr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97" name="Shape 1097"/>
        <p:cNvGrpSpPr/>
        <p:nvPr/>
      </p:nvGrpSpPr>
      <p:grpSpPr>
        <a:xfrm>
          <a:off x="0" y="0"/>
          <a:ext cx="0" cy="0"/>
          <a:chOff x="0" y="0"/>
          <a:chExt cx="0" cy="0"/>
        </a:xfrm>
      </p:grpSpPr>
      <p:sp>
        <p:nvSpPr>
          <p:cNvPr id="1098" name="Google Shape;1098;g35251cc313b_0_4369"/>
          <p:cNvSpPr txBox="1"/>
          <p:nvPr>
            <p:ph type="title"/>
          </p:nvPr>
        </p:nvSpPr>
        <p:spPr>
          <a:xfrm>
            <a:off x="326200" y="1180125"/>
            <a:ext cx="7971900" cy="571500"/>
          </a:xfrm>
          <a:prstGeom prst="rect">
            <a:avLst/>
          </a:prstGeom>
          <a:noFill/>
          <a:ln>
            <a:noFill/>
          </a:ln>
        </p:spPr>
        <p:txBody>
          <a:bodyPr anchorCtr="0" anchor="ctr" bIns="22850" lIns="45725" spcFirstLastPara="1" rIns="45725" wrap="square" tIns="22850">
            <a:normAutofit/>
          </a:bodyPr>
          <a:lstStyle>
            <a:lvl1pPr lvl="0">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grpSp>
        <p:nvGrpSpPr>
          <p:cNvPr id="1099" name="Google Shape;1099;g35251cc313b_0_4369"/>
          <p:cNvGrpSpPr/>
          <p:nvPr/>
        </p:nvGrpSpPr>
        <p:grpSpPr>
          <a:xfrm>
            <a:off x="231576" y="226430"/>
            <a:ext cx="1469528" cy="349484"/>
            <a:chOff x="0" y="0"/>
            <a:chExt cx="3918740" cy="931956"/>
          </a:xfrm>
        </p:grpSpPr>
        <p:grpSp>
          <p:nvGrpSpPr>
            <p:cNvPr id="1100" name="Google Shape;1100;g35251cc313b_0_4369"/>
            <p:cNvGrpSpPr/>
            <p:nvPr/>
          </p:nvGrpSpPr>
          <p:grpSpPr>
            <a:xfrm>
              <a:off x="0" y="0"/>
              <a:ext cx="931956" cy="931956"/>
              <a:chOff x="0" y="0"/>
              <a:chExt cx="812800" cy="812800"/>
            </a:xfrm>
          </p:grpSpPr>
          <p:sp>
            <p:nvSpPr>
              <p:cNvPr id="1101" name="Google Shape;1101;g35251cc313b_0_436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02" name="Google Shape;1102;g35251cc313b_0_4369"/>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103" name="Google Shape;1103;g35251cc313b_0_4369"/>
            <p:cNvSpPr/>
            <p:nvPr/>
          </p:nvSpPr>
          <p:spPr>
            <a:xfrm>
              <a:off x="126847" y="135566"/>
              <a:ext cx="678264" cy="675797"/>
            </a:xfrm>
            <a:custGeom>
              <a:rect b="b" l="l" r="r" t="t"/>
              <a:pathLst>
                <a:path extrusionOk="0" h="675797" w="678264">
                  <a:moveTo>
                    <a:pt x="0" y="0"/>
                  </a:moveTo>
                  <a:lnTo>
                    <a:pt x="678264" y="0"/>
                  </a:lnTo>
                  <a:lnTo>
                    <a:pt x="678264" y="675797"/>
                  </a:lnTo>
                  <a:lnTo>
                    <a:pt x="0" y="675797"/>
                  </a:lnTo>
                  <a:lnTo>
                    <a:pt x="0" y="0"/>
                  </a:lnTo>
                  <a:close/>
                </a:path>
              </a:pathLst>
            </a:custGeom>
            <a:blipFill rotWithShape="1">
              <a:blip r:embed="rId2">
                <a:alphaModFix/>
              </a:blip>
              <a:stretch>
                <a:fillRect b="0" l="0" r="0" t="0"/>
              </a:stretch>
            </a:blipFill>
            <a:ln>
              <a:noFill/>
            </a:ln>
          </p:spPr>
        </p:sp>
        <p:sp>
          <p:nvSpPr>
            <p:cNvPr id="1104" name="Google Shape;1104;g35251cc313b_0_4369"/>
            <p:cNvSpPr txBox="1"/>
            <p:nvPr/>
          </p:nvSpPr>
          <p:spPr>
            <a:xfrm>
              <a:off x="1080440" y="127336"/>
              <a:ext cx="2838300" cy="738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800" u="none" cap="none" strike="noStrike">
                  <a:solidFill>
                    <a:srgbClr val="FFFFFF"/>
                  </a:solidFill>
                  <a:latin typeface="Teko"/>
                  <a:ea typeface="Teko"/>
                  <a:cs typeface="Teko"/>
                  <a:sym typeface="Teko"/>
                </a:rPr>
                <a:t>LOGO COMPANY</a:t>
              </a:r>
              <a:endParaRPr sz="700"/>
            </a:p>
          </p:txBody>
        </p:sp>
      </p:gr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05" name="Shape 1105"/>
        <p:cNvGrpSpPr/>
        <p:nvPr/>
      </p:nvGrpSpPr>
      <p:grpSpPr>
        <a:xfrm>
          <a:off x="0" y="0"/>
          <a:ext cx="0" cy="0"/>
          <a:chOff x="0" y="0"/>
          <a:chExt cx="0" cy="0"/>
        </a:xfrm>
      </p:grpSpPr>
      <p:sp>
        <p:nvSpPr>
          <p:cNvPr id="1106" name="Google Shape;1106;g35251cc313b_0_4377"/>
          <p:cNvSpPr txBox="1"/>
          <p:nvPr>
            <p:ph type="title"/>
          </p:nvPr>
        </p:nvSpPr>
        <p:spPr>
          <a:xfrm>
            <a:off x="301638" y="1858400"/>
            <a:ext cx="7776600" cy="581100"/>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6000"/>
              <a:buNone/>
              <a:defRPr/>
            </a:lvl1pPr>
            <a:lvl2pPr lvl="1">
              <a:spcBef>
                <a:spcPts val="0"/>
              </a:spcBef>
              <a:spcAft>
                <a:spcPts val="0"/>
              </a:spcAft>
              <a:buSzPts val="6000"/>
              <a:buFont typeface="Teko"/>
              <a:buNone/>
              <a:defRPr sz="6000">
                <a:latin typeface="Teko"/>
                <a:ea typeface="Teko"/>
                <a:cs typeface="Teko"/>
                <a:sym typeface="Teko"/>
              </a:defRPr>
            </a:lvl2pPr>
            <a:lvl3pPr lvl="2">
              <a:spcBef>
                <a:spcPts val="0"/>
              </a:spcBef>
              <a:spcAft>
                <a:spcPts val="0"/>
              </a:spcAft>
              <a:buSzPts val="6000"/>
              <a:buFont typeface="Teko"/>
              <a:buNone/>
              <a:defRPr sz="6000">
                <a:latin typeface="Teko"/>
                <a:ea typeface="Teko"/>
                <a:cs typeface="Teko"/>
                <a:sym typeface="Teko"/>
              </a:defRPr>
            </a:lvl3pPr>
            <a:lvl4pPr lvl="3">
              <a:spcBef>
                <a:spcPts val="0"/>
              </a:spcBef>
              <a:spcAft>
                <a:spcPts val="0"/>
              </a:spcAft>
              <a:buSzPts val="6000"/>
              <a:buFont typeface="Teko"/>
              <a:buNone/>
              <a:defRPr sz="6000">
                <a:latin typeface="Teko"/>
                <a:ea typeface="Teko"/>
                <a:cs typeface="Teko"/>
                <a:sym typeface="Teko"/>
              </a:defRPr>
            </a:lvl4pPr>
            <a:lvl5pPr lvl="4">
              <a:spcBef>
                <a:spcPts val="0"/>
              </a:spcBef>
              <a:spcAft>
                <a:spcPts val="0"/>
              </a:spcAft>
              <a:buSzPts val="6000"/>
              <a:buFont typeface="Teko"/>
              <a:buNone/>
              <a:defRPr sz="6000">
                <a:latin typeface="Teko"/>
                <a:ea typeface="Teko"/>
                <a:cs typeface="Teko"/>
                <a:sym typeface="Teko"/>
              </a:defRPr>
            </a:lvl5pPr>
            <a:lvl6pPr lvl="5">
              <a:spcBef>
                <a:spcPts val="0"/>
              </a:spcBef>
              <a:spcAft>
                <a:spcPts val="0"/>
              </a:spcAft>
              <a:buSzPts val="6000"/>
              <a:buFont typeface="Teko"/>
              <a:buNone/>
              <a:defRPr sz="6000">
                <a:latin typeface="Teko"/>
                <a:ea typeface="Teko"/>
                <a:cs typeface="Teko"/>
                <a:sym typeface="Teko"/>
              </a:defRPr>
            </a:lvl6pPr>
            <a:lvl7pPr lvl="6">
              <a:spcBef>
                <a:spcPts val="0"/>
              </a:spcBef>
              <a:spcAft>
                <a:spcPts val="0"/>
              </a:spcAft>
              <a:buSzPts val="6000"/>
              <a:buFont typeface="Teko"/>
              <a:buNone/>
              <a:defRPr sz="6000">
                <a:latin typeface="Teko"/>
                <a:ea typeface="Teko"/>
                <a:cs typeface="Teko"/>
                <a:sym typeface="Teko"/>
              </a:defRPr>
            </a:lvl7pPr>
            <a:lvl8pPr lvl="7">
              <a:spcBef>
                <a:spcPts val="0"/>
              </a:spcBef>
              <a:spcAft>
                <a:spcPts val="0"/>
              </a:spcAft>
              <a:buSzPts val="6000"/>
              <a:buFont typeface="Teko"/>
              <a:buNone/>
              <a:defRPr sz="6000">
                <a:latin typeface="Teko"/>
                <a:ea typeface="Teko"/>
                <a:cs typeface="Teko"/>
                <a:sym typeface="Teko"/>
              </a:defRPr>
            </a:lvl8pPr>
            <a:lvl9pPr lvl="8">
              <a:spcBef>
                <a:spcPts val="0"/>
              </a:spcBef>
              <a:spcAft>
                <a:spcPts val="0"/>
              </a:spcAft>
              <a:buSzPts val="6000"/>
              <a:buFont typeface="Teko"/>
              <a:buNone/>
              <a:defRPr sz="6000">
                <a:latin typeface="Teko"/>
                <a:ea typeface="Teko"/>
                <a:cs typeface="Teko"/>
                <a:sym typeface="Teko"/>
              </a:defRPr>
            </a:lvl9pPr>
          </a:lstStyle>
          <a:p/>
        </p:txBody>
      </p:sp>
      <p:sp>
        <p:nvSpPr>
          <p:cNvPr id="1107" name="Google Shape;1107;g35251cc313b_0_4377"/>
          <p:cNvSpPr txBox="1"/>
          <p:nvPr>
            <p:ph idx="1" type="body"/>
          </p:nvPr>
        </p:nvSpPr>
        <p:spPr>
          <a:xfrm>
            <a:off x="4234800" y="2625800"/>
            <a:ext cx="3498000" cy="1884600"/>
          </a:xfrm>
          <a:prstGeom prst="rect">
            <a:avLst/>
          </a:prstGeom>
          <a:noFill/>
          <a:ln>
            <a:noFill/>
          </a:ln>
        </p:spPr>
        <p:txBody>
          <a:bodyPr anchorCtr="0" anchor="t" bIns="22850" lIns="45725" spcFirstLastPara="1" rIns="45725" wrap="square" tIns="22850">
            <a:normAutofit/>
          </a:bodyPr>
          <a:lstStyle>
            <a:lvl1pPr indent="-298450" lvl="0" marL="457200" algn="l">
              <a:spcBef>
                <a:spcPts val="300"/>
              </a:spcBef>
              <a:spcAft>
                <a:spcPts val="0"/>
              </a:spcAft>
              <a:buClr>
                <a:schemeClr val="dk1"/>
              </a:buClr>
              <a:buSzPts val="1100"/>
              <a:buChar char="•"/>
              <a:defRPr/>
            </a:lvl1pPr>
            <a:lvl2pPr indent="-298450" lvl="1" marL="914400" algn="l">
              <a:spcBef>
                <a:spcPts val="300"/>
              </a:spcBef>
              <a:spcAft>
                <a:spcPts val="0"/>
              </a:spcAft>
              <a:buClr>
                <a:schemeClr val="dk1"/>
              </a:buClr>
              <a:buSzPts val="1100"/>
              <a:buChar char="–"/>
              <a:defRPr/>
            </a:lvl2pPr>
            <a:lvl3pPr indent="-298450" lvl="2" marL="1371600" algn="l">
              <a:spcBef>
                <a:spcPts val="200"/>
              </a:spcBef>
              <a:spcAft>
                <a:spcPts val="0"/>
              </a:spcAft>
              <a:buClr>
                <a:schemeClr val="dk1"/>
              </a:buClr>
              <a:buSzPts val="1100"/>
              <a:buChar char="•"/>
              <a:defRPr/>
            </a:lvl3pPr>
            <a:lvl4pPr indent="-298450" lvl="3" marL="1828800" algn="l">
              <a:spcBef>
                <a:spcPts val="200"/>
              </a:spcBef>
              <a:spcAft>
                <a:spcPts val="0"/>
              </a:spcAft>
              <a:buClr>
                <a:schemeClr val="dk1"/>
              </a:buClr>
              <a:buSzPts val="1100"/>
              <a:buChar char="–"/>
              <a:defRPr/>
            </a:lvl4pPr>
            <a:lvl5pPr indent="-298450" lvl="4" marL="2286000" algn="l">
              <a:spcBef>
                <a:spcPts val="200"/>
              </a:spcBef>
              <a:spcAft>
                <a:spcPts val="0"/>
              </a:spcAft>
              <a:buClr>
                <a:schemeClr val="dk1"/>
              </a:buClr>
              <a:buSzPts val="1100"/>
              <a:buChar char="»"/>
              <a:defRPr/>
            </a:lvl5pPr>
            <a:lvl6pPr indent="-298450" lvl="5" marL="2743200" algn="l">
              <a:spcBef>
                <a:spcPts val="200"/>
              </a:spcBef>
              <a:spcAft>
                <a:spcPts val="0"/>
              </a:spcAft>
              <a:buClr>
                <a:schemeClr val="dk1"/>
              </a:buClr>
              <a:buSzPts val="1100"/>
              <a:buChar char="•"/>
              <a:defRPr/>
            </a:lvl6pPr>
            <a:lvl7pPr indent="-298450" lvl="6" marL="3200400" algn="l">
              <a:spcBef>
                <a:spcPts val="200"/>
              </a:spcBef>
              <a:spcAft>
                <a:spcPts val="0"/>
              </a:spcAft>
              <a:buClr>
                <a:schemeClr val="dk1"/>
              </a:buClr>
              <a:buSzPts val="1100"/>
              <a:buChar char="•"/>
              <a:defRPr/>
            </a:lvl7pPr>
            <a:lvl8pPr indent="-298450" lvl="7" marL="3657600" algn="l">
              <a:spcBef>
                <a:spcPts val="200"/>
              </a:spcBef>
              <a:spcAft>
                <a:spcPts val="0"/>
              </a:spcAft>
              <a:buClr>
                <a:schemeClr val="dk1"/>
              </a:buClr>
              <a:buSzPts val="1100"/>
              <a:buChar char="•"/>
              <a:defRPr/>
            </a:lvl8pPr>
            <a:lvl9pPr indent="-298450" lvl="8" marL="4114800" algn="l">
              <a:spcBef>
                <a:spcPts val="200"/>
              </a:spcBef>
              <a:spcAft>
                <a:spcPts val="0"/>
              </a:spcAft>
              <a:buClr>
                <a:schemeClr val="dk1"/>
              </a:buClr>
              <a:buSzPts val="1100"/>
              <a:buChar char="•"/>
              <a:defRPr/>
            </a:lvl9pPr>
          </a:lstStyle>
          <a:p/>
        </p:txBody>
      </p:sp>
      <p:sp>
        <p:nvSpPr>
          <p:cNvPr id="1108" name="Google Shape;1108;g35251cc313b_0_4377"/>
          <p:cNvSpPr txBox="1"/>
          <p:nvPr>
            <p:ph idx="2" type="body"/>
          </p:nvPr>
        </p:nvSpPr>
        <p:spPr>
          <a:xfrm>
            <a:off x="1701100" y="2625800"/>
            <a:ext cx="2459100" cy="2345700"/>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1100"/>
              <a:buNone/>
              <a:defRPr/>
            </a:lvl1pPr>
            <a:lvl2pPr indent="-228600" lvl="1" marL="914400" algn="l">
              <a:spcBef>
                <a:spcPts val="100"/>
              </a:spcBef>
              <a:spcAft>
                <a:spcPts val="0"/>
              </a:spcAft>
              <a:buClr>
                <a:schemeClr val="dk1"/>
              </a:buClr>
              <a:buSzPts val="1100"/>
              <a:buNone/>
              <a:defRPr/>
            </a:lvl2pPr>
            <a:lvl3pPr indent="-228600" lvl="2" marL="1371600" algn="l">
              <a:spcBef>
                <a:spcPts val="100"/>
              </a:spcBef>
              <a:spcAft>
                <a:spcPts val="0"/>
              </a:spcAft>
              <a:buClr>
                <a:schemeClr val="dk1"/>
              </a:buClr>
              <a:buSzPts val="1100"/>
              <a:buNone/>
              <a:defRPr/>
            </a:lvl3pPr>
            <a:lvl4pPr indent="-228600" lvl="3" marL="1828800" algn="l">
              <a:spcBef>
                <a:spcPts val="100"/>
              </a:spcBef>
              <a:spcAft>
                <a:spcPts val="0"/>
              </a:spcAft>
              <a:buClr>
                <a:schemeClr val="dk1"/>
              </a:buClr>
              <a:buSzPts val="1100"/>
              <a:buNone/>
              <a:defRPr/>
            </a:lvl4pPr>
            <a:lvl5pPr indent="-228600" lvl="4" marL="2286000" algn="l">
              <a:spcBef>
                <a:spcPts val="100"/>
              </a:spcBef>
              <a:spcAft>
                <a:spcPts val="0"/>
              </a:spcAft>
              <a:buClr>
                <a:schemeClr val="dk1"/>
              </a:buClr>
              <a:buSzPts val="1100"/>
              <a:buNone/>
              <a:defRPr/>
            </a:lvl5pPr>
            <a:lvl6pPr indent="-228600" lvl="5" marL="2743200" algn="l">
              <a:spcBef>
                <a:spcPts val="100"/>
              </a:spcBef>
              <a:spcAft>
                <a:spcPts val="0"/>
              </a:spcAft>
              <a:buClr>
                <a:schemeClr val="dk1"/>
              </a:buClr>
              <a:buSzPts val="1100"/>
              <a:buNone/>
              <a:defRPr/>
            </a:lvl6pPr>
            <a:lvl7pPr indent="-228600" lvl="6" marL="3200400" algn="l">
              <a:spcBef>
                <a:spcPts val="100"/>
              </a:spcBef>
              <a:spcAft>
                <a:spcPts val="0"/>
              </a:spcAft>
              <a:buClr>
                <a:schemeClr val="dk1"/>
              </a:buClr>
              <a:buSzPts val="1100"/>
              <a:buNone/>
              <a:defRPr/>
            </a:lvl7pPr>
            <a:lvl8pPr indent="-228600" lvl="7" marL="3657600" algn="l">
              <a:spcBef>
                <a:spcPts val="100"/>
              </a:spcBef>
              <a:spcAft>
                <a:spcPts val="0"/>
              </a:spcAft>
              <a:buClr>
                <a:schemeClr val="dk1"/>
              </a:buClr>
              <a:buSzPts val="1100"/>
              <a:buNone/>
              <a:defRPr/>
            </a:lvl8pPr>
            <a:lvl9pPr indent="-228600" lvl="8" marL="4114800" algn="l">
              <a:spcBef>
                <a:spcPts val="100"/>
              </a:spcBef>
              <a:spcAft>
                <a:spcPts val="0"/>
              </a:spcAft>
              <a:buClr>
                <a:schemeClr val="dk1"/>
              </a:buClr>
              <a:buSzPts val="1100"/>
              <a:buNone/>
              <a:defRPr/>
            </a:lvl9pPr>
          </a:lstStyle>
          <a:p/>
        </p:txBody>
      </p:sp>
      <p:grpSp>
        <p:nvGrpSpPr>
          <p:cNvPr id="1109" name="Google Shape;1109;g35251cc313b_0_4377"/>
          <p:cNvGrpSpPr/>
          <p:nvPr/>
        </p:nvGrpSpPr>
        <p:grpSpPr>
          <a:xfrm>
            <a:off x="231576" y="226430"/>
            <a:ext cx="1469528" cy="349484"/>
            <a:chOff x="0" y="0"/>
            <a:chExt cx="3918740" cy="931956"/>
          </a:xfrm>
        </p:grpSpPr>
        <p:grpSp>
          <p:nvGrpSpPr>
            <p:cNvPr id="1110" name="Google Shape;1110;g35251cc313b_0_4377"/>
            <p:cNvGrpSpPr/>
            <p:nvPr/>
          </p:nvGrpSpPr>
          <p:grpSpPr>
            <a:xfrm>
              <a:off x="0" y="0"/>
              <a:ext cx="931956" cy="931956"/>
              <a:chOff x="0" y="0"/>
              <a:chExt cx="812800" cy="812800"/>
            </a:xfrm>
          </p:grpSpPr>
          <p:sp>
            <p:nvSpPr>
              <p:cNvPr id="1111" name="Google Shape;1111;g35251cc313b_0_437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12" name="Google Shape;1112;g35251cc313b_0_4377"/>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113" name="Google Shape;1113;g35251cc313b_0_4377"/>
            <p:cNvSpPr/>
            <p:nvPr/>
          </p:nvSpPr>
          <p:spPr>
            <a:xfrm>
              <a:off x="126847" y="135566"/>
              <a:ext cx="678264" cy="675797"/>
            </a:xfrm>
            <a:custGeom>
              <a:rect b="b" l="l" r="r" t="t"/>
              <a:pathLst>
                <a:path extrusionOk="0" h="675797" w="678264">
                  <a:moveTo>
                    <a:pt x="0" y="0"/>
                  </a:moveTo>
                  <a:lnTo>
                    <a:pt x="678264" y="0"/>
                  </a:lnTo>
                  <a:lnTo>
                    <a:pt x="678264" y="675797"/>
                  </a:lnTo>
                  <a:lnTo>
                    <a:pt x="0" y="675797"/>
                  </a:lnTo>
                  <a:lnTo>
                    <a:pt x="0" y="0"/>
                  </a:lnTo>
                  <a:close/>
                </a:path>
              </a:pathLst>
            </a:custGeom>
            <a:blipFill rotWithShape="1">
              <a:blip r:embed="rId2">
                <a:alphaModFix/>
              </a:blip>
              <a:stretch>
                <a:fillRect b="0" l="0" r="0" t="0"/>
              </a:stretch>
            </a:blipFill>
            <a:ln>
              <a:noFill/>
            </a:ln>
          </p:spPr>
        </p:sp>
        <p:sp>
          <p:nvSpPr>
            <p:cNvPr id="1114" name="Google Shape;1114;g35251cc313b_0_4377"/>
            <p:cNvSpPr txBox="1"/>
            <p:nvPr/>
          </p:nvSpPr>
          <p:spPr>
            <a:xfrm>
              <a:off x="1080440" y="127336"/>
              <a:ext cx="2838300" cy="738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800" u="none" cap="none" strike="noStrike">
                  <a:solidFill>
                    <a:srgbClr val="FFFFFF"/>
                  </a:solidFill>
                  <a:latin typeface="Teko"/>
                  <a:ea typeface="Teko"/>
                  <a:cs typeface="Teko"/>
                  <a:sym typeface="Teko"/>
                </a:rPr>
                <a:t>LOGO COMPANY</a:t>
              </a:r>
              <a:endParaRPr sz="700"/>
            </a:p>
          </p:txBody>
        </p:sp>
      </p:gr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15" name="Shape 1115"/>
        <p:cNvGrpSpPr/>
        <p:nvPr/>
      </p:nvGrpSpPr>
      <p:grpSpPr>
        <a:xfrm>
          <a:off x="0" y="0"/>
          <a:ext cx="0" cy="0"/>
          <a:chOff x="0" y="0"/>
          <a:chExt cx="0" cy="0"/>
        </a:xfrm>
      </p:grpSpPr>
      <p:sp>
        <p:nvSpPr>
          <p:cNvPr id="1116" name="Google Shape;1116;g35251cc313b_0_4387"/>
          <p:cNvSpPr txBox="1"/>
          <p:nvPr>
            <p:ph type="title"/>
          </p:nvPr>
        </p:nvSpPr>
        <p:spPr>
          <a:xfrm>
            <a:off x="286563" y="2133600"/>
            <a:ext cx="7616700" cy="283500"/>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6000"/>
              <a:buNone/>
              <a:defRPr/>
            </a:lvl1pPr>
            <a:lvl2pPr lvl="1">
              <a:spcBef>
                <a:spcPts val="0"/>
              </a:spcBef>
              <a:spcAft>
                <a:spcPts val="0"/>
              </a:spcAft>
              <a:buSzPts val="6000"/>
              <a:buFont typeface="Teko"/>
              <a:buNone/>
              <a:defRPr sz="6000">
                <a:latin typeface="Teko"/>
                <a:ea typeface="Teko"/>
                <a:cs typeface="Teko"/>
                <a:sym typeface="Teko"/>
              </a:defRPr>
            </a:lvl2pPr>
            <a:lvl3pPr lvl="2">
              <a:spcBef>
                <a:spcPts val="0"/>
              </a:spcBef>
              <a:spcAft>
                <a:spcPts val="0"/>
              </a:spcAft>
              <a:buSzPts val="6000"/>
              <a:buFont typeface="Teko"/>
              <a:buNone/>
              <a:defRPr sz="6000">
                <a:latin typeface="Teko"/>
                <a:ea typeface="Teko"/>
                <a:cs typeface="Teko"/>
                <a:sym typeface="Teko"/>
              </a:defRPr>
            </a:lvl3pPr>
            <a:lvl4pPr lvl="3">
              <a:spcBef>
                <a:spcPts val="0"/>
              </a:spcBef>
              <a:spcAft>
                <a:spcPts val="0"/>
              </a:spcAft>
              <a:buSzPts val="6000"/>
              <a:buFont typeface="Teko"/>
              <a:buNone/>
              <a:defRPr sz="6000">
                <a:latin typeface="Teko"/>
                <a:ea typeface="Teko"/>
                <a:cs typeface="Teko"/>
                <a:sym typeface="Teko"/>
              </a:defRPr>
            </a:lvl4pPr>
            <a:lvl5pPr lvl="4">
              <a:spcBef>
                <a:spcPts val="0"/>
              </a:spcBef>
              <a:spcAft>
                <a:spcPts val="0"/>
              </a:spcAft>
              <a:buSzPts val="6000"/>
              <a:buFont typeface="Teko"/>
              <a:buNone/>
              <a:defRPr sz="6000">
                <a:latin typeface="Teko"/>
                <a:ea typeface="Teko"/>
                <a:cs typeface="Teko"/>
                <a:sym typeface="Teko"/>
              </a:defRPr>
            </a:lvl5pPr>
            <a:lvl6pPr lvl="5">
              <a:spcBef>
                <a:spcPts val="0"/>
              </a:spcBef>
              <a:spcAft>
                <a:spcPts val="0"/>
              </a:spcAft>
              <a:buSzPts val="6000"/>
              <a:buFont typeface="Teko"/>
              <a:buNone/>
              <a:defRPr sz="6000">
                <a:latin typeface="Teko"/>
                <a:ea typeface="Teko"/>
                <a:cs typeface="Teko"/>
                <a:sym typeface="Teko"/>
              </a:defRPr>
            </a:lvl6pPr>
            <a:lvl7pPr lvl="6">
              <a:spcBef>
                <a:spcPts val="0"/>
              </a:spcBef>
              <a:spcAft>
                <a:spcPts val="0"/>
              </a:spcAft>
              <a:buSzPts val="6000"/>
              <a:buFont typeface="Teko"/>
              <a:buNone/>
              <a:defRPr sz="6000">
                <a:latin typeface="Teko"/>
                <a:ea typeface="Teko"/>
                <a:cs typeface="Teko"/>
                <a:sym typeface="Teko"/>
              </a:defRPr>
            </a:lvl7pPr>
            <a:lvl8pPr lvl="7">
              <a:spcBef>
                <a:spcPts val="0"/>
              </a:spcBef>
              <a:spcAft>
                <a:spcPts val="0"/>
              </a:spcAft>
              <a:buSzPts val="6000"/>
              <a:buFont typeface="Teko"/>
              <a:buNone/>
              <a:defRPr sz="6000">
                <a:latin typeface="Teko"/>
                <a:ea typeface="Teko"/>
                <a:cs typeface="Teko"/>
                <a:sym typeface="Teko"/>
              </a:defRPr>
            </a:lvl8pPr>
            <a:lvl9pPr lvl="8">
              <a:spcBef>
                <a:spcPts val="0"/>
              </a:spcBef>
              <a:spcAft>
                <a:spcPts val="0"/>
              </a:spcAft>
              <a:buSzPts val="6000"/>
              <a:buFont typeface="Teko"/>
              <a:buNone/>
              <a:defRPr sz="6000">
                <a:latin typeface="Teko"/>
                <a:ea typeface="Teko"/>
                <a:cs typeface="Teko"/>
                <a:sym typeface="Teko"/>
              </a:defRPr>
            </a:lvl9pPr>
          </a:lstStyle>
          <a:p/>
        </p:txBody>
      </p:sp>
      <p:sp>
        <p:nvSpPr>
          <p:cNvPr id="1117" name="Google Shape;1117;g35251cc313b_0_4387"/>
          <p:cNvSpPr/>
          <p:nvPr>
            <p:ph idx="2" type="pic"/>
          </p:nvPr>
        </p:nvSpPr>
        <p:spPr>
          <a:xfrm>
            <a:off x="5789610" y="2968763"/>
            <a:ext cx="1743900" cy="1308000"/>
          </a:xfrm>
          <a:prstGeom prst="rect">
            <a:avLst/>
          </a:prstGeom>
          <a:noFill/>
          <a:ln>
            <a:noFill/>
          </a:ln>
        </p:spPr>
      </p:sp>
      <p:sp>
        <p:nvSpPr>
          <p:cNvPr id="1118" name="Google Shape;1118;g35251cc313b_0_4387"/>
          <p:cNvSpPr txBox="1"/>
          <p:nvPr>
            <p:ph idx="1" type="body"/>
          </p:nvPr>
        </p:nvSpPr>
        <p:spPr>
          <a:xfrm>
            <a:off x="1140132" y="2851432"/>
            <a:ext cx="2743200" cy="402600"/>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1100"/>
              <a:buNone/>
              <a:defRPr/>
            </a:lvl1pPr>
            <a:lvl2pPr indent="-228600" lvl="1" marL="914400" algn="l">
              <a:spcBef>
                <a:spcPts val="100"/>
              </a:spcBef>
              <a:spcAft>
                <a:spcPts val="0"/>
              </a:spcAft>
              <a:buClr>
                <a:schemeClr val="dk1"/>
              </a:buClr>
              <a:buSzPts val="1100"/>
              <a:buNone/>
              <a:defRPr/>
            </a:lvl2pPr>
            <a:lvl3pPr indent="-228600" lvl="2" marL="1371600" algn="l">
              <a:spcBef>
                <a:spcPts val="100"/>
              </a:spcBef>
              <a:spcAft>
                <a:spcPts val="0"/>
              </a:spcAft>
              <a:buClr>
                <a:schemeClr val="dk1"/>
              </a:buClr>
              <a:buSzPts val="1100"/>
              <a:buNone/>
              <a:defRPr/>
            </a:lvl3pPr>
            <a:lvl4pPr indent="-228600" lvl="3" marL="1828800" algn="l">
              <a:spcBef>
                <a:spcPts val="100"/>
              </a:spcBef>
              <a:spcAft>
                <a:spcPts val="0"/>
              </a:spcAft>
              <a:buClr>
                <a:schemeClr val="dk1"/>
              </a:buClr>
              <a:buSzPts val="1100"/>
              <a:buNone/>
              <a:defRPr/>
            </a:lvl4pPr>
            <a:lvl5pPr indent="-228600" lvl="4" marL="2286000" algn="l">
              <a:spcBef>
                <a:spcPts val="100"/>
              </a:spcBef>
              <a:spcAft>
                <a:spcPts val="0"/>
              </a:spcAft>
              <a:buClr>
                <a:schemeClr val="dk1"/>
              </a:buClr>
              <a:buSzPts val="1100"/>
              <a:buNone/>
              <a:defRPr/>
            </a:lvl5pPr>
            <a:lvl6pPr indent="-228600" lvl="5" marL="2743200" algn="l">
              <a:spcBef>
                <a:spcPts val="100"/>
              </a:spcBef>
              <a:spcAft>
                <a:spcPts val="0"/>
              </a:spcAft>
              <a:buClr>
                <a:schemeClr val="dk1"/>
              </a:buClr>
              <a:buSzPts val="1100"/>
              <a:buNone/>
              <a:defRPr/>
            </a:lvl6pPr>
            <a:lvl7pPr indent="-228600" lvl="6" marL="3200400" algn="l">
              <a:spcBef>
                <a:spcPts val="100"/>
              </a:spcBef>
              <a:spcAft>
                <a:spcPts val="0"/>
              </a:spcAft>
              <a:buClr>
                <a:schemeClr val="dk1"/>
              </a:buClr>
              <a:buSzPts val="1100"/>
              <a:buNone/>
              <a:defRPr/>
            </a:lvl7pPr>
            <a:lvl8pPr indent="-228600" lvl="7" marL="3657600" algn="l">
              <a:spcBef>
                <a:spcPts val="100"/>
              </a:spcBef>
              <a:spcAft>
                <a:spcPts val="0"/>
              </a:spcAft>
              <a:buClr>
                <a:schemeClr val="dk1"/>
              </a:buClr>
              <a:buSzPts val="1100"/>
              <a:buNone/>
              <a:defRPr/>
            </a:lvl8pPr>
            <a:lvl9pPr indent="-228600" lvl="8" marL="4114800" algn="l">
              <a:spcBef>
                <a:spcPts val="100"/>
              </a:spcBef>
              <a:spcAft>
                <a:spcPts val="0"/>
              </a:spcAft>
              <a:buClr>
                <a:schemeClr val="dk1"/>
              </a:buClr>
              <a:buSzPts val="1100"/>
              <a:buNone/>
              <a:defRPr/>
            </a:lvl9pPr>
          </a:lstStyle>
          <a:p/>
        </p:txBody>
      </p:sp>
      <p:grpSp>
        <p:nvGrpSpPr>
          <p:cNvPr id="1119" name="Google Shape;1119;g35251cc313b_0_4387"/>
          <p:cNvGrpSpPr/>
          <p:nvPr/>
        </p:nvGrpSpPr>
        <p:grpSpPr>
          <a:xfrm>
            <a:off x="231576" y="226430"/>
            <a:ext cx="1469528" cy="349484"/>
            <a:chOff x="0" y="0"/>
            <a:chExt cx="3918740" cy="931956"/>
          </a:xfrm>
        </p:grpSpPr>
        <p:grpSp>
          <p:nvGrpSpPr>
            <p:cNvPr id="1120" name="Google Shape;1120;g35251cc313b_0_4387"/>
            <p:cNvGrpSpPr/>
            <p:nvPr/>
          </p:nvGrpSpPr>
          <p:grpSpPr>
            <a:xfrm>
              <a:off x="0" y="0"/>
              <a:ext cx="931956" cy="931956"/>
              <a:chOff x="0" y="0"/>
              <a:chExt cx="812800" cy="812800"/>
            </a:xfrm>
          </p:grpSpPr>
          <p:sp>
            <p:nvSpPr>
              <p:cNvPr id="1121" name="Google Shape;1121;g35251cc313b_0_438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22" name="Google Shape;1122;g35251cc313b_0_4387"/>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123" name="Google Shape;1123;g35251cc313b_0_4387"/>
            <p:cNvSpPr/>
            <p:nvPr/>
          </p:nvSpPr>
          <p:spPr>
            <a:xfrm>
              <a:off x="126847" y="135566"/>
              <a:ext cx="678264" cy="675797"/>
            </a:xfrm>
            <a:custGeom>
              <a:rect b="b" l="l" r="r" t="t"/>
              <a:pathLst>
                <a:path extrusionOk="0" h="675797" w="678264">
                  <a:moveTo>
                    <a:pt x="0" y="0"/>
                  </a:moveTo>
                  <a:lnTo>
                    <a:pt x="678264" y="0"/>
                  </a:lnTo>
                  <a:lnTo>
                    <a:pt x="678264" y="675797"/>
                  </a:lnTo>
                  <a:lnTo>
                    <a:pt x="0" y="675797"/>
                  </a:lnTo>
                  <a:lnTo>
                    <a:pt x="0" y="0"/>
                  </a:lnTo>
                  <a:close/>
                </a:path>
              </a:pathLst>
            </a:custGeom>
            <a:blipFill rotWithShape="1">
              <a:blip r:embed="rId2">
                <a:alphaModFix/>
              </a:blip>
              <a:stretch>
                <a:fillRect b="0" l="0" r="0" t="0"/>
              </a:stretch>
            </a:blipFill>
            <a:ln>
              <a:noFill/>
            </a:ln>
          </p:spPr>
        </p:sp>
        <p:sp>
          <p:nvSpPr>
            <p:cNvPr id="1124" name="Google Shape;1124;g35251cc313b_0_4387"/>
            <p:cNvSpPr txBox="1"/>
            <p:nvPr/>
          </p:nvSpPr>
          <p:spPr>
            <a:xfrm>
              <a:off x="1080440" y="127336"/>
              <a:ext cx="2838300" cy="738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800" u="none" cap="none" strike="noStrike">
                  <a:solidFill>
                    <a:srgbClr val="FFFFFF"/>
                  </a:solidFill>
                  <a:latin typeface="Teko"/>
                  <a:ea typeface="Teko"/>
                  <a:cs typeface="Teko"/>
                  <a:sym typeface="Teko"/>
                </a:rPr>
                <a:t>LOGO COMPANY</a:t>
              </a:r>
              <a:endParaRPr sz="700"/>
            </a:p>
          </p:txBody>
        </p:sp>
      </p:gr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1129" name="Shape 1129"/>
        <p:cNvGrpSpPr/>
        <p:nvPr/>
      </p:nvGrpSpPr>
      <p:grpSpPr>
        <a:xfrm>
          <a:off x="0" y="0"/>
          <a:ext cx="0" cy="0"/>
          <a:chOff x="0" y="0"/>
          <a:chExt cx="0" cy="0"/>
        </a:xfrm>
      </p:grpSpPr>
      <p:pic>
        <p:nvPicPr>
          <p:cNvPr id="1130" name="Google Shape;1130;g359c69846d0_1_491"/>
          <p:cNvPicPr preferRelativeResize="0"/>
          <p:nvPr/>
        </p:nvPicPr>
        <p:blipFill rotWithShape="1">
          <a:blip r:embed="rId2">
            <a:alphaModFix/>
          </a:blip>
          <a:srcRect b="0" l="0" r="0" t="0"/>
          <a:stretch/>
        </p:blipFill>
        <p:spPr>
          <a:xfrm>
            <a:off x="0" y="-25"/>
            <a:ext cx="9143957" cy="5143500"/>
          </a:xfrm>
          <a:prstGeom prst="rect">
            <a:avLst/>
          </a:prstGeom>
          <a:noFill/>
          <a:ln>
            <a:noFill/>
          </a:ln>
        </p:spPr>
      </p:pic>
      <p:sp>
        <p:nvSpPr>
          <p:cNvPr id="1131" name="Google Shape;1131;g359c69846d0_1_491"/>
          <p:cNvSpPr txBox="1"/>
          <p:nvPr>
            <p:ph type="ctrTitle"/>
          </p:nvPr>
        </p:nvSpPr>
        <p:spPr>
          <a:xfrm>
            <a:off x="685800" y="1991825"/>
            <a:ext cx="4539000" cy="1159800"/>
          </a:xfrm>
          <a:prstGeom prst="rect">
            <a:avLst/>
          </a:prstGeom>
        </p:spPr>
        <p:txBody>
          <a:bodyPr anchorCtr="0" anchor="ctr" bIns="0" lIns="0" spcFirstLastPara="1" rIns="0" wrap="square" tIns="0">
            <a:noAutofit/>
          </a:bodyPr>
          <a:lstStyle>
            <a:lvl1pPr lvl="0">
              <a:spcBef>
                <a:spcPts val="0"/>
              </a:spcBef>
              <a:spcAft>
                <a:spcPts val="0"/>
              </a:spcAft>
              <a:buSzPts val="5000"/>
              <a:buNone/>
              <a:defRPr sz="5000"/>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1132" name="Shape 1132"/>
        <p:cNvGrpSpPr/>
        <p:nvPr/>
      </p:nvGrpSpPr>
      <p:grpSpPr>
        <a:xfrm>
          <a:off x="0" y="0"/>
          <a:ext cx="0" cy="0"/>
          <a:chOff x="0" y="0"/>
          <a:chExt cx="0" cy="0"/>
        </a:xfrm>
      </p:grpSpPr>
      <p:pic>
        <p:nvPicPr>
          <p:cNvPr id="1133" name="Google Shape;1133;g359c69846d0_1_494"/>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34" name="Google Shape;1134;g359c69846d0_1_494"/>
          <p:cNvSpPr txBox="1"/>
          <p:nvPr>
            <p:ph type="ctrTitle"/>
          </p:nvPr>
        </p:nvSpPr>
        <p:spPr>
          <a:xfrm>
            <a:off x="685800" y="1659550"/>
            <a:ext cx="4263900" cy="1159800"/>
          </a:xfrm>
          <a:prstGeom prst="rect">
            <a:avLst/>
          </a:prstGeom>
        </p:spPr>
        <p:txBody>
          <a:bodyPr anchorCtr="0" anchor="b" bIns="0" lIns="0" spcFirstLastPara="1" rIns="0" wrap="square" tIns="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135" name="Google Shape;1135;g359c69846d0_1_494"/>
          <p:cNvSpPr txBox="1"/>
          <p:nvPr>
            <p:ph idx="1" type="subTitle"/>
          </p:nvPr>
        </p:nvSpPr>
        <p:spPr>
          <a:xfrm>
            <a:off x="685800" y="2916254"/>
            <a:ext cx="4263900" cy="7848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1800"/>
              <a:buNone/>
              <a:defRPr sz="1800">
                <a:solidFill>
                  <a:schemeClr val="accent4"/>
                </a:solidFill>
              </a:defRPr>
            </a:lvl1pPr>
            <a:lvl2pPr lvl="1">
              <a:spcBef>
                <a:spcPts val="0"/>
              </a:spcBef>
              <a:spcAft>
                <a:spcPts val="0"/>
              </a:spcAft>
              <a:buClr>
                <a:schemeClr val="accent4"/>
              </a:buClr>
              <a:buSzPts val="1800"/>
              <a:buNone/>
              <a:defRPr sz="1800">
                <a:solidFill>
                  <a:schemeClr val="accent4"/>
                </a:solidFill>
              </a:defRPr>
            </a:lvl2pPr>
            <a:lvl3pPr lvl="2">
              <a:spcBef>
                <a:spcPts val="0"/>
              </a:spcBef>
              <a:spcAft>
                <a:spcPts val="0"/>
              </a:spcAft>
              <a:buClr>
                <a:schemeClr val="accent4"/>
              </a:buClr>
              <a:buSzPts val="1800"/>
              <a:buNone/>
              <a:defRPr sz="1800">
                <a:solidFill>
                  <a:schemeClr val="accent4"/>
                </a:solidFill>
              </a:defRPr>
            </a:lvl3pPr>
            <a:lvl4pPr lvl="3">
              <a:spcBef>
                <a:spcPts val="0"/>
              </a:spcBef>
              <a:spcAft>
                <a:spcPts val="0"/>
              </a:spcAft>
              <a:buClr>
                <a:schemeClr val="accent4"/>
              </a:buClr>
              <a:buSzPts val="1800"/>
              <a:buNone/>
              <a:defRPr sz="1800">
                <a:solidFill>
                  <a:schemeClr val="accent4"/>
                </a:solidFill>
              </a:defRPr>
            </a:lvl4pPr>
            <a:lvl5pPr lvl="4">
              <a:spcBef>
                <a:spcPts val="0"/>
              </a:spcBef>
              <a:spcAft>
                <a:spcPts val="0"/>
              </a:spcAft>
              <a:buClr>
                <a:schemeClr val="accent4"/>
              </a:buClr>
              <a:buSzPts val="1800"/>
              <a:buNone/>
              <a:defRPr sz="1800">
                <a:solidFill>
                  <a:schemeClr val="accent4"/>
                </a:solidFill>
              </a:defRPr>
            </a:lvl5pPr>
            <a:lvl6pPr lvl="5">
              <a:spcBef>
                <a:spcPts val="0"/>
              </a:spcBef>
              <a:spcAft>
                <a:spcPts val="0"/>
              </a:spcAft>
              <a:buClr>
                <a:schemeClr val="accent4"/>
              </a:buClr>
              <a:buSzPts val="1800"/>
              <a:buNone/>
              <a:defRPr sz="1800">
                <a:solidFill>
                  <a:schemeClr val="accent4"/>
                </a:solidFill>
              </a:defRPr>
            </a:lvl6pPr>
            <a:lvl7pPr lvl="6">
              <a:spcBef>
                <a:spcPts val="0"/>
              </a:spcBef>
              <a:spcAft>
                <a:spcPts val="0"/>
              </a:spcAft>
              <a:buClr>
                <a:schemeClr val="accent4"/>
              </a:buClr>
              <a:buSzPts val="1800"/>
              <a:buNone/>
              <a:defRPr sz="1800">
                <a:solidFill>
                  <a:schemeClr val="accent4"/>
                </a:solidFill>
              </a:defRPr>
            </a:lvl7pPr>
            <a:lvl8pPr lvl="7">
              <a:spcBef>
                <a:spcPts val="0"/>
              </a:spcBef>
              <a:spcAft>
                <a:spcPts val="0"/>
              </a:spcAft>
              <a:buClr>
                <a:schemeClr val="accent4"/>
              </a:buClr>
              <a:buSzPts val="1800"/>
              <a:buNone/>
              <a:defRPr sz="1800">
                <a:solidFill>
                  <a:schemeClr val="accent4"/>
                </a:solidFill>
              </a:defRPr>
            </a:lvl8pPr>
            <a:lvl9pPr lvl="8">
              <a:spcBef>
                <a:spcPts val="0"/>
              </a:spcBef>
              <a:spcAft>
                <a:spcPts val="0"/>
              </a:spcAft>
              <a:buClr>
                <a:schemeClr val="accent4"/>
              </a:buClr>
              <a:buSzPts val="1800"/>
              <a:buNone/>
              <a:defRPr sz="1800">
                <a:solidFill>
                  <a:schemeClr val="accent4"/>
                </a:solidFill>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1136" name="Shape 1136"/>
        <p:cNvGrpSpPr/>
        <p:nvPr/>
      </p:nvGrpSpPr>
      <p:grpSpPr>
        <a:xfrm>
          <a:off x="0" y="0"/>
          <a:ext cx="0" cy="0"/>
          <a:chOff x="0" y="0"/>
          <a:chExt cx="0" cy="0"/>
        </a:xfrm>
      </p:grpSpPr>
      <p:pic>
        <p:nvPicPr>
          <p:cNvPr id="1137" name="Google Shape;1137;g359c69846d0_1_498"/>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38" name="Google Shape;1138;g359c69846d0_1_498"/>
          <p:cNvSpPr/>
          <p:nvPr/>
        </p:nvSpPr>
        <p:spPr>
          <a:xfrm>
            <a:off x="42525" y="42525"/>
            <a:ext cx="2000100" cy="2000100"/>
          </a:xfrm>
          <a:prstGeom prst="ellipse">
            <a:avLst/>
          </a:prstGeom>
          <a:gradFill>
            <a:gsLst>
              <a:gs pos="0">
                <a:srgbClr val="00FFFF">
                  <a:alpha val="54117"/>
                </a:srgbClr>
              </a:gs>
              <a:gs pos="73000">
                <a:srgbClr val="00FFFF">
                  <a:alpha val="0"/>
                </a:srgbClr>
              </a:gs>
              <a:gs pos="100000">
                <a:srgbClr val="00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g359c69846d0_1_498"/>
          <p:cNvSpPr txBox="1"/>
          <p:nvPr>
            <p:ph idx="1" type="body"/>
          </p:nvPr>
        </p:nvSpPr>
        <p:spPr>
          <a:xfrm>
            <a:off x="1343850" y="866400"/>
            <a:ext cx="4185600" cy="3693600"/>
          </a:xfrm>
          <a:prstGeom prst="rect">
            <a:avLst/>
          </a:prstGeom>
        </p:spPr>
        <p:txBody>
          <a:bodyPr anchorCtr="0" anchor="t" bIns="0" lIns="0" spcFirstLastPara="1" rIns="0" wrap="square" tIns="0">
            <a:noAutofit/>
          </a:bodyPr>
          <a:lstStyle>
            <a:lvl1pPr indent="-419100" lvl="0" marL="457200">
              <a:spcBef>
                <a:spcPts val="600"/>
              </a:spcBef>
              <a:spcAft>
                <a:spcPts val="0"/>
              </a:spcAft>
              <a:buSzPts val="3000"/>
              <a:buFont typeface="Lexend Deca"/>
              <a:buChar char="⬡"/>
              <a:defRPr sz="3000">
                <a:latin typeface="Lexend Deca"/>
                <a:ea typeface="Lexend Deca"/>
                <a:cs typeface="Lexend Deca"/>
                <a:sym typeface="Lexend Deca"/>
              </a:defRPr>
            </a:lvl1pPr>
            <a:lvl2pPr indent="-419100" lvl="1" marL="914400">
              <a:spcBef>
                <a:spcPts val="0"/>
              </a:spcBef>
              <a:spcAft>
                <a:spcPts val="0"/>
              </a:spcAft>
              <a:buSzPts val="3000"/>
              <a:buFont typeface="Lexend Deca"/>
              <a:buChar char="∙"/>
              <a:defRPr sz="3000">
                <a:latin typeface="Lexend Deca"/>
                <a:ea typeface="Lexend Deca"/>
                <a:cs typeface="Lexend Deca"/>
                <a:sym typeface="Lexend Deca"/>
              </a:defRPr>
            </a:lvl2pPr>
            <a:lvl3pPr indent="-419100" lvl="2" marL="1371600">
              <a:spcBef>
                <a:spcPts val="0"/>
              </a:spcBef>
              <a:spcAft>
                <a:spcPts val="0"/>
              </a:spcAft>
              <a:buSzPts val="3000"/>
              <a:buFont typeface="Lexend Deca"/>
              <a:buChar char="∙"/>
              <a:defRPr sz="3000">
                <a:latin typeface="Lexend Deca"/>
                <a:ea typeface="Lexend Deca"/>
                <a:cs typeface="Lexend Deca"/>
                <a:sym typeface="Lexend Deca"/>
              </a:defRPr>
            </a:lvl3pPr>
            <a:lvl4pPr indent="-419100" lvl="3" marL="1828800">
              <a:spcBef>
                <a:spcPts val="0"/>
              </a:spcBef>
              <a:spcAft>
                <a:spcPts val="0"/>
              </a:spcAft>
              <a:buSzPts val="3000"/>
              <a:buFont typeface="Lexend Deca"/>
              <a:buChar char="●"/>
              <a:defRPr sz="3000">
                <a:latin typeface="Lexend Deca"/>
                <a:ea typeface="Lexend Deca"/>
                <a:cs typeface="Lexend Deca"/>
                <a:sym typeface="Lexend Deca"/>
              </a:defRPr>
            </a:lvl4pPr>
            <a:lvl5pPr indent="-419100" lvl="4" marL="2286000">
              <a:spcBef>
                <a:spcPts val="0"/>
              </a:spcBef>
              <a:spcAft>
                <a:spcPts val="0"/>
              </a:spcAft>
              <a:buSzPts val="3000"/>
              <a:buFont typeface="Lexend Deca"/>
              <a:buChar char="○"/>
              <a:defRPr sz="3000">
                <a:latin typeface="Lexend Deca"/>
                <a:ea typeface="Lexend Deca"/>
                <a:cs typeface="Lexend Deca"/>
                <a:sym typeface="Lexend Deca"/>
              </a:defRPr>
            </a:lvl5pPr>
            <a:lvl6pPr indent="-419100" lvl="5" marL="2743200">
              <a:spcBef>
                <a:spcPts val="0"/>
              </a:spcBef>
              <a:spcAft>
                <a:spcPts val="0"/>
              </a:spcAft>
              <a:buSzPts val="3000"/>
              <a:buFont typeface="Lexend Deca"/>
              <a:buChar char="■"/>
              <a:defRPr sz="3000">
                <a:latin typeface="Lexend Deca"/>
                <a:ea typeface="Lexend Deca"/>
                <a:cs typeface="Lexend Deca"/>
                <a:sym typeface="Lexend Deca"/>
              </a:defRPr>
            </a:lvl6pPr>
            <a:lvl7pPr indent="-419100" lvl="6" marL="3200400">
              <a:spcBef>
                <a:spcPts val="0"/>
              </a:spcBef>
              <a:spcAft>
                <a:spcPts val="0"/>
              </a:spcAft>
              <a:buSzPts val="3000"/>
              <a:buFont typeface="Lexend Deca"/>
              <a:buChar char="●"/>
              <a:defRPr sz="3000">
                <a:latin typeface="Lexend Deca"/>
                <a:ea typeface="Lexend Deca"/>
                <a:cs typeface="Lexend Deca"/>
                <a:sym typeface="Lexend Deca"/>
              </a:defRPr>
            </a:lvl7pPr>
            <a:lvl8pPr indent="-419100" lvl="7" marL="3657600">
              <a:spcBef>
                <a:spcPts val="0"/>
              </a:spcBef>
              <a:spcAft>
                <a:spcPts val="0"/>
              </a:spcAft>
              <a:buSzPts val="3000"/>
              <a:buFont typeface="Lexend Deca"/>
              <a:buChar char="○"/>
              <a:defRPr sz="3000">
                <a:latin typeface="Lexend Deca"/>
                <a:ea typeface="Lexend Deca"/>
                <a:cs typeface="Lexend Deca"/>
                <a:sym typeface="Lexend Deca"/>
              </a:defRPr>
            </a:lvl8pPr>
            <a:lvl9pPr indent="-419100" lvl="8" marL="4114800">
              <a:spcBef>
                <a:spcPts val="0"/>
              </a:spcBef>
              <a:spcAft>
                <a:spcPts val="0"/>
              </a:spcAft>
              <a:buSzPts val="3000"/>
              <a:buFont typeface="Lexend Deca"/>
              <a:buChar char="■"/>
              <a:defRPr sz="3000">
                <a:latin typeface="Lexend Deca"/>
                <a:ea typeface="Lexend Deca"/>
                <a:cs typeface="Lexend Deca"/>
                <a:sym typeface="Lexend Deca"/>
              </a:defRPr>
            </a:lvl9pPr>
          </a:lstStyle>
          <a:p/>
        </p:txBody>
      </p:sp>
      <p:sp>
        <p:nvSpPr>
          <p:cNvPr id="1140" name="Google Shape;1140;g359c69846d0_1_498"/>
          <p:cNvSpPr txBox="1"/>
          <p:nvPr/>
        </p:nvSpPr>
        <p:spPr>
          <a:xfrm>
            <a:off x="826414" y="656117"/>
            <a:ext cx="613800" cy="6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7200">
                <a:solidFill>
                  <a:schemeClr val="lt1"/>
                </a:solidFill>
                <a:latin typeface="Muli"/>
                <a:ea typeface="Muli"/>
                <a:cs typeface="Muli"/>
                <a:sym typeface="Muli"/>
              </a:rPr>
              <a:t>“</a:t>
            </a:r>
            <a:endParaRPr sz="7200">
              <a:solidFill>
                <a:schemeClr val="lt1"/>
              </a:solidFill>
              <a:latin typeface="Muli"/>
              <a:ea typeface="Muli"/>
              <a:cs typeface="Muli"/>
              <a:sym typeface="Muli"/>
            </a:endParaRPr>
          </a:p>
        </p:txBody>
      </p:sp>
      <p:sp>
        <p:nvSpPr>
          <p:cNvPr id="1141" name="Google Shape;1141;g359c69846d0_1_498"/>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1142" name="Shape 1142"/>
        <p:cNvGrpSpPr/>
        <p:nvPr/>
      </p:nvGrpSpPr>
      <p:grpSpPr>
        <a:xfrm>
          <a:off x="0" y="0"/>
          <a:ext cx="0" cy="0"/>
          <a:chOff x="0" y="0"/>
          <a:chExt cx="0" cy="0"/>
        </a:xfrm>
      </p:grpSpPr>
      <p:pic>
        <p:nvPicPr>
          <p:cNvPr id="1143" name="Google Shape;1143;g359c69846d0_1_504"/>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44" name="Google Shape;1144;g359c69846d0_1_504"/>
          <p:cNvSpPr txBox="1"/>
          <p:nvPr>
            <p:ph type="title"/>
          </p:nvPr>
        </p:nvSpPr>
        <p:spPr>
          <a:xfrm>
            <a:off x="580550" y="205975"/>
            <a:ext cx="6014400" cy="857400"/>
          </a:xfrm>
          <a:prstGeom prst="rect">
            <a:avLst/>
          </a:prstGeom>
        </p:spPr>
        <p:txBody>
          <a:bodyPr anchorCtr="0" anchor="b" bIns="0" lIns="0" spcFirstLastPara="1" rIns="0" wrap="square" tIns="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1145" name="Google Shape;1145;g359c69846d0_1_504"/>
          <p:cNvSpPr txBox="1"/>
          <p:nvPr>
            <p:ph idx="1" type="body"/>
          </p:nvPr>
        </p:nvSpPr>
        <p:spPr>
          <a:xfrm>
            <a:off x="580550" y="1352550"/>
            <a:ext cx="6014400" cy="3161700"/>
          </a:xfrm>
          <a:prstGeom prst="rect">
            <a:avLst/>
          </a:prstGeom>
        </p:spPr>
        <p:txBody>
          <a:bodyPr anchorCtr="0" anchor="t" bIns="0" lIns="0" spcFirstLastPara="1" rIns="0" wrap="square" tIns="0">
            <a:noAutofit/>
          </a:bodyPr>
          <a:lstStyle>
            <a:lvl1pPr indent="-381000" lvl="0" marL="457200">
              <a:spcBef>
                <a:spcPts val="60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sp>
        <p:nvSpPr>
          <p:cNvPr id="1146" name="Google Shape;1146;g359c69846d0_1_504"/>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1147" name="Shape 1147"/>
        <p:cNvGrpSpPr/>
        <p:nvPr/>
      </p:nvGrpSpPr>
      <p:grpSpPr>
        <a:xfrm>
          <a:off x="0" y="0"/>
          <a:ext cx="0" cy="0"/>
          <a:chOff x="0" y="0"/>
          <a:chExt cx="0" cy="0"/>
        </a:xfrm>
      </p:grpSpPr>
      <p:pic>
        <p:nvPicPr>
          <p:cNvPr id="1148" name="Google Shape;1148;g359c69846d0_1_509"/>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49" name="Google Shape;1149;g359c69846d0_1_509"/>
          <p:cNvSpPr txBox="1"/>
          <p:nvPr>
            <p:ph type="title"/>
          </p:nvPr>
        </p:nvSpPr>
        <p:spPr>
          <a:xfrm>
            <a:off x="580550" y="205975"/>
            <a:ext cx="6014400" cy="857400"/>
          </a:xfrm>
          <a:prstGeom prst="rect">
            <a:avLst/>
          </a:prstGeom>
        </p:spPr>
        <p:txBody>
          <a:bodyPr anchorCtr="0" anchor="b" bIns="0" lIns="0" spcFirstLastPara="1" rIns="0" wrap="square" tIns="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1150" name="Google Shape;1150;g359c69846d0_1_509"/>
          <p:cNvSpPr txBox="1"/>
          <p:nvPr>
            <p:ph idx="1" type="body"/>
          </p:nvPr>
        </p:nvSpPr>
        <p:spPr>
          <a:xfrm>
            <a:off x="580550" y="1352550"/>
            <a:ext cx="2841000" cy="3155100"/>
          </a:xfrm>
          <a:prstGeom prst="rect">
            <a:avLst/>
          </a:prstGeom>
        </p:spPr>
        <p:txBody>
          <a:bodyPr anchorCtr="0" anchor="t" bIns="0" lIns="0" spcFirstLastPara="1" rIns="0" wrap="square" tIns="0">
            <a:noAutofit/>
          </a:bodyPr>
          <a:lstStyle>
            <a:lvl1pPr indent="-355600" lvl="0" marL="457200">
              <a:spcBef>
                <a:spcPts val="60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
        <p:nvSpPr>
          <p:cNvPr id="1151" name="Google Shape;1151;g359c69846d0_1_509"/>
          <p:cNvSpPr txBox="1"/>
          <p:nvPr>
            <p:ph idx="2" type="body"/>
          </p:nvPr>
        </p:nvSpPr>
        <p:spPr>
          <a:xfrm>
            <a:off x="3753943" y="1352550"/>
            <a:ext cx="2841000" cy="3155100"/>
          </a:xfrm>
          <a:prstGeom prst="rect">
            <a:avLst/>
          </a:prstGeom>
        </p:spPr>
        <p:txBody>
          <a:bodyPr anchorCtr="0" anchor="t" bIns="0" lIns="0" spcFirstLastPara="1" rIns="0" wrap="square" tIns="0">
            <a:noAutofit/>
          </a:bodyPr>
          <a:lstStyle>
            <a:lvl1pPr indent="-355600" lvl="0" marL="457200">
              <a:spcBef>
                <a:spcPts val="60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
        <p:nvSpPr>
          <p:cNvPr id="1152" name="Google Shape;1152;g359c69846d0_1_509"/>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1153" name="Shape 1153"/>
        <p:cNvGrpSpPr/>
        <p:nvPr/>
      </p:nvGrpSpPr>
      <p:grpSpPr>
        <a:xfrm>
          <a:off x="0" y="0"/>
          <a:ext cx="0" cy="0"/>
          <a:chOff x="0" y="0"/>
          <a:chExt cx="0" cy="0"/>
        </a:xfrm>
      </p:grpSpPr>
      <p:pic>
        <p:nvPicPr>
          <p:cNvPr id="1154" name="Google Shape;1154;g359c69846d0_1_515"/>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55" name="Google Shape;1155;g359c69846d0_1_515"/>
          <p:cNvSpPr txBox="1"/>
          <p:nvPr>
            <p:ph type="title"/>
          </p:nvPr>
        </p:nvSpPr>
        <p:spPr>
          <a:xfrm>
            <a:off x="580550" y="205975"/>
            <a:ext cx="6405600" cy="857400"/>
          </a:xfrm>
          <a:prstGeom prst="rect">
            <a:avLst/>
          </a:prstGeom>
        </p:spPr>
        <p:txBody>
          <a:bodyPr anchorCtr="0" anchor="b" bIns="0" lIns="0" spcFirstLastPara="1" rIns="0" wrap="square" tIns="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1156" name="Google Shape;1156;g359c69846d0_1_515"/>
          <p:cNvSpPr txBox="1"/>
          <p:nvPr>
            <p:ph idx="1" type="body"/>
          </p:nvPr>
        </p:nvSpPr>
        <p:spPr>
          <a:xfrm>
            <a:off x="580550" y="1352550"/>
            <a:ext cx="2005800" cy="3202200"/>
          </a:xfrm>
          <a:prstGeom prst="rect">
            <a:avLst/>
          </a:prstGeom>
        </p:spPr>
        <p:txBody>
          <a:bodyPr anchorCtr="0" anchor="t" bIns="0" lIns="0" spcFirstLastPara="1" rIns="0" wrap="square" tIns="0">
            <a:noAutofit/>
          </a:bodyPr>
          <a:lstStyle>
            <a:lvl1pPr indent="-330200" lvl="0" marL="457200">
              <a:spcBef>
                <a:spcPts val="60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1157" name="Google Shape;1157;g359c69846d0_1_515"/>
          <p:cNvSpPr txBox="1"/>
          <p:nvPr>
            <p:ph idx="2" type="body"/>
          </p:nvPr>
        </p:nvSpPr>
        <p:spPr>
          <a:xfrm>
            <a:off x="2780447" y="1352550"/>
            <a:ext cx="2005800" cy="3202200"/>
          </a:xfrm>
          <a:prstGeom prst="rect">
            <a:avLst/>
          </a:prstGeom>
        </p:spPr>
        <p:txBody>
          <a:bodyPr anchorCtr="0" anchor="t" bIns="0" lIns="0" spcFirstLastPara="1" rIns="0" wrap="square" tIns="0">
            <a:noAutofit/>
          </a:bodyPr>
          <a:lstStyle>
            <a:lvl1pPr indent="-330200" lvl="0" marL="457200">
              <a:spcBef>
                <a:spcPts val="60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1158" name="Google Shape;1158;g359c69846d0_1_515"/>
          <p:cNvSpPr txBox="1"/>
          <p:nvPr>
            <p:ph idx="3" type="body"/>
          </p:nvPr>
        </p:nvSpPr>
        <p:spPr>
          <a:xfrm>
            <a:off x="4980344" y="1352550"/>
            <a:ext cx="2005800" cy="3202200"/>
          </a:xfrm>
          <a:prstGeom prst="rect">
            <a:avLst/>
          </a:prstGeom>
        </p:spPr>
        <p:txBody>
          <a:bodyPr anchorCtr="0" anchor="t" bIns="0" lIns="0" spcFirstLastPara="1" rIns="0" wrap="square" tIns="0">
            <a:noAutofit/>
          </a:bodyPr>
          <a:lstStyle>
            <a:lvl1pPr indent="-330200" lvl="0" marL="457200">
              <a:spcBef>
                <a:spcPts val="60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1159" name="Google Shape;1159;g359c69846d0_1_515"/>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60" name="Shape 1160"/>
        <p:cNvGrpSpPr/>
        <p:nvPr/>
      </p:nvGrpSpPr>
      <p:grpSpPr>
        <a:xfrm>
          <a:off x="0" y="0"/>
          <a:ext cx="0" cy="0"/>
          <a:chOff x="0" y="0"/>
          <a:chExt cx="0" cy="0"/>
        </a:xfrm>
      </p:grpSpPr>
      <p:pic>
        <p:nvPicPr>
          <p:cNvPr id="1161" name="Google Shape;1161;g359c69846d0_1_522"/>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62" name="Google Shape;1162;g359c69846d0_1_522"/>
          <p:cNvSpPr txBox="1"/>
          <p:nvPr>
            <p:ph type="title"/>
          </p:nvPr>
        </p:nvSpPr>
        <p:spPr>
          <a:xfrm>
            <a:off x="580550" y="205975"/>
            <a:ext cx="6014400" cy="857400"/>
          </a:xfrm>
          <a:prstGeom prst="rect">
            <a:avLst/>
          </a:prstGeom>
        </p:spPr>
        <p:txBody>
          <a:bodyPr anchorCtr="0" anchor="b" bIns="0" lIns="0" spcFirstLastPara="1" rIns="0" wrap="square" tIns="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1163" name="Google Shape;1163;g359c69846d0_1_522"/>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64" name="Shape 1164"/>
        <p:cNvGrpSpPr/>
        <p:nvPr/>
      </p:nvGrpSpPr>
      <p:grpSpPr>
        <a:xfrm>
          <a:off x="0" y="0"/>
          <a:ext cx="0" cy="0"/>
          <a:chOff x="0" y="0"/>
          <a:chExt cx="0" cy="0"/>
        </a:xfrm>
      </p:grpSpPr>
      <p:pic>
        <p:nvPicPr>
          <p:cNvPr id="1165" name="Google Shape;1165;g359c69846d0_1_526"/>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66" name="Google Shape;1166;g359c69846d0_1_526"/>
          <p:cNvSpPr txBox="1"/>
          <p:nvPr>
            <p:ph idx="1" type="body"/>
          </p:nvPr>
        </p:nvSpPr>
        <p:spPr>
          <a:xfrm>
            <a:off x="580550" y="4406300"/>
            <a:ext cx="6135900" cy="519600"/>
          </a:xfrm>
          <a:prstGeom prst="rect">
            <a:avLst/>
          </a:prstGeom>
        </p:spPr>
        <p:txBody>
          <a:bodyPr anchorCtr="0" anchor="t" bIns="0" lIns="0" spcFirstLastPara="1" rIns="0" wrap="square" tIns="0">
            <a:noAutofit/>
          </a:bodyPr>
          <a:lstStyle>
            <a:lvl1pPr indent="-228600" lvl="0" marL="457200">
              <a:spcBef>
                <a:spcPts val="360"/>
              </a:spcBef>
              <a:spcAft>
                <a:spcPts val="0"/>
              </a:spcAft>
              <a:buSzPts val="1400"/>
              <a:buNone/>
              <a:defRPr sz="1400"/>
            </a:lvl1pPr>
          </a:lstStyle>
          <a:p/>
        </p:txBody>
      </p:sp>
      <p:sp>
        <p:nvSpPr>
          <p:cNvPr id="1167" name="Google Shape;1167;g359c69846d0_1_526"/>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Small circuit" type="blank">
  <p:cSld name="BLANK">
    <p:spTree>
      <p:nvGrpSpPr>
        <p:cNvPr id="1168" name="Shape 1168"/>
        <p:cNvGrpSpPr/>
        <p:nvPr/>
      </p:nvGrpSpPr>
      <p:grpSpPr>
        <a:xfrm>
          <a:off x="0" y="0"/>
          <a:ext cx="0" cy="0"/>
          <a:chOff x="0" y="0"/>
          <a:chExt cx="0" cy="0"/>
        </a:xfrm>
      </p:grpSpPr>
      <p:pic>
        <p:nvPicPr>
          <p:cNvPr id="1169" name="Google Shape;1169;g359c69846d0_1_530"/>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70" name="Google Shape;1170;g359c69846d0_1_530"/>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Big circuit">
  <p:cSld name="BLANK_1">
    <p:spTree>
      <p:nvGrpSpPr>
        <p:cNvPr id="1171" name="Shape 1171"/>
        <p:cNvGrpSpPr/>
        <p:nvPr/>
      </p:nvGrpSpPr>
      <p:grpSpPr>
        <a:xfrm>
          <a:off x="0" y="0"/>
          <a:ext cx="0" cy="0"/>
          <a:chOff x="0" y="0"/>
          <a:chExt cx="0" cy="0"/>
        </a:xfrm>
      </p:grpSpPr>
      <p:pic>
        <p:nvPicPr>
          <p:cNvPr id="1172" name="Google Shape;1172;g359c69846d0_1_533"/>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73" name="Google Shape;1173;g359c69846d0_1_533"/>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_1">
    <p:spTree>
      <p:nvGrpSpPr>
        <p:cNvPr id="1174" name="Shape 1174"/>
        <p:cNvGrpSpPr/>
        <p:nvPr/>
      </p:nvGrpSpPr>
      <p:grpSpPr>
        <a:xfrm>
          <a:off x="0" y="0"/>
          <a:ext cx="0" cy="0"/>
          <a:chOff x="0" y="0"/>
          <a:chExt cx="0" cy="0"/>
        </a:xfrm>
      </p:grpSpPr>
      <p:sp>
        <p:nvSpPr>
          <p:cNvPr id="1175" name="Google Shape;1175;g359c69846d0_1_536"/>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1180" name="Shape 1180"/>
        <p:cNvGrpSpPr/>
        <p:nvPr/>
      </p:nvGrpSpPr>
      <p:grpSpPr>
        <a:xfrm>
          <a:off x="0" y="0"/>
          <a:ext cx="0" cy="0"/>
          <a:chOff x="0" y="0"/>
          <a:chExt cx="0" cy="0"/>
        </a:xfrm>
      </p:grpSpPr>
      <p:pic>
        <p:nvPicPr>
          <p:cNvPr id="1181" name="Google Shape;1181;g359c69846d0_1_1458"/>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82" name="Google Shape;1182;g359c69846d0_1_1458"/>
          <p:cNvSpPr txBox="1"/>
          <p:nvPr>
            <p:ph type="ctrTitle"/>
          </p:nvPr>
        </p:nvSpPr>
        <p:spPr>
          <a:xfrm>
            <a:off x="685800" y="743850"/>
            <a:ext cx="5796900" cy="1159800"/>
          </a:xfrm>
          <a:prstGeom prst="rect">
            <a:avLst/>
          </a:prstGeom>
        </p:spPr>
        <p:txBody>
          <a:bodyPr anchorCtr="0" anchor="t" bIns="0" lIns="0" spcFirstLastPara="1" rIns="0" wrap="square" tIns="0">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1183" name="Shape 1183"/>
        <p:cNvGrpSpPr/>
        <p:nvPr/>
      </p:nvGrpSpPr>
      <p:grpSpPr>
        <a:xfrm>
          <a:off x="0" y="0"/>
          <a:ext cx="0" cy="0"/>
          <a:chOff x="0" y="0"/>
          <a:chExt cx="0" cy="0"/>
        </a:xfrm>
      </p:grpSpPr>
      <p:pic>
        <p:nvPicPr>
          <p:cNvPr id="1184" name="Google Shape;1184;g359c69846d0_1_1461"/>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85" name="Google Shape;1185;g359c69846d0_1_1461"/>
          <p:cNvSpPr txBox="1"/>
          <p:nvPr>
            <p:ph type="ctrTitle"/>
          </p:nvPr>
        </p:nvSpPr>
        <p:spPr>
          <a:xfrm>
            <a:off x="685800" y="973750"/>
            <a:ext cx="5796900" cy="1159800"/>
          </a:xfrm>
          <a:prstGeom prst="rect">
            <a:avLst/>
          </a:prstGeom>
        </p:spPr>
        <p:txBody>
          <a:bodyPr anchorCtr="0" anchor="b"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186" name="Google Shape;1186;g359c69846d0_1_1461"/>
          <p:cNvSpPr txBox="1"/>
          <p:nvPr>
            <p:ph idx="1" type="subTitle"/>
          </p:nvPr>
        </p:nvSpPr>
        <p:spPr>
          <a:xfrm>
            <a:off x="685800" y="2230450"/>
            <a:ext cx="5796900" cy="465300"/>
          </a:xfrm>
          <a:prstGeom prst="rect">
            <a:avLst/>
          </a:prstGeom>
        </p:spPr>
        <p:txBody>
          <a:bodyPr anchorCtr="0" anchor="t"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1187" name="Shape 1187"/>
        <p:cNvGrpSpPr/>
        <p:nvPr/>
      </p:nvGrpSpPr>
      <p:grpSpPr>
        <a:xfrm>
          <a:off x="0" y="0"/>
          <a:ext cx="0" cy="0"/>
          <a:chOff x="0" y="0"/>
          <a:chExt cx="0" cy="0"/>
        </a:xfrm>
      </p:grpSpPr>
      <p:pic>
        <p:nvPicPr>
          <p:cNvPr id="1188" name="Google Shape;1188;g359c69846d0_1_1465"/>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89" name="Google Shape;1189;g359c69846d0_1_1465"/>
          <p:cNvSpPr txBox="1"/>
          <p:nvPr>
            <p:ph idx="1" type="body"/>
          </p:nvPr>
        </p:nvSpPr>
        <p:spPr>
          <a:xfrm>
            <a:off x="1318775" y="1036050"/>
            <a:ext cx="5163900" cy="3660900"/>
          </a:xfrm>
          <a:prstGeom prst="rect">
            <a:avLst/>
          </a:prstGeom>
        </p:spPr>
        <p:txBody>
          <a:bodyPr anchorCtr="0" anchor="t" bIns="0" lIns="0" spcFirstLastPara="1" rIns="0" wrap="square" tIns="0">
            <a:noAutofit/>
          </a:bodyPr>
          <a:lstStyle>
            <a:lvl1pPr indent="-444500" lvl="0" marL="457200">
              <a:spcBef>
                <a:spcPts val="600"/>
              </a:spcBef>
              <a:spcAft>
                <a:spcPts val="0"/>
              </a:spcAft>
              <a:buSzPts val="3400"/>
              <a:buChar char="▰"/>
              <a:defRPr sz="3400"/>
            </a:lvl1pPr>
            <a:lvl2pPr indent="-444500" lvl="1" marL="914400">
              <a:spcBef>
                <a:spcPts val="0"/>
              </a:spcBef>
              <a:spcAft>
                <a:spcPts val="0"/>
              </a:spcAft>
              <a:buSzPts val="3400"/>
              <a:buChar char="○"/>
              <a:defRPr sz="3400"/>
            </a:lvl2pPr>
            <a:lvl3pPr indent="-444500" lvl="2" marL="1371600">
              <a:spcBef>
                <a:spcPts val="0"/>
              </a:spcBef>
              <a:spcAft>
                <a:spcPts val="0"/>
              </a:spcAft>
              <a:buSzPts val="3400"/>
              <a:buChar char="■"/>
              <a:defRPr sz="3400"/>
            </a:lvl3pPr>
            <a:lvl4pPr indent="-444500" lvl="3" marL="1828800">
              <a:spcBef>
                <a:spcPts val="0"/>
              </a:spcBef>
              <a:spcAft>
                <a:spcPts val="0"/>
              </a:spcAft>
              <a:buSzPts val="3400"/>
              <a:buChar char="●"/>
              <a:defRPr sz="3400"/>
            </a:lvl4pPr>
            <a:lvl5pPr indent="-444500" lvl="4" marL="2286000">
              <a:spcBef>
                <a:spcPts val="0"/>
              </a:spcBef>
              <a:spcAft>
                <a:spcPts val="0"/>
              </a:spcAft>
              <a:buSzPts val="3400"/>
              <a:buChar char="○"/>
              <a:defRPr sz="3400"/>
            </a:lvl5pPr>
            <a:lvl6pPr indent="-444500" lvl="5" marL="2743200">
              <a:spcBef>
                <a:spcPts val="0"/>
              </a:spcBef>
              <a:spcAft>
                <a:spcPts val="0"/>
              </a:spcAft>
              <a:buSzPts val="3400"/>
              <a:buChar char="■"/>
              <a:defRPr sz="3400"/>
            </a:lvl6pPr>
            <a:lvl7pPr indent="-444500" lvl="6" marL="3200400">
              <a:spcBef>
                <a:spcPts val="0"/>
              </a:spcBef>
              <a:spcAft>
                <a:spcPts val="0"/>
              </a:spcAft>
              <a:buSzPts val="3400"/>
              <a:buChar char="●"/>
              <a:defRPr sz="3400"/>
            </a:lvl7pPr>
            <a:lvl8pPr indent="-444500" lvl="7" marL="3657600">
              <a:spcBef>
                <a:spcPts val="0"/>
              </a:spcBef>
              <a:spcAft>
                <a:spcPts val="0"/>
              </a:spcAft>
              <a:buSzPts val="3400"/>
              <a:buChar char="○"/>
              <a:defRPr sz="3400"/>
            </a:lvl8pPr>
            <a:lvl9pPr indent="-444500" lvl="8" marL="4114800">
              <a:spcBef>
                <a:spcPts val="0"/>
              </a:spcBef>
              <a:spcAft>
                <a:spcPts val="0"/>
              </a:spcAft>
              <a:buSzPts val="3400"/>
              <a:buChar char="■"/>
              <a:defRPr sz="3400"/>
            </a:lvl9pPr>
          </a:lstStyle>
          <a:p/>
        </p:txBody>
      </p:sp>
      <p:sp>
        <p:nvSpPr>
          <p:cNvPr id="1190" name="Google Shape;1190;g359c69846d0_1_1465"/>
          <p:cNvSpPr txBox="1"/>
          <p:nvPr/>
        </p:nvSpPr>
        <p:spPr>
          <a:xfrm>
            <a:off x="604350" y="627175"/>
            <a:ext cx="870900" cy="65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9600">
                <a:solidFill>
                  <a:srgbClr val="7DFFB1"/>
                </a:solidFill>
                <a:latin typeface="Titillium Web"/>
                <a:ea typeface="Titillium Web"/>
                <a:cs typeface="Titillium Web"/>
                <a:sym typeface="Titillium Web"/>
              </a:rPr>
              <a:t>“</a:t>
            </a:r>
            <a:endParaRPr b="1" sz="9600">
              <a:solidFill>
                <a:srgbClr val="7DFFB1"/>
              </a:solidFill>
              <a:latin typeface="Titillium Web"/>
              <a:ea typeface="Titillium Web"/>
              <a:cs typeface="Titillium Web"/>
              <a:sym typeface="Titillium Web"/>
            </a:endParaRPr>
          </a:p>
        </p:txBody>
      </p:sp>
      <p:sp>
        <p:nvSpPr>
          <p:cNvPr id="1191" name="Google Shape;1191;g359c69846d0_1_1465"/>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1192" name="Shape 1192"/>
        <p:cNvGrpSpPr/>
        <p:nvPr/>
      </p:nvGrpSpPr>
      <p:grpSpPr>
        <a:xfrm>
          <a:off x="0" y="0"/>
          <a:ext cx="0" cy="0"/>
          <a:chOff x="0" y="0"/>
          <a:chExt cx="0" cy="0"/>
        </a:xfrm>
      </p:grpSpPr>
      <p:pic>
        <p:nvPicPr>
          <p:cNvPr id="1193" name="Google Shape;1193;g359c69846d0_1_1470"/>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94" name="Google Shape;1194;g359c69846d0_1_1470"/>
          <p:cNvSpPr txBox="1"/>
          <p:nvPr>
            <p:ph type="title"/>
          </p:nvPr>
        </p:nvSpPr>
        <p:spPr>
          <a:xfrm>
            <a:off x="457200" y="434575"/>
            <a:ext cx="6025500" cy="857400"/>
          </a:xfrm>
          <a:prstGeom prst="rect">
            <a:avLst/>
          </a:prstGeom>
        </p:spPr>
        <p:txBody>
          <a:bodyPr anchorCtr="0" anchor="b" bIns="0" lIns="0" spcFirstLastPara="1" rIns="0" wrap="square" tIns="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195" name="Google Shape;1195;g359c69846d0_1_1470"/>
          <p:cNvSpPr txBox="1"/>
          <p:nvPr>
            <p:ph idx="1" type="body"/>
          </p:nvPr>
        </p:nvSpPr>
        <p:spPr>
          <a:xfrm>
            <a:off x="457200" y="1428748"/>
            <a:ext cx="6025500" cy="3148800"/>
          </a:xfrm>
          <a:prstGeom prst="rect">
            <a:avLst/>
          </a:prstGeom>
        </p:spPr>
        <p:txBody>
          <a:bodyPr anchorCtr="0" anchor="t" bIns="0" lIns="0" spcFirstLastPara="1" rIns="0" wrap="square" tIns="0">
            <a:noAutofit/>
          </a:bodyPr>
          <a:lstStyle>
            <a:lvl1pPr indent="-381000" lvl="0" marL="457200">
              <a:spcBef>
                <a:spcPts val="60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sp>
        <p:nvSpPr>
          <p:cNvPr id="1196" name="Google Shape;1196;g359c69846d0_1_1470"/>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1197" name="Shape 1197"/>
        <p:cNvGrpSpPr/>
        <p:nvPr/>
      </p:nvGrpSpPr>
      <p:grpSpPr>
        <a:xfrm>
          <a:off x="0" y="0"/>
          <a:ext cx="0" cy="0"/>
          <a:chOff x="0" y="0"/>
          <a:chExt cx="0" cy="0"/>
        </a:xfrm>
      </p:grpSpPr>
      <p:pic>
        <p:nvPicPr>
          <p:cNvPr id="1198" name="Google Shape;1198;g359c69846d0_1_1475"/>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99" name="Google Shape;1199;g359c69846d0_1_1475"/>
          <p:cNvSpPr txBox="1"/>
          <p:nvPr>
            <p:ph type="title"/>
          </p:nvPr>
        </p:nvSpPr>
        <p:spPr>
          <a:xfrm>
            <a:off x="457200" y="434575"/>
            <a:ext cx="6025500" cy="857400"/>
          </a:xfrm>
          <a:prstGeom prst="rect">
            <a:avLst/>
          </a:prstGeom>
        </p:spPr>
        <p:txBody>
          <a:bodyPr anchorCtr="0" anchor="b" bIns="0" lIns="0" spcFirstLastPara="1" rIns="0" wrap="square" tIns="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200" name="Google Shape;1200;g359c69846d0_1_1475"/>
          <p:cNvSpPr txBox="1"/>
          <p:nvPr>
            <p:ph idx="1" type="body"/>
          </p:nvPr>
        </p:nvSpPr>
        <p:spPr>
          <a:xfrm>
            <a:off x="457200" y="1428750"/>
            <a:ext cx="2924700" cy="3153600"/>
          </a:xfrm>
          <a:prstGeom prst="rect">
            <a:avLst/>
          </a:prstGeom>
        </p:spPr>
        <p:txBody>
          <a:bodyPr anchorCtr="0" anchor="t" bIns="0" lIns="0" spcFirstLastPara="1" rIns="0" wrap="square" tIns="0">
            <a:noAutofit/>
          </a:bodyPr>
          <a:lstStyle>
            <a:lvl1pPr indent="-355600" lvl="0" marL="457200">
              <a:spcBef>
                <a:spcPts val="60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
        <p:nvSpPr>
          <p:cNvPr id="1201" name="Google Shape;1201;g359c69846d0_1_1475"/>
          <p:cNvSpPr txBox="1"/>
          <p:nvPr>
            <p:ph idx="2" type="body"/>
          </p:nvPr>
        </p:nvSpPr>
        <p:spPr>
          <a:xfrm>
            <a:off x="3558095" y="1428750"/>
            <a:ext cx="2924700" cy="3153600"/>
          </a:xfrm>
          <a:prstGeom prst="rect">
            <a:avLst/>
          </a:prstGeom>
        </p:spPr>
        <p:txBody>
          <a:bodyPr anchorCtr="0" anchor="t" bIns="0" lIns="0" spcFirstLastPara="1" rIns="0" wrap="square" tIns="0">
            <a:noAutofit/>
          </a:bodyPr>
          <a:lstStyle>
            <a:lvl1pPr indent="-355600" lvl="0" marL="457200">
              <a:spcBef>
                <a:spcPts val="60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
        <p:nvSpPr>
          <p:cNvPr id="1202" name="Google Shape;1202;g359c69846d0_1_1475"/>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1203" name="Shape 1203"/>
        <p:cNvGrpSpPr/>
        <p:nvPr/>
      </p:nvGrpSpPr>
      <p:grpSpPr>
        <a:xfrm>
          <a:off x="0" y="0"/>
          <a:ext cx="0" cy="0"/>
          <a:chOff x="0" y="0"/>
          <a:chExt cx="0" cy="0"/>
        </a:xfrm>
      </p:grpSpPr>
      <p:pic>
        <p:nvPicPr>
          <p:cNvPr id="1204" name="Google Shape;1204;g359c69846d0_1_1481"/>
          <p:cNvPicPr preferRelativeResize="0"/>
          <p:nvPr/>
        </p:nvPicPr>
        <p:blipFill>
          <a:blip r:embed="rId2">
            <a:alphaModFix/>
          </a:blip>
          <a:stretch>
            <a:fillRect/>
          </a:stretch>
        </p:blipFill>
        <p:spPr>
          <a:xfrm>
            <a:off x="0" y="0"/>
            <a:ext cx="9144000" cy="5143500"/>
          </a:xfrm>
          <a:prstGeom prst="rect">
            <a:avLst/>
          </a:prstGeom>
          <a:noFill/>
          <a:ln>
            <a:noFill/>
          </a:ln>
        </p:spPr>
      </p:pic>
      <p:sp>
        <p:nvSpPr>
          <p:cNvPr id="1205" name="Google Shape;1205;g359c69846d0_1_1481"/>
          <p:cNvSpPr txBox="1"/>
          <p:nvPr>
            <p:ph type="title"/>
          </p:nvPr>
        </p:nvSpPr>
        <p:spPr>
          <a:xfrm>
            <a:off x="457200" y="434575"/>
            <a:ext cx="6025500" cy="857400"/>
          </a:xfrm>
          <a:prstGeom prst="rect">
            <a:avLst/>
          </a:prstGeom>
        </p:spPr>
        <p:txBody>
          <a:bodyPr anchorCtr="0" anchor="b" bIns="0" lIns="0" spcFirstLastPara="1" rIns="0" wrap="square" tIns="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206" name="Google Shape;1206;g359c69846d0_1_1481"/>
          <p:cNvSpPr txBox="1"/>
          <p:nvPr>
            <p:ph idx="1" type="body"/>
          </p:nvPr>
        </p:nvSpPr>
        <p:spPr>
          <a:xfrm>
            <a:off x="457200" y="1428750"/>
            <a:ext cx="1851600" cy="3321000"/>
          </a:xfrm>
          <a:prstGeom prst="rect">
            <a:avLst/>
          </a:prstGeom>
        </p:spPr>
        <p:txBody>
          <a:bodyPr anchorCtr="0" anchor="t" bIns="0" lIns="0" spcFirstLastPara="1" rIns="0" wrap="square" tIns="0">
            <a:noAutofit/>
          </a:bodyPr>
          <a:lstStyle>
            <a:lvl1pPr indent="-330200" lvl="0" marL="457200">
              <a:spcBef>
                <a:spcPts val="60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1207" name="Google Shape;1207;g359c69846d0_1_1481"/>
          <p:cNvSpPr txBox="1"/>
          <p:nvPr>
            <p:ph idx="2" type="body"/>
          </p:nvPr>
        </p:nvSpPr>
        <p:spPr>
          <a:xfrm>
            <a:off x="2544155" y="1428750"/>
            <a:ext cx="1851600" cy="3321000"/>
          </a:xfrm>
          <a:prstGeom prst="rect">
            <a:avLst/>
          </a:prstGeom>
        </p:spPr>
        <p:txBody>
          <a:bodyPr anchorCtr="0" anchor="t" bIns="0" lIns="0" spcFirstLastPara="1" rIns="0" wrap="square" tIns="0">
            <a:noAutofit/>
          </a:bodyPr>
          <a:lstStyle>
            <a:lvl1pPr indent="-330200" lvl="0" marL="457200">
              <a:spcBef>
                <a:spcPts val="60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1208" name="Google Shape;1208;g359c69846d0_1_1481"/>
          <p:cNvSpPr txBox="1"/>
          <p:nvPr>
            <p:ph idx="3" type="body"/>
          </p:nvPr>
        </p:nvSpPr>
        <p:spPr>
          <a:xfrm>
            <a:off x="4631111" y="1428750"/>
            <a:ext cx="1851600" cy="3321000"/>
          </a:xfrm>
          <a:prstGeom prst="rect">
            <a:avLst/>
          </a:prstGeom>
        </p:spPr>
        <p:txBody>
          <a:bodyPr anchorCtr="0" anchor="t" bIns="0" lIns="0" spcFirstLastPara="1" rIns="0" wrap="square" tIns="0">
            <a:noAutofit/>
          </a:bodyPr>
          <a:lstStyle>
            <a:lvl1pPr indent="-330200" lvl="0" marL="457200">
              <a:spcBef>
                <a:spcPts val="60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1209" name="Google Shape;1209;g359c69846d0_1_1481"/>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10" name="Shape 1210"/>
        <p:cNvGrpSpPr/>
        <p:nvPr/>
      </p:nvGrpSpPr>
      <p:grpSpPr>
        <a:xfrm>
          <a:off x="0" y="0"/>
          <a:ext cx="0" cy="0"/>
          <a:chOff x="0" y="0"/>
          <a:chExt cx="0" cy="0"/>
        </a:xfrm>
      </p:grpSpPr>
      <p:pic>
        <p:nvPicPr>
          <p:cNvPr id="1211" name="Google Shape;1211;g359c69846d0_1_1488"/>
          <p:cNvPicPr preferRelativeResize="0"/>
          <p:nvPr/>
        </p:nvPicPr>
        <p:blipFill>
          <a:blip r:embed="rId2">
            <a:alphaModFix/>
          </a:blip>
          <a:stretch>
            <a:fillRect/>
          </a:stretch>
        </p:blipFill>
        <p:spPr>
          <a:xfrm>
            <a:off x="0" y="0"/>
            <a:ext cx="9144000" cy="5143500"/>
          </a:xfrm>
          <a:prstGeom prst="rect">
            <a:avLst/>
          </a:prstGeom>
          <a:noFill/>
          <a:ln>
            <a:noFill/>
          </a:ln>
        </p:spPr>
      </p:pic>
      <p:sp>
        <p:nvSpPr>
          <p:cNvPr id="1212" name="Google Shape;1212;g359c69846d0_1_1488"/>
          <p:cNvSpPr txBox="1"/>
          <p:nvPr>
            <p:ph type="title"/>
          </p:nvPr>
        </p:nvSpPr>
        <p:spPr>
          <a:xfrm>
            <a:off x="457200" y="434575"/>
            <a:ext cx="6025500" cy="857400"/>
          </a:xfrm>
          <a:prstGeom prst="rect">
            <a:avLst/>
          </a:prstGeom>
        </p:spPr>
        <p:txBody>
          <a:bodyPr anchorCtr="0" anchor="b" bIns="0" lIns="0" spcFirstLastPara="1" rIns="0" wrap="square" tIns="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213" name="Google Shape;1213;g359c69846d0_1_1488"/>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14" name="Shape 1214"/>
        <p:cNvGrpSpPr/>
        <p:nvPr/>
      </p:nvGrpSpPr>
      <p:grpSpPr>
        <a:xfrm>
          <a:off x="0" y="0"/>
          <a:ext cx="0" cy="0"/>
          <a:chOff x="0" y="0"/>
          <a:chExt cx="0" cy="0"/>
        </a:xfrm>
      </p:grpSpPr>
      <p:pic>
        <p:nvPicPr>
          <p:cNvPr id="1215" name="Google Shape;1215;g359c69846d0_1_1492"/>
          <p:cNvPicPr preferRelativeResize="0"/>
          <p:nvPr/>
        </p:nvPicPr>
        <p:blipFill>
          <a:blip r:embed="rId2">
            <a:alphaModFix/>
          </a:blip>
          <a:stretch>
            <a:fillRect/>
          </a:stretch>
        </p:blipFill>
        <p:spPr>
          <a:xfrm>
            <a:off x="0" y="0"/>
            <a:ext cx="9144000" cy="5143500"/>
          </a:xfrm>
          <a:prstGeom prst="rect">
            <a:avLst/>
          </a:prstGeom>
          <a:noFill/>
          <a:ln>
            <a:noFill/>
          </a:ln>
        </p:spPr>
      </p:pic>
      <p:sp>
        <p:nvSpPr>
          <p:cNvPr id="1216" name="Google Shape;1216;g359c69846d0_1_1492"/>
          <p:cNvSpPr txBox="1"/>
          <p:nvPr>
            <p:ph idx="1" type="body"/>
          </p:nvPr>
        </p:nvSpPr>
        <p:spPr>
          <a:xfrm>
            <a:off x="457200" y="4406300"/>
            <a:ext cx="6025500" cy="519600"/>
          </a:xfrm>
          <a:prstGeom prst="rect">
            <a:avLst/>
          </a:prstGeom>
        </p:spPr>
        <p:txBody>
          <a:bodyPr anchorCtr="0" anchor="t" bIns="0" lIns="0" spcFirstLastPara="1" rIns="0" wrap="square" tIns="0">
            <a:noAutofit/>
          </a:bodyPr>
          <a:lstStyle>
            <a:lvl1pPr indent="-228600" lvl="0" marL="457200">
              <a:spcBef>
                <a:spcPts val="360"/>
              </a:spcBef>
              <a:spcAft>
                <a:spcPts val="0"/>
              </a:spcAft>
              <a:buSzPts val="1800"/>
              <a:buNone/>
              <a:defRPr sz="1800"/>
            </a:lvl1pPr>
          </a:lstStyle>
          <a:p/>
        </p:txBody>
      </p:sp>
      <p:sp>
        <p:nvSpPr>
          <p:cNvPr id="1217" name="Google Shape;1217;g359c69846d0_1_1492"/>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18" name="Shape 1218"/>
        <p:cNvGrpSpPr/>
        <p:nvPr/>
      </p:nvGrpSpPr>
      <p:grpSpPr>
        <a:xfrm>
          <a:off x="0" y="0"/>
          <a:ext cx="0" cy="0"/>
          <a:chOff x="0" y="0"/>
          <a:chExt cx="0" cy="0"/>
        </a:xfrm>
      </p:grpSpPr>
      <p:pic>
        <p:nvPicPr>
          <p:cNvPr id="1219" name="Google Shape;1219;g359c69846d0_1_1496"/>
          <p:cNvPicPr preferRelativeResize="0"/>
          <p:nvPr/>
        </p:nvPicPr>
        <p:blipFill>
          <a:blip r:embed="rId2">
            <a:alphaModFix/>
          </a:blip>
          <a:stretch>
            <a:fillRect/>
          </a:stretch>
        </p:blipFill>
        <p:spPr>
          <a:xfrm>
            <a:off x="0" y="0"/>
            <a:ext cx="9144000" cy="5143500"/>
          </a:xfrm>
          <a:prstGeom prst="rect">
            <a:avLst/>
          </a:prstGeom>
          <a:noFill/>
          <a:ln>
            <a:noFill/>
          </a:ln>
        </p:spPr>
      </p:pic>
      <p:sp>
        <p:nvSpPr>
          <p:cNvPr id="1220" name="Google Shape;1220;g359c69846d0_1_1496"/>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7" name="Shape 1227"/>
        <p:cNvGrpSpPr/>
        <p:nvPr/>
      </p:nvGrpSpPr>
      <p:grpSpPr>
        <a:xfrm>
          <a:off x="0" y="0"/>
          <a:ext cx="0" cy="0"/>
          <a:chOff x="0" y="0"/>
          <a:chExt cx="0" cy="0"/>
        </a:xfrm>
      </p:grpSpPr>
      <p:sp>
        <p:nvSpPr>
          <p:cNvPr id="1228" name="Google Shape;1228;g357c580f6f6_1_82"/>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29" name="Google Shape;1229;g357c580f6f6_1_82"/>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0" name="Google Shape;1230;g357c580f6f6_1_82"/>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31" name="Shape 1231"/>
        <p:cNvGrpSpPr/>
        <p:nvPr/>
      </p:nvGrpSpPr>
      <p:grpSpPr>
        <a:xfrm>
          <a:off x="0" y="0"/>
          <a:ext cx="0" cy="0"/>
          <a:chOff x="0" y="0"/>
          <a:chExt cx="0" cy="0"/>
        </a:xfrm>
      </p:grpSpPr>
      <p:sp>
        <p:nvSpPr>
          <p:cNvPr id="1232" name="Google Shape;1232;g357c580f6f6_1_86"/>
          <p:cNvSpPr txBox="1"/>
          <p:nvPr>
            <p:ph type="ctrTitle"/>
          </p:nvPr>
        </p:nvSpPr>
        <p:spPr>
          <a:xfrm>
            <a:off x="342900" y="1065213"/>
            <a:ext cx="3886200" cy="7350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33" name="Google Shape;1233;g357c580f6f6_1_86"/>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1234" name="Google Shape;1234;g357c580f6f6_1_86"/>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5" name="Google Shape;1235;g357c580f6f6_1_86"/>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6" name="Google Shape;1236;g357c580f6f6_1_86"/>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37" name="Shape 1237"/>
        <p:cNvGrpSpPr/>
        <p:nvPr/>
      </p:nvGrpSpPr>
      <p:grpSpPr>
        <a:xfrm>
          <a:off x="0" y="0"/>
          <a:ext cx="0" cy="0"/>
          <a:chOff x="0" y="0"/>
          <a:chExt cx="0" cy="0"/>
        </a:xfrm>
      </p:grpSpPr>
      <p:sp>
        <p:nvSpPr>
          <p:cNvPr id="1238" name="Google Shape;1238;g357c580f6f6_1_92"/>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39" name="Google Shape;1239;g357c580f6f6_1_92"/>
          <p:cNvSpPr txBox="1"/>
          <p:nvPr>
            <p:ph idx="1" type="body"/>
          </p:nvPr>
        </p:nvSpPr>
        <p:spPr>
          <a:xfrm>
            <a:off x="228600" y="800100"/>
            <a:ext cx="4114800" cy="2262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40" name="Google Shape;1240;g357c580f6f6_1_92"/>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1" name="Google Shape;1241;g357c580f6f6_1_92"/>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2" name="Google Shape;1242;g357c580f6f6_1_92"/>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43" name="Shape 1243"/>
        <p:cNvGrpSpPr/>
        <p:nvPr/>
      </p:nvGrpSpPr>
      <p:grpSpPr>
        <a:xfrm>
          <a:off x="0" y="0"/>
          <a:ext cx="0" cy="0"/>
          <a:chOff x="0" y="0"/>
          <a:chExt cx="0" cy="0"/>
        </a:xfrm>
      </p:grpSpPr>
      <p:sp>
        <p:nvSpPr>
          <p:cNvPr id="1244" name="Google Shape;1244;g357c580f6f6_1_98"/>
          <p:cNvSpPr txBox="1"/>
          <p:nvPr>
            <p:ph type="title"/>
          </p:nvPr>
        </p:nvSpPr>
        <p:spPr>
          <a:xfrm>
            <a:off x="361156" y="2203450"/>
            <a:ext cx="3886200" cy="681000"/>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45" name="Google Shape;1245;g357c580f6f6_1_98"/>
          <p:cNvSpPr txBox="1"/>
          <p:nvPr>
            <p:ph idx="1" type="body"/>
          </p:nvPr>
        </p:nvSpPr>
        <p:spPr>
          <a:xfrm>
            <a:off x="361156" y="1453357"/>
            <a:ext cx="3886200" cy="750000"/>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1246" name="Google Shape;1246;g357c580f6f6_1_98"/>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7" name="Google Shape;1247;g357c580f6f6_1_98"/>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8" name="Google Shape;1248;g357c580f6f6_1_98"/>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49" name="Shape 1249"/>
        <p:cNvGrpSpPr/>
        <p:nvPr/>
      </p:nvGrpSpPr>
      <p:grpSpPr>
        <a:xfrm>
          <a:off x="0" y="0"/>
          <a:ext cx="0" cy="0"/>
          <a:chOff x="0" y="0"/>
          <a:chExt cx="0" cy="0"/>
        </a:xfrm>
      </p:grpSpPr>
      <p:sp>
        <p:nvSpPr>
          <p:cNvPr id="1250" name="Google Shape;1250;g357c580f6f6_1_104"/>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51" name="Google Shape;1251;g357c580f6f6_1_104"/>
          <p:cNvSpPr txBox="1"/>
          <p:nvPr>
            <p:ph idx="1" type="body"/>
          </p:nvPr>
        </p:nvSpPr>
        <p:spPr>
          <a:xfrm>
            <a:off x="228600" y="800100"/>
            <a:ext cx="2019300" cy="2262900"/>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1252" name="Google Shape;1252;g357c580f6f6_1_104"/>
          <p:cNvSpPr txBox="1"/>
          <p:nvPr>
            <p:ph idx="2" type="body"/>
          </p:nvPr>
        </p:nvSpPr>
        <p:spPr>
          <a:xfrm>
            <a:off x="2324100" y="800100"/>
            <a:ext cx="2019300" cy="2262900"/>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1253" name="Google Shape;1253;g357c580f6f6_1_104"/>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54" name="Google Shape;1254;g357c580f6f6_1_104"/>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55" name="Google Shape;1255;g357c580f6f6_1_104"/>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56" name="Shape 1256"/>
        <p:cNvGrpSpPr/>
        <p:nvPr/>
      </p:nvGrpSpPr>
      <p:grpSpPr>
        <a:xfrm>
          <a:off x="0" y="0"/>
          <a:ext cx="0" cy="0"/>
          <a:chOff x="0" y="0"/>
          <a:chExt cx="0" cy="0"/>
        </a:xfrm>
      </p:grpSpPr>
      <p:sp>
        <p:nvSpPr>
          <p:cNvPr id="1257" name="Google Shape;1257;g357c580f6f6_1_111"/>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58" name="Google Shape;1258;g357c580f6f6_1_111"/>
          <p:cNvSpPr txBox="1"/>
          <p:nvPr>
            <p:ph idx="1" type="body"/>
          </p:nvPr>
        </p:nvSpPr>
        <p:spPr>
          <a:xfrm>
            <a:off x="228600" y="767556"/>
            <a:ext cx="2020200" cy="319800"/>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1259" name="Google Shape;1259;g357c580f6f6_1_111"/>
          <p:cNvSpPr txBox="1"/>
          <p:nvPr>
            <p:ph idx="2" type="body"/>
          </p:nvPr>
        </p:nvSpPr>
        <p:spPr>
          <a:xfrm>
            <a:off x="228600" y="1087438"/>
            <a:ext cx="2020200" cy="1975500"/>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1260" name="Google Shape;1260;g357c580f6f6_1_111"/>
          <p:cNvSpPr txBox="1"/>
          <p:nvPr>
            <p:ph idx="3" type="body"/>
          </p:nvPr>
        </p:nvSpPr>
        <p:spPr>
          <a:xfrm>
            <a:off x="2322513" y="767556"/>
            <a:ext cx="2020800" cy="319800"/>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1261" name="Google Shape;1261;g357c580f6f6_1_111"/>
          <p:cNvSpPr txBox="1"/>
          <p:nvPr>
            <p:ph idx="4" type="body"/>
          </p:nvPr>
        </p:nvSpPr>
        <p:spPr>
          <a:xfrm>
            <a:off x="2322513" y="1087438"/>
            <a:ext cx="2020800" cy="1975500"/>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1262" name="Google Shape;1262;g357c580f6f6_1_111"/>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63" name="Google Shape;1263;g357c580f6f6_1_111"/>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64" name="Google Shape;1264;g357c580f6f6_1_111"/>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65" name="Shape 1265"/>
        <p:cNvGrpSpPr/>
        <p:nvPr/>
      </p:nvGrpSpPr>
      <p:grpSpPr>
        <a:xfrm>
          <a:off x="0" y="0"/>
          <a:ext cx="0" cy="0"/>
          <a:chOff x="0" y="0"/>
          <a:chExt cx="0" cy="0"/>
        </a:xfrm>
      </p:grpSpPr>
      <p:sp>
        <p:nvSpPr>
          <p:cNvPr id="1266" name="Google Shape;1266;g357c580f6f6_1_1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67" name="Google Shape;1267;g357c580f6f6_1_120"/>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68" name="Google Shape;1268;g357c580f6f6_1_120"/>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69" name="Google Shape;1269;g357c580f6f6_1_120"/>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70" name="Shape 1270"/>
        <p:cNvGrpSpPr/>
        <p:nvPr/>
      </p:nvGrpSpPr>
      <p:grpSpPr>
        <a:xfrm>
          <a:off x="0" y="0"/>
          <a:ext cx="0" cy="0"/>
          <a:chOff x="0" y="0"/>
          <a:chExt cx="0" cy="0"/>
        </a:xfrm>
      </p:grpSpPr>
      <p:sp>
        <p:nvSpPr>
          <p:cNvPr id="1271" name="Google Shape;1271;g357c580f6f6_1_125"/>
          <p:cNvSpPr txBox="1"/>
          <p:nvPr>
            <p:ph type="title"/>
          </p:nvPr>
        </p:nvSpPr>
        <p:spPr>
          <a:xfrm>
            <a:off x="228600" y="136525"/>
            <a:ext cx="1504200" cy="581100"/>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72" name="Google Shape;1272;g357c580f6f6_1_125"/>
          <p:cNvSpPr txBox="1"/>
          <p:nvPr>
            <p:ph idx="1" type="body"/>
          </p:nvPr>
        </p:nvSpPr>
        <p:spPr>
          <a:xfrm>
            <a:off x="1787525" y="136525"/>
            <a:ext cx="2556000" cy="2926500"/>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273" name="Google Shape;1273;g357c580f6f6_1_125"/>
          <p:cNvSpPr txBox="1"/>
          <p:nvPr>
            <p:ph idx="2" type="body"/>
          </p:nvPr>
        </p:nvSpPr>
        <p:spPr>
          <a:xfrm>
            <a:off x="228600" y="717550"/>
            <a:ext cx="1504200" cy="2345400"/>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274" name="Google Shape;1274;g357c580f6f6_1_125"/>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75" name="Google Shape;1275;g357c580f6f6_1_125"/>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76" name="Google Shape;1276;g357c580f6f6_1_125"/>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277" name="Shape 1277"/>
        <p:cNvGrpSpPr/>
        <p:nvPr/>
      </p:nvGrpSpPr>
      <p:grpSpPr>
        <a:xfrm>
          <a:off x="0" y="0"/>
          <a:ext cx="0" cy="0"/>
          <a:chOff x="0" y="0"/>
          <a:chExt cx="0" cy="0"/>
        </a:xfrm>
      </p:grpSpPr>
      <p:sp>
        <p:nvSpPr>
          <p:cNvPr id="1278" name="Google Shape;1278;g357c580f6f6_1_132"/>
          <p:cNvSpPr txBox="1"/>
          <p:nvPr>
            <p:ph type="title"/>
          </p:nvPr>
        </p:nvSpPr>
        <p:spPr>
          <a:xfrm>
            <a:off x="896144" y="2400300"/>
            <a:ext cx="2743200" cy="283500"/>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79" name="Google Shape;1279;g357c580f6f6_1_132"/>
          <p:cNvSpPr/>
          <p:nvPr>
            <p:ph idx="2" type="pic"/>
          </p:nvPr>
        </p:nvSpPr>
        <p:spPr>
          <a:xfrm>
            <a:off x="896144" y="306388"/>
            <a:ext cx="2743200" cy="2057400"/>
          </a:xfrm>
          <a:prstGeom prst="rect">
            <a:avLst/>
          </a:prstGeom>
          <a:noFill/>
          <a:ln>
            <a:noFill/>
          </a:ln>
        </p:spPr>
      </p:sp>
      <p:sp>
        <p:nvSpPr>
          <p:cNvPr id="1280" name="Google Shape;1280;g357c580f6f6_1_132"/>
          <p:cNvSpPr txBox="1"/>
          <p:nvPr>
            <p:ph idx="1" type="body"/>
          </p:nvPr>
        </p:nvSpPr>
        <p:spPr>
          <a:xfrm>
            <a:off x="896144" y="2683669"/>
            <a:ext cx="2743200" cy="402300"/>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281" name="Google Shape;1281;g357c580f6f6_1_132"/>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82" name="Google Shape;1282;g357c580f6f6_1_132"/>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83" name="Google Shape;1283;g357c580f6f6_1_132"/>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84" name="Shape 1284"/>
        <p:cNvGrpSpPr/>
        <p:nvPr/>
      </p:nvGrpSpPr>
      <p:grpSpPr>
        <a:xfrm>
          <a:off x="0" y="0"/>
          <a:ext cx="0" cy="0"/>
          <a:chOff x="0" y="0"/>
          <a:chExt cx="0" cy="0"/>
        </a:xfrm>
      </p:grpSpPr>
      <p:sp>
        <p:nvSpPr>
          <p:cNvPr id="1285" name="Google Shape;1285;g357c580f6f6_1_13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86" name="Google Shape;1286;g357c580f6f6_1_139"/>
          <p:cNvSpPr txBox="1"/>
          <p:nvPr>
            <p:ph idx="1" type="body"/>
          </p:nvPr>
        </p:nvSpPr>
        <p:spPr>
          <a:xfrm rot="5400000">
            <a:off x="1154550" y="-125850"/>
            <a:ext cx="2262900"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87" name="Google Shape;1287;g357c580f6f6_1_139"/>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88" name="Google Shape;1288;g357c580f6f6_1_139"/>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89" name="Google Shape;1289;g357c580f6f6_1_139"/>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90" name="Shape 1290"/>
        <p:cNvGrpSpPr/>
        <p:nvPr/>
      </p:nvGrpSpPr>
      <p:grpSpPr>
        <a:xfrm>
          <a:off x="0" y="0"/>
          <a:ext cx="0" cy="0"/>
          <a:chOff x="0" y="0"/>
          <a:chExt cx="0" cy="0"/>
        </a:xfrm>
      </p:grpSpPr>
      <p:sp>
        <p:nvSpPr>
          <p:cNvPr id="1291" name="Google Shape;1291;g357c580f6f6_1_145"/>
          <p:cNvSpPr txBox="1"/>
          <p:nvPr>
            <p:ph type="title"/>
          </p:nvPr>
        </p:nvSpPr>
        <p:spPr>
          <a:xfrm rot="5400000">
            <a:off x="2366100" y="1085919"/>
            <a:ext cx="2925900"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92" name="Google Shape;1292;g357c580f6f6_1_145"/>
          <p:cNvSpPr txBox="1"/>
          <p:nvPr>
            <p:ph idx="1" type="body"/>
          </p:nvPr>
        </p:nvSpPr>
        <p:spPr>
          <a:xfrm rot="5400000">
            <a:off x="270600" y="95319"/>
            <a:ext cx="2925900"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93" name="Google Shape;1293;g357c580f6f6_1_145"/>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94" name="Google Shape;1294;g357c580f6f6_1_145"/>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95" name="Google Shape;1295;g357c580f6f6_1_145"/>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Big circuit">
  <p:cSld name="BLANK_1">
    <p:spTree>
      <p:nvGrpSpPr>
        <p:cNvPr id="1296" name="Shape 1296"/>
        <p:cNvGrpSpPr/>
        <p:nvPr/>
      </p:nvGrpSpPr>
      <p:grpSpPr>
        <a:xfrm>
          <a:off x="0" y="0"/>
          <a:ext cx="0" cy="0"/>
          <a:chOff x="0" y="0"/>
          <a:chExt cx="0" cy="0"/>
        </a:xfrm>
      </p:grpSpPr>
      <p:pic>
        <p:nvPicPr>
          <p:cNvPr id="1297" name="Google Shape;1297;g357c580f6f6_1_151"/>
          <p:cNvPicPr preferRelativeResize="0"/>
          <p:nvPr/>
        </p:nvPicPr>
        <p:blipFill>
          <a:blip r:embed="rId2">
            <a:alphaModFix/>
          </a:blip>
          <a:stretch>
            <a:fillRect/>
          </a:stretch>
        </p:blipFill>
        <p:spPr>
          <a:xfrm>
            <a:off x="0" y="0"/>
            <a:ext cx="9144000" cy="5143500"/>
          </a:xfrm>
          <a:prstGeom prst="rect">
            <a:avLst/>
          </a:prstGeom>
          <a:noFill/>
          <a:ln>
            <a:noFill/>
          </a:ln>
        </p:spPr>
      </p:pic>
      <p:sp>
        <p:nvSpPr>
          <p:cNvPr id="1298" name="Google Shape;1298;g357c580f6f6_1_151"/>
          <p:cNvSpPr txBox="1"/>
          <p:nvPr>
            <p:ph idx="12" type="sldNum"/>
          </p:nvPr>
        </p:nvSpPr>
        <p:spPr>
          <a:xfrm>
            <a:off x="8480584" y="4749851"/>
            <a:ext cx="548700" cy="393600"/>
          </a:xfrm>
          <a:prstGeom prst="rect">
            <a:avLst/>
          </a:prstGeom>
        </p:spPr>
        <p:txBody>
          <a:bodyPr anchorCtr="0" anchor="ctr" bIns="22850" lIns="45725" spcFirstLastPara="1" rIns="45725" wrap="square" tIns="2285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02" name="Shape 1302"/>
        <p:cNvGrpSpPr/>
        <p:nvPr/>
      </p:nvGrpSpPr>
      <p:grpSpPr>
        <a:xfrm>
          <a:off x="0" y="0"/>
          <a:ext cx="0" cy="0"/>
          <a:chOff x="0" y="0"/>
          <a:chExt cx="0" cy="0"/>
        </a:xfrm>
      </p:grpSpPr>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03" name="Shape 1303"/>
        <p:cNvGrpSpPr/>
        <p:nvPr/>
      </p:nvGrpSpPr>
      <p:grpSpPr>
        <a:xfrm>
          <a:off x="0" y="0"/>
          <a:ext cx="0" cy="0"/>
          <a:chOff x="0" y="0"/>
          <a:chExt cx="0" cy="0"/>
        </a:xfrm>
      </p:grpSpPr>
      <p:sp>
        <p:nvSpPr>
          <p:cNvPr id="1304" name="Google Shape;1304;g357c580f6f6_3_86"/>
          <p:cNvSpPr txBox="1"/>
          <p:nvPr>
            <p:ph idx="1" type="subTitle"/>
          </p:nvPr>
        </p:nvSpPr>
        <p:spPr>
          <a:xfrm>
            <a:off x="2795338" y="1362088"/>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SzPts val="1600"/>
              <a:buNone/>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1305" name="Google Shape;1305;g357c580f6f6_3_86"/>
          <p:cNvSpPr txBox="1"/>
          <p:nvPr>
            <p:ph type="ctrTitle"/>
          </p:nvPr>
        </p:nvSpPr>
        <p:spPr>
          <a:xfrm>
            <a:off x="1495025" y="627088"/>
            <a:ext cx="5999400" cy="735000"/>
          </a:xfrm>
          <a:prstGeom prst="rect">
            <a:avLst/>
          </a:prstGeom>
          <a:noFill/>
          <a:ln>
            <a:noFill/>
          </a:ln>
        </p:spPr>
        <p:txBody>
          <a:bodyPr anchorCtr="0" anchor="ctr" bIns="22850" lIns="45725" spcFirstLastPara="1" rIns="45725" wrap="square" tIns="22850">
            <a:normAutofit/>
          </a:bodyPr>
          <a:lstStyle>
            <a:lvl1pPr lvl="0" rtl="0" algn="ctr">
              <a:spcBef>
                <a:spcPts val="0"/>
              </a:spcBef>
              <a:spcAft>
                <a:spcPts val="0"/>
              </a:spcAft>
              <a:buClr>
                <a:schemeClr val="dk1"/>
              </a:buClr>
              <a:buSzPts val="900"/>
              <a:buNone/>
              <a:defRPr/>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06" name="Shape 1306"/>
        <p:cNvGrpSpPr/>
        <p:nvPr/>
      </p:nvGrpSpPr>
      <p:grpSpPr>
        <a:xfrm>
          <a:off x="0" y="0"/>
          <a:ext cx="0" cy="0"/>
          <a:chOff x="0" y="0"/>
          <a:chExt cx="0" cy="0"/>
        </a:xfrm>
      </p:grpSpPr>
      <p:sp>
        <p:nvSpPr>
          <p:cNvPr id="1307" name="Google Shape;1307;g357c580f6f6_3_89"/>
          <p:cNvSpPr txBox="1"/>
          <p:nvPr>
            <p:ph idx="1" type="body"/>
          </p:nvPr>
        </p:nvSpPr>
        <p:spPr>
          <a:xfrm>
            <a:off x="1664700" y="1668263"/>
            <a:ext cx="4114800" cy="22632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308" name="Google Shape;1308;g357c580f6f6_3_89"/>
          <p:cNvSpPr txBox="1"/>
          <p:nvPr>
            <p:ph type="ctrTitle"/>
          </p:nvPr>
        </p:nvSpPr>
        <p:spPr>
          <a:xfrm>
            <a:off x="1486913" y="627088"/>
            <a:ext cx="5999400" cy="735000"/>
          </a:xfrm>
          <a:prstGeom prst="rect">
            <a:avLst/>
          </a:prstGeom>
          <a:noFill/>
          <a:ln>
            <a:noFill/>
          </a:ln>
        </p:spPr>
        <p:txBody>
          <a:bodyPr anchorCtr="0" anchor="ctr" bIns="22850" lIns="45725" spcFirstLastPara="1" rIns="45725" wrap="square" tIns="22850">
            <a:normAutofit/>
          </a:bodyPr>
          <a:lstStyle>
            <a:lvl1pPr lvl="0" rtl="0" algn="ctr">
              <a:spcBef>
                <a:spcPts val="0"/>
              </a:spcBef>
              <a:spcAft>
                <a:spcPts val="0"/>
              </a:spcAft>
              <a:buClr>
                <a:schemeClr val="dk1"/>
              </a:buClr>
              <a:buSzPts val="900"/>
              <a:buNone/>
              <a:defRPr/>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09" name="Shape 1309"/>
        <p:cNvGrpSpPr/>
        <p:nvPr/>
      </p:nvGrpSpPr>
      <p:grpSpPr>
        <a:xfrm>
          <a:off x="0" y="0"/>
          <a:ext cx="0" cy="0"/>
          <a:chOff x="0" y="0"/>
          <a:chExt cx="0" cy="0"/>
        </a:xfrm>
      </p:grpSpPr>
      <p:sp>
        <p:nvSpPr>
          <p:cNvPr id="1310" name="Google Shape;1310;g357c580f6f6_3_92"/>
          <p:cNvSpPr txBox="1"/>
          <p:nvPr>
            <p:ph idx="1" type="body"/>
          </p:nvPr>
        </p:nvSpPr>
        <p:spPr>
          <a:xfrm>
            <a:off x="1594407" y="2954357"/>
            <a:ext cx="3886200" cy="750300"/>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SzPts val="1400"/>
              <a:buNone/>
              <a:defRPr sz="1400"/>
            </a:lvl1pPr>
            <a:lvl2pPr indent="-228600" lvl="1" marL="914400" algn="l">
              <a:spcBef>
                <a:spcPts val="200"/>
              </a:spcBef>
              <a:spcAft>
                <a:spcPts val="0"/>
              </a:spcAft>
              <a:buSzPts val="1400"/>
              <a:buNone/>
              <a:defRPr/>
            </a:lvl2pPr>
            <a:lvl3pPr indent="-228600" lvl="2" marL="1371600" algn="l">
              <a:spcBef>
                <a:spcPts val="200"/>
              </a:spcBef>
              <a:spcAft>
                <a:spcPts val="0"/>
              </a:spcAft>
              <a:buSzPts val="1400"/>
              <a:buNone/>
              <a:defRPr sz="1400"/>
            </a:lvl3pPr>
            <a:lvl4pPr indent="-228600" lvl="3" marL="1828800" algn="l">
              <a:spcBef>
                <a:spcPts val="100"/>
              </a:spcBef>
              <a:spcAft>
                <a:spcPts val="0"/>
              </a:spcAft>
              <a:buSzPts val="1400"/>
              <a:buNone/>
              <a:defRPr sz="1400"/>
            </a:lvl4pPr>
            <a:lvl5pPr indent="-228600" lvl="4" marL="2286000" algn="l">
              <a:spcBef>
                <a:spcPts val="100"/>
              </a:spcBef>
              <a:spcAft>
                <a:spcPts val="0"/>
              </a:spcAft>
              <a:buSzPts val="1400"/>
              <a:buNone/>
              <a:defRPr sz="1400"/>
            </a:lvl5pPr>
            <a:lvl6pPr indent="-228600" lvl="5" marL="2743200" algn="l">
              <a:spcBef>
                <a:spcPts val="100"/>
              </a:spcBef>
              <a:spcAft>
                <a:spcPts val="0"/>
              </a:spcAft>
              <a:buSzPts val="1400"/>
              <a:buNone/>
              <a:defRPr sz="1400"/>
            </a:lvl6pPr>
            <a:lvl7pPr indent="-228600" lvl="6" marL="3200400" algn="l">
              <a:spcBef>
                <a:spcPts val="100"/>
              </a:spcBef>
              <a:spcAft>
                <a:spcPts val="0"/>
              </a:spcAft>
              <a:buSzPts val="1400"/>
              <a:buNone/>
              <a:defRPr sz="1400"/>
            </a:lvl7pPr>
            <a:lvl8pPr indent="-228600" lvl="7" marL="3657600" algn="l">
              <a:spcBef>
                <a:spcPts val="100"/>
              </a:spcBef>
              <a:spcAft>
                <a:spcPts val="0"/>
              </a:spcAft>
              <a:buSzPts val="1400"/>
              <a:buNone/>
              <a:defRPr sz="1400"/>
            </a:lvl8pPr>
            <a:lvl9pPr indent="-228600" lvl="8" marL="4114800" algn="l">
              <a:spcBef>
                <a:spcPts val="100"/>
              </a:spcBef>
              <a:spcAft>
                <a:spcPts val="0"/>
              </a:spcAft>
              <a:buSzPts val="1400"/>
              <a:buNone/>
              <a:defRPr sz="1400"/>
            </a:lvl9pPr>
          </a:lstStyle>
          <a:p/>
        </p:txBody>
      </p:sp>
      <p:sp>
        <p:nvSpPr>
          <p:cNvPr id="1311" name="Google Shape;1311;g357c580f6f6_3_92"/>
          <p:cNvSpPr txBox="1"/>
          <p:nvPr>
            <p:ph type="ctrTitle"/>
          </p:nvPr>
        </p:nvSpPr>
        <p:spPr>
          <a:xfrm>
            <a:off x="1486913" y="627088"/>
            <a:ext cx="5999400" cy="735000"/>
          </a:xfrm>
          <a:prstGeom prst="rect">
            <a:avLst/>
          </a:prstGeom>
          <a:noFill/>
          <a:ln>
            <a:noFill/>
          </a:ln>
        </p:spPr>
        <p:txBody>
          <a:bodyPr anchorCtr="0" anchor="ctr" bIns="22850" lIns="45725" spcFirstLastPara="1" rIns="45725" wrap="square" tIns="22850">
            <a:normAutofit/>
          </a:bodyPr>
          <a:lstStyle>
            <a:lvl1pPr lvl="0" rtl="0" algn="ctr">
              <a:spcBef>
                <a:spcPts val="0"/>
              </a:spcBef>
              <a:spcAft>
                <a:spcPts val="0"/>
              </a:spcAft>
              <a:buClr>
                <a:schemeClr val="dk1"/>
              </a:buClr>
              <a:buSzPts val="900"/>
              <a:buNone/>
              <a:defRPr/>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312" name="Shape 1312"/>
        <p:cNvGrpSpPr/>
        <p:nvPr/>
      </p:nvGrpSpPr>
      <p:grpSpPr>
        <a:xfrm>
          <a:off x="0" y="0"/>
          <a:ext cx="0" cy="0"/>
          <a:chOff x="0" y="0"/>
          <a:chExt cx="0" cy="0"/>
        </a:xfrm>
      </p:grpSpPr>
      <p:sp>
        <p:nvSpPr>
          <p:cNvPr id="1313" name="Google Shape;1313;g357c580f6f6_3_95"/>
          <p:cNvSpPr/>
          <p:nvPr/>
        </p:nvSpPr>
        <p:spPr>
          <a:xfrm>
            <a:off x="388703" y="514350"/>
            <a:ext cx="8368210" cy="4118187"/>
          </a:xfrm>
          <a:custGeom>
            <a:rect b="b" l="l" r="r" t="t"/>
            <a:pathLst>
              <a:path extrusionOk="0" h="2167467" w="4404321">
                <a:moveTo>
                  <a:pt x="0" y="0"/>
                </a:moveTo>
                <a:lnTo>
                  <a:pt x="4404321" y="0"/>
                </a:lnTo>
                <a:lnTo>
                  <a:pt x="4404321" y="2167467"/>
                </a:lnTo>
                <a:lnTo>
                  <a:pt x="0" y="2167467"/>
                </a:lnTo>
                <a:close/>
              </a:path>
            </a:pathLst>
          </a:custGeom>
          <a:solidFill>
            <a:srgbClr val="000000">
              <a:alpha val="0"/>
            </a:srgbClr>
          </a:solidFill>
          <a:ln cap="sq" cmpd="sng" w="38100">
            <a:solidFill>
              <a:srgbClr val="71CBEF"/>
            </a:solidFill>
            <a:prstDash val="solid"/>
            <a:miter lim="8000"/>
            <a:headEnd len="sm" w="sm" type="none"/>
            <a:tailEnd len="sm" w="sm" type="none"/>
          </a:ln>
        </p:spPr>
      </p:sp>
      <p:sp>
        <p:nvSpPr>
          <p:cNvPr id="1314" name="Google Shape;1314;g357c580f6f6_3_95"/>
          <p:cNvSpPr txBox="1"/>
          <p:nvPr>
            <p:ph idx="1" type="body"/>
          </p:nvPr>
        </p:nvSpPr>
        <p:spPr>
          <a:xfrm>
            <a:off x="2248888" y="1716925"/>
            <a:ext cx="2019300" cy="2263200"/>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92100" lvl="3" marL="1828800" algn="l">
              <a:spcBef>
                <a:spcPts val="200"/>
              </a:spcBef>
              <a:spcAft>
                <a:spcPts val="0"/>
              </a:spcAft>
              <a:buClr>
                <a:schemeClr val="dk1"/>
              </a:buClr>
              <a:buSzPts val="1000"/>
              <a:buChar char="–"/>
              <a:defRPr/>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1315" name="Google Shape;1315;g357c580f6f6_3_95"/>
          <p:cNvSpPr txBox="1"/>
          <p:nvPr>
            <p:ph idx="2" type="body"/>
          </p:nvPr>
        </p:nvSpPr>
        <p:spPr>
          <a:xfrm>
            <a:off x="4344388" y="1716925"/>
            <a:ext cx="2019300" cy="2263200"/>
          </a:xfrm>
          <a:prstGeom prst="rect">
            <a:avLst/>
          </a:prstGeom>
          <a:noFill/>
          <a:ln>
            <a:noFill/>
          </a:ln>
        </p:spPr>
        <p:txBody>
          <a:bodyPr anchorCtr="0" anchor="t" bIns="22850" lIns="45725" spcFirstLastPara="1" rIns="45725" wrap="square" tIns="22850">
            <a:normAutofit/>
          </a:bodyPr>
          <a:lstStyle>
            <a:lvl1pPr indent="-292100" lvl="0" marL="457200" algn="l">
              <a:spcBef>
                <a:spcPts val="300"/>
              </a:spcBef>
              <a:spcAft>
                <a:spcPts val="0"/>
              </a:spcAft>
              <a:buClr>
                <a:schemeClr val="dk1"/>
              </a:buClr>
              <a:buSzPts val="1000"/>
              <a:buChar char="•"/>
              <a:defRPr sz="1000"/>
            </a:lvl1pPr>
            <a:lvl2pPr indent="-292100" lvl="1" marL="914400" algn="l">
              <a:spcBef>
                <a:spcPts val="200"/>
              </a:spcBef>
              <a:spcAft>
                <a:spcPts val="0"/>
              </a:spcAft>
              <a:buClr>
                <a:schemeClr val="dk1"/>
              </a:buClr>
              <a:buSzPts val="1000"/>
              <a:buChar char="–"/>
              <a:defRPr sz="1000"/>
            </a:lvl2pPr>
            <a:lvl3pPr indent="-292100" lvl="2" marL="1371600" algn="l">
              <a:spcBef>
                <a:spcPts val="200"/>
              </a:spcBef>
              <a:spcAft>
                <a:spcPts val="0"/>
              </a:spcAft>
              <a:buClr>
                <a:schemeClr val="dk1"/>
              </a:buClr>
              <a:buSzPts val="1000"/>
              <a:buChar char="•"/>
              <a:defRPr sz="1000"/>
            </a:lvl3pPr>
            <a:lvl4pPr indent="-292100" lvl="3" marL="1828800" algn="l">
              <a:spcBef>
                <a:spcPts val="200"/>
              </a:spcBef>
              <a:spcAft>
                <a:spcPts val="0"/>
              </a:spcAft>
              <a:buClr>
                <a:schemeClr val="dk1"/>
              </a:buClr>
              <a:buSzPts val="1000"/>
              <a:buChar char="–"/>
              <a:defRPr/>
            </a:lvl4pPr>
            <a:lvl5pPr indent="-292100" lvl="4" marL="2286000" algn="l">
              <a:spcBef>
                <a:spcPts val="200"/>
              </a:spcBef>
              <a:spcAft>
                <a:spcPts val="0"/>
              </a:spcAft>
              <a:buClr>
                <a:schemeClr val="dk1"/>
              </a:buClr>
              <a:buSzPts val="1000"/>
              <a:buChar char="»"/>
              <a:defRPr/>
            </a:lvl5pPr>
            <a:lvl6pPr indent="-292100" lvl="5" marL="2743200" algn="l">
              <a:spcBef>
                <a:spcPts val="200"/>
              </a:spcBef>
              <a:spcAft>
                <a:spcPts val="0"/>
              </a:spcAft>
              <a:buClr>
                <a:schemeClr val="dk1"/>
              </a:buClr>
              <a:buSzPts val="1000"/>
              <a:buChar char="•"/>
              <a:defRPr/>
            </a:lvl6pPr>
            <a:lvl7pPr indent="-292100" lvl="6" marL="3200400" algn="l">
              <a:spcBef>
                <a:spcPts val="200"/>
              </a:spcBef>
              <a:spcAft>
                <a:spcPts val="0"/>
              </a:spcAft>
              <a:buClr>
                <a:schemeClr val="dk1"/>
              </a:buClr>
              <a:buSzPts val="1000"/>
              <a:buChar char="•"/>
              <a:defRPr/>
            </a:lvl7pPr>
            <a:lvl8pPr indent="-292100" lvl="7" marL="3657600" algn="l">
              <a:spcBef>
                <a:spcPts val="200"/>
              </a:spcBef>
              <a:spcAft>
                <a:spcPts val="0"/>
              </a:spcAft>
              <a:buClr>
                <a:schemeClr val="dk1"/>
              </a:buClr>
              <a:buSzPts val="1000"/>
              <a:buChar char="•"/>
              <a:defRPr/>
            </a:lvl8pPr>
            <a:lvl9pPr indent="-292100" lvl="8" marL="4114800" algn="l">
              <a:spcBef>
                <a:spcPts val="200"/>
              </a:spcBef>
              <a:spcAft>
                <a:spcPts val="0"/>
              </a:spcAft>
              <a:buClr>
                <a:schemeClr val="dk1"/>
              </a:buClr>
              <a:buSzPts val="1000"/>
              <a:buChar char="•"/>
              <a:defRPr/>
            </a:lvl9pPr>
          </a:lstStyle>
          <a:p/>
        </p:txBody>
      </p:sp>
      <p:sp>
        <p:nvSpPr>
          <p:cNvPr id="1316" name="Google Shape;1316;g357c580f6f6_3_95"/>
          <p:cNvSpPr txBox="1"/>
          <p:nvPr>
            <p:ph type="ctrTitle"/>
          </p:nvPr>
        </p:nvSpPr>
        <p:spPr>
          <a:xfrm>
            <a:off x="1486913" y="627088"/>
            <a:ext cx="5999400" cy="735000"/>
          </a:xfrm>
          <a:prstGeom prst="rect">
            <a:avLst/>
          </a:prstGeom>
          <a:noFill/>
          <a:ln>
            <a:noFill/>
          </a:ln>
        </p:spPr>
        <p:txBody>
          <a:bodyPr anchorCtr="0" anchor="ctr" bIns="22850" lIns="45725" spcFirstLastPara="1" rIns="45725" wrap="square" tIns="22850">
            <a:normAutofit/>
          </a:bodyPr>
          <a:lstStyle>
            <a:lvl1pPr lvl="0" rtl="0" algn="ctr">
              <a:spcBef>
                <a:spcPts val="0"/>
              </a:spcBef>
              <a:spcAft>
                <a:spcPts val="0"/>
              </a:spcAft>
              <a:buClr>
                <a:schemeClr val="dk1"/>
              </a:buClr>
              <a:buSzPts val="900"/>
              <a:buNone/>
              <a:defRPr/>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17" name="Shape 1317"/>
        <p:cNvGrpSpPr/>
        <p:nvPr/>
      </p:nvGrpSpPr>
      <p:grpSpPr>
        <a:xfrm>
          <a:off x="0" y="0"/>
          <a:ext cx="0" cy="0"/>
          <a:chOff x="0" y="0"/>
          <a:chExt cx="0" cy="0"/>
        </a:xfrm>
      </p:grpSpPr>
      <p:sp>
        <p:nvSpPr>
          <p:cNvPr id="1318" name="Google Shape;1318;g357c580f6f6_3_100"/>
          <p:cNvSpPr txBox="1"/>
          <p:nvPr>
            <p:ph type="ctrTitle"/>
          </p:nvPr>
        </p:nvSpPr>
        <p:spPr>
          <a:xfrm>
            <a:off x="1486913" y="627088"/>
            <a:ext cx="5999400" cy="735000"/>
          </a:xfrm>
          <a:prstGeom prst="rect">
            <a:avLst/>
          </a:prstGeom>
          <a:noFill/>
          <a:ln>
            <a:noFill/>
          </a:ln>
        </p:spPr>
        <p:txBody>
          <a:bodyPr anchorCtr="0" anchor="ctr" bIns="22850" lIns="45725" spcFirstLastPara="1" rIns="45725" wrap="square" tIns="22850">
            <a:normAutofit/>
          </a:bodyPr>
          <a:lstStyle>
            <a:lvl1pPr lvl="0" rtl="0" algn="ctr">
              <a:spcBef>
                <a:spcPts val="0"/>
              </a:spcBef>
              <a:spcAft>
                <a:spcPts val="0"/>
              </a:spcAft>
              <a:buClr>
                <a:schemeClr val="dk1"/>
              </a:buClr>
              <a:buSzPts val="900"/>
              <a:buNone/>
              <a:defRPr/>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19" name="Shape 1319"/>
        <p:cNvGrpSpPr/>
        <p:nvPr/>
      </p:nvGrpSpPr>
      <p:grpSpPr>
        <a:xfrm>
          <a:off x="0" y="0"/>
          <a:ext cx="0" cy="0"/>
          <a:chOff x="0" y="0"/>
          <a:chExt cx="0" cy="0"/>
        </a:xfrm>
      </p:grpSpPr>
      <p:grpSp>
        <p:nvGrpSpPr>
          <p:cNvPr id="1320" name="Google Shape;1320;g357c580f6f6_3_102"/>
          <p:cNvGrpSpPr/>
          <p:nvPr/>
        </p:nvGrpSpPr>
        <p:grpSpPr>
          <a:xfrm>
            <a:off x="0" y="0"/>
            <a:ext cx="9144000" cy="5143500"/>
            <a:chOff x="0" y="0"/>
            <a:chExt cx="24384000" cy="13716000"/>
          </a:xfrm>
        </p:grpSpPr>
        <p:sp>
          <p:nvSpPr>
            <p:cNvPr id="1321" name="Google Shape;1321;g357c580f6f6_3_102"/>
            <p:cNvSpPr/>
            <p:nvPr/>
          </p:nvSpPr>
          <p:spPr>
            <a:xfrm rot="5400000">
              <a:off x="8503696" y="-8503696"/>
              <a:ext cx="7376608" cy="24384000"/>
            </a:xfrm>
            <a:custGeom>
              <a:rect b="b" l="l" r="r" t="t"/>
              <a:pathLst>
                <a:path extrusionOk="0" h="24384000" w="7376608">
                  <a:moveTo>
                    <a:pt x="0" y="0"/>
                  </a:moveTo>
                  <a:lnTo>
                    <a:pt x="7376608" y="0"/>
                  </a:lnTo>
                  <a:lnTo>
                    <a:pt x="7376608" y="24384000"/>
                  </a:lnTo>
                  <a:lnTo>
                    <a:pt x="0" y="24384000"/>
                  </a:lnTo>
                  <a:lnTo>
                    <a:pt x="0" y="0"/>
                  </a:lnTo>
                  <a:close/>
                </a:path>
              </a:pathLst>
            </a:custGeom>
            <a:blipFill rotWithShape="1">
              <a:blip r:embed="rId2">
                <a:alphaModFix/>
              </a:blip>
              <a:stretch>
                <a:fillRect b="0" l="-25549" r="-205008" t="0"/>
              </a:stretch>
            </a:blipFill>
            <a:ln>
              <a:noFill/>
            </a:ln>
          </p:spPr>
        </p:sp>
        <p:sp>
          <p:nvSpPr>
            <p:cNvPr id="1322" name="Google Shape;1322;g357c580f6f6_3_102"/>
            <p:cNvSpPr/>
            <p:nvPr/>
          </p:nvSpPr>
          <p:spPr>
            <a:xfrm flipH="1" rot="5400000">
              <a:off x="9022304" y="-1645696"/>
              <a:ext cx="6339392" cy="24384000"/>
            </a:xfrm>
            <a:custGeom>
              <a:rect b="b" l="l" r="r" t="t"/>
              <a:pathLst>
                <a:path extrusionOk="0" h="24384000" w="6339392">
                  <a:moveTo>
                    <a:pt x="0" y="24384000"/>
                  </a:moveTo>
                  <a:lnTo>
                    <a:pt x="6339392" y="24384000"/>
                  </a:lnTo>
                  <a:lnTo>
                    <a:pt x="6339392" y="0"/>
                  </a:lnTo>
                  <a:lnTo>
                    <a:pt x="0" y="0"/>
                  </a:lnTo>
                  <a:lnTo>
                    <a:pt x="0" y="24384000"/>
                  </a:lnTo>
                  <a:close/>
                </a:path>
              </a:pathLst>
            </a:custGeom>
            <a:blipFill rotWithShape="1">
              <a:blip r:embed="rId2">
                <a:alphaModFix/>
              </a:blip>
              <a:stretch>
                <a:fillRect b="0" l="-29732" r="-254898" t="0"/>
              </a:stretch>
            </a:blipFill>
            <a:ln>
              <a:noFill/>
            </a:ln>
          </p:spPr>
        </p:sp>
      </p:grpSp>
      <p:sp>
        <p:nvSpPr>
          <p:cNvPr id="1323" name="Google Shape;1323;g357c580f6f6_3_102"/>
          <p:cNvSpPr/>
          <p:nvPr/>
        </p:nvSpPr>
        <p:spPr>
          <a:xfrm>
            <a:off x="385139" y="489429"/>
            <a:ext cx="8381400" cy="4294469"/>
          </a:xfrm>
          <a:custGeom>
            <a:rect b="b" l="l" r="r" t="t"/>
            <a:pathLst>
              <a:path extrusionOk="0" h="2263225" w="4417075">
                <a:moveTo>
                  <a:pt x="0" y="0"/>
                </a:moveTo>
                <a:lnTo>
                  <a:pt x="4417075" y="0"/>
                </a:lnTo>
                <a:lnTo>
                  <a:pt x="4417075" y="2263225"/>
                </a:lnTo>
                <a:lnTo>
                  <a:pt x="0" y="2263225"/>
                </a:lnTo>
                <a:close/>
              </a:path>
            </a:pathLst>
          </a:custGeom>
          <a:solidFill>
            <a:srgbClr val="0F1A38"/>
          </a:solidFill>
          <a:ln>
            <a:noFill/>
          </a:ln>
        </p:spPr>
      </p:sp>
      <p:sp>
        <p:nvSpPr>
          <p:cNvPr id="1324" name="Google Shape;1324;g357c580f6f6_3_102"/>
          <p:cNvSpPr/>
          <p:nvPr/>
        </p:nvSpPr>
        <p:spPr>
          <a:xfrm>
            <a:off x="646964" y="735113"/>
            <a:ext cx="7824800" cy="3802404"/>
          </a:xfrm>
          <a:custGeom>
            <a:rect b="b" l="l" r="r" t="t"/>
            <a:pathLst>
              <a:path extrusionOk="0" h="2003902" w="4123742">
                <a:moveTo>
                  <a:pt x="0" y="0"/>
                </a:moveTo>
                <a:lnTo>
                  <a:pt x="4123742" y="0"/>
                </a:lnTo>
                <a:lnTo>
                  <a:pt x="4123742" y="2003902"/>
                </a:lnTo>
                <a:lnTo>
                  <a:pt x="0" y="2003902"/>
                </a:lnTo>
                <a:close/>
              </a:path>
            </a:pathLst>
          </a:custGeom>
          <a:solidFill>
            <a:srgbClr val="000000">
              <a:alpha val="0"/>
            </a:srgbClr>
          </a:solidFill>
          <a:ln cap="sq" cmpd="sng" w="38100">
            <a:solidFill>
              <a:srgbClr val="71CBEF"/>
            </a:solidFill>
            <a:prstDash val="solid"/>
            <a:miter lim="8000"/>
            <a:headEnd len="sm" w="sm" type="none"/>
            <a:tailEnd len="sm" w="sm" type="none"/>
          </a:ln>
        </p:spPr>
      </p:sp>
      <p:sp>
        <p:nvSpPr>
          <p:cNvPr id="1325" name="Google Shape;1325;g357c580f6f6_3_102"/>
          <p:cNvSpPr txBox="1"/>
          <p:nvPr>
            <p:ph idx="1" type="body"/>
          </p:nvPr>
        </p:nvSpPr>
        <p:spPr>
          <a:xfrm>
            <a:off x="2006588" y="1859550"/>
            <a:ext cx="2556000" cy="2926500"/>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326" name="Google Shape;1326;g357c580f6f6_3_102"/>
          <p:cNvSpPr txBox="1"/>
          <p:nvPr>
            <p:ph idx="2" type="body"/>
          </p:nvPr>
        </p:nvSpPr>
        <p:spPr>
          <a:xfrm>
            <a:off x="4692175" y="1859550"/>
            <a:ext cx="2556000" cy="2926500"/>
          </a:xfrm>
          <a:prstGeom prst="rect">
            <a:avLst/>
          </a:prstGeom>
          <a:noFill/>
          <a:ln>
            <a:noFill/>
          </a:ln>
        </p:spPr>
        <p:txBody>
          <a:bodyPr anchorCtr="0" anchor="t" bIns="22850" lIns="45725" spcFirstLastPara="1" rIns="45725" wrap="square" tIns="22850">
            <a:normAutofit/>
          </a:bodyPr>
          <a:lstStyle>
            <a:lvl1pPr indent="-330200" lvl="0" marL="457200" rtl="0" algn="l">
              <a:spcBef>
                <a:spcPts val="300"/>
              </a:spcBef>
              <a:spcAft>
                <a:spcPts val="0"/>
              </a:spcAft>
              <a:buClr>
                <a:schemeClr val="dk1"/>
              </a:buClr>
              <a:buSzPts val="1600"/>
              <a:buChar char="•"/>
              <a:defRPr sz="1600"/>
            </a:lvl1pPr>
            <a:lvl2pPr indent="-317500" lvl="1" marL="914400" rtl="0" algn="l">
              <a:spcBef>
                <a:spcPts val="300"/>
              </a:spcBef>
              <a:spcAft>
                <a:spcPts val="0"/>
              </a:spcAft>
              <a:buClr>
                <a:schemeClr val="dk1"/>
              </a:buClr>
              <a:buSzPts val="1400"/>
              <a:buChar char="–"/>
              <a:defRPr sz="1400"/>
            </a:lvl2pPr>
            <a:lvl3pPr indent="-304800" lvl="2" marL="1371600" rtl="0" algn="l">
              <a:spcBef>
                <a:spcPts val="200"/>
              </a:spcBef>
              <a:spcAft>
                <a:spcPts val="0"/>
              </a:spcAft>
              <a:buClr>
                <a:schemeClr val="dk1"/>
              </a:buClr>
              <a:buSzPts val="1200"/>
              <a:buChar char="•"/>
              <a:defRPr sz="1200"/>
            </a:lvl3pPr>
            <a:lvl4pPr indent="-292100" lvl="3" marL="1828800" rtl="0" algn="l">
              <a:spcBef>
                <a:spcPts val="200"/>
              </a:spcBef>
              <a:spcAft>
                <a:spcPts val="0"/>
              </a:spcAft>
              <a:buClr>
                <a:schemeClr val="dk1"/>
              </a:buClr>
              <a:buSzPts val="1000"/>
              <a:buChar char="–"/>
              <a:defRPr sz="1000"/>
            </a:lvl4pPr>
            <a:lvl5pPr indent="-292100" lvl="4" marL="2286000" rtl="0" algn="l">
              <a:spcBef>
                <a:spcPts val="200"/>
              </a:spcBef>
              <a:spcAft>
                <a:spcPts val="0"/>
              </a:spcAft>
              <a:buClr>
                <a:schemeClr val="dk1"/>
              </a:buClr>
              <a:buSzPts val="1000"/>
              <a:buChar char="»"/>
              <a:defRPr sz="1000"/>
            </a:lvl5pPr>
            <a:lvl6pPr indent="-292100" lvl="5" marL="2743200" rtl="0" algn="l">
              <a:spcBef>
                <a:spcPts val="200"/>
              </a:spcBef>
              <a:spcAft>
                <a:spcPts val="0"/>
              </a:spcAft>
              <a:buClr>
                <a:schemeClr val="dk1"/>
              </a:buClr>
              <a:buSzPts val="1000"/>
              <a:buChar char="•"/>
              <a:defRPr sz="1000"/>
            </a:lvl6pPr>
            <a:lvl7pPr indent="-292100" lvl="6" marL="3200400" rtl="0" algn="l">
              <a:spcBef>
                <a:spcPts val="200"/>
              </a:spcBef>
              <a:spcAft>
                <a:spcPts val="0"/>
              </a:spcAft>
              <a:buClr>
                <a:schemeClr val="dk1"/>
              </a:buClr>
              <a:buSzPts val="1000"/>
              <a:buChar char="•"/>
              <a:defRPr sz="1000"/>
            </a:lvl7pPr>
            <a:lvl8pPr indent="-292100" lvl="7" marL="3657600" rtl="0" algn="l">
              <a:spcBef>
                <a:spcPts val="200"/>
              </a:spcBef>
              <a:spcAft>
                <a:spcPts val="0"/>
              </a:spcAft>
              <a:buClr>
                <a:schemeClr val="dk1"/>
              </a:buClr>
              <a:buSzPts val="1000"/>
              <a:buChar char="•"/>
              <a:defRPr sz="1000"/>
            </a:lvl8pPr>
            <a:lvl9pPr indent="-292100" lvl="8" marL="4114800" rtl="0" algn="l">
              <a:spcBef>
                <a:spcPts val="200"/>
              </a:spcBef>
              <a:spcAft>
                <a:spcPts val="0"/>
              </a:spcAft>
              <a:buClr>
                <a:schemeClr val="dk1"/>
              </a:buClr>
              <a:buSzPts val="1000"/>
              <a:buChar char="•"/>
              <a:defRPr sz="1000"/>
            </a:lvl9pPr>
          </a:lstStyle>
          <a:p/>
        </p:txBody>
      </p:sp>
      <p:sp>
        <p:nvSpPr>
          <p:cNvPr id="1327" name="Google Shape;1327;g357c580f6f6_3_102"/>
          <p:cNvSpPr txBox="1"/>
          <p:nvPr>
            <p:ph type="ctrTitle"/>
          </p:nvPr>
        </p:nvSpPr>
        <p:spPr>
          <a:xfrm>
            <a:off x="1438225" y="889275"/>
            <a:ext cx="5999400" cy="735000"/>
          </a:xfrm>
          <a:prstGeom prst="rect">
            <a:avLst/>
          </a:prstGeom>
          <a:noFill/>
          <a:ln>
            <a:noFill/>
          </a:ln>
        </p:spPr>
        <p:txBody>
          <a:bodyPr anchorCtr="0" anchor="ctr" bIns="22850" lIns="45725" spcFirstLastPara="1" rIns="45725" wrap="square" tIns="22850">
            <a:normAutofit/>
          </a:bodyPr>
          <a:lstStyle>
            <a:lvl1pPr lvl="0" rtl="0" algn="ctr">
              <a:spcBef>
                <a:spcPts val="0"/>
              </a:spcBef>
              <a:spcAft>
                <a:spcPts val="0"/>
              </a:spcAft>
              <a:buClr>
                <a:schemeClr val="dk1"/>
              </a:buClr>
              <a:buSzPts val="900"/>
              <a:buNone/>
              <a:defRPr/>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28" name="Shape 1328"/>
        <p:cNvGrpSpPr/>
        <p:nvPr/>
      </p:nvGrpSpPr>
      <p:grpSpPr>
        <a:xfrm>
          <a:off x="0" y="0"/>
          <a:ext cx="0" cy="0"/>
          <a:chOff x="0" y="0"/>
          <a:chExt cx="0" cy="0"/>
        </a:xfrm>
      </p:grpSpPr>
      <p:sp>
        <p:nvSpPr>
          <p:cNvPr id="1329" name="Google Shape;1329;g357c580f6f6_3_111"/>
          <p:cNvSpPr txBox="1"/>
          <p:nvPr>
            <p:ph type="title"/>
          </p:nvPr>
        </p:nvSpPr>
        <p:spPr>
          <a:xfrm>
            <a:off x="733869" y="1353638"/>
            <a:ext cx="2743200" cy="283500"/>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2200"/>
              <a:buFont typeface="Calibri"/>
              <a:buNone/>
              <a:defRPr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330" name="Google Shape;1330;g357c580f6f6_3_111"/>
          <p:cNvSpPr/>
          <p:nvPr>
            <p:ph idx="2" type="pic"/>
          </p:nvPr>
        </p:nvSpPr>
        <p:spPr>
          <a:xfrm>
            <a:off x="5488432" y="1174538"/>
            <a:ext cx="2743200" cy="2057400"/>
          </a:xfrm>
          <a:prstGeom prst="rect">
            <a:avLst/>
          </a:prstGeom>
          <a:noFill/>
          <a:ln>
            <a:noFill/>
          </a:ln>
        </p:spPr>
      </p:sp>
      <p:sp>
        <p:nvSpPr>
          <p:cNvPr id="1331" name="Google Shape;1331;g357c580f6f6_3_111"/>
          <p:cNvSpPr txBox="1"/>
          <p:nvPr>
            <p:ph idx="1" type="body"/>
          </p:nvPr>
        </p:nvSpPr>
        <p:spPr>
          <a:xfrm>
            <a:off x="831232" y="2002007"/>
            <a:ext cx="2743200" cy="402600"/>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1200"/>
              <a:buNone/>
              <a:defRPr sz="1200"/>
            </a:lvl1pPr>
            <a:lvl2pPr indent="-228600" lvl="1" marL="914400" algn="l">
              <a:spcBef>
                <a:spcPts val="100"/>
              </a:spcBef>
              <a:spcAft>
                <a:spcPts val="0"/>
              </a:spcAft>
              <a:buClr>
                <a:schemeClr val="dk1"/>
              </a:buClr>
              <a:buSzPts val="1200"/>
              <a:buNone/>
              <a:defRPr sz="1200"/>
            </a:lvl2pPr>
            <a:lvl3pPr indent="-228600" lvl="2" marL="1371600" algn="l">
              <a:spcBef>
                <a:spcPts val="100"/>
              </a:spcBef>
              <a:spcAft>
                <a:spcPts val="0"/>
              </a:spcAft>
              <a:buClr>
                <a:schemeClr val="dk1"/>
              </a:buClr>
              <a:buSzPts val="1200"/>
              <a:buNone/>
              <a:defRPr/>
            </a:lvl3pPr>
            <a:lvl4pPr indent="-228600" lvl="3" marL="1828800" algn="l">
              <a:spcBef>
                <a:spcPts val="100"/>
              </a:spcBef>
              <a:spcAft>
                <a:spcPts val="0"/>
              </a:spcAft>
              <a:buClr>
                <a:schemeClr val="dk1"/>
              </a:buClr>
              <a:buSzPts val="1200"/>
              <a:buNone/>
              <a:defRPr sz="1200"/>
            </a:lvl4pPr>
            <a:lvl5pPr indent="-228600" lvl="4" marL="2286000" algn="l">
              <a:spcBef>
                <a:spcPts val="100"/>
              </a:spcBef>
              <a:spcAft>
                <a:spcPts val="0"/>
              </a:spcAft>
              <a:buClr>
                <a:schemeClr val="dk1"/>
              </a:buClr>
              <a:buSzPts val="1200"/>
              <a:buNone/>
              <a:defRPr sz="1200"/>
            </a:lvl5pPr>
            <a:lvl6pPr indent="-228600" lvl="5" marL="2743200" algn="l">
              <a:spcBef>
                <a:spcPts val="100"/>
              </a:spcBef>
              <a:spcAft>
                <a:spcPts val="0"/>
              </a:spcAft>
              <a:buClr>
                <a:schemeClr val="dk1"/>
              </a:buClr>
              <a:buSzPts val="1200"/>
              <a:buNone/>
              <a:defRPr sz="1200"/>
            </a:lvl6pPr>
            <a:lvl7pPr indent="-228600" lvl="6" marL="3200400" algn="l">
              <a:spcBef>
                <a:spcPts val="100"/>
              </a:spcBef>
              <a:spcAft>
                <a:spcPts val="0"/>
              </a:spcAft>
              <a:buClr>
                <a:schemeClr val="dk1"/>
              </a:buClr>
              <a:buSzPts val="1200"/>
              <a:buNone/>
              <a:defRPr sz="1200"/>
            </a:lvl7pPr>
            <a:lvl8pPr indent="-228600" lvl="7" marL="3657600" algn="l">
              <a:spcBef>
                <a:spcPts val="100"/>
              </a:spcBef>
              <a:spcAft>
                <a:spcPts val="0"/>
              </a:spcAft>
              <a:buClr>
                <a:schemeClr val="dk1"/>
              </a:buClr>
              <a:buSzPts val="1200"/>
              <a:buNone/>
              <a:defRPr sz="1200"/>
            </a:lvl8pPr>
            <a:lvl9pPr indent="-228600" lvl="8" marL="4114800" algn="l">
              <a:spcBef>
                <a:spcPts val="100"/>
              </a:spcBef>
              <a:spcAft>
                <a:spcPts val="0"/>
              </a:spcAft>
              <a:buClr>
                <a:schemeClr val="dk1"/>
              </a:buClr>
              <a:buSzPts val="1200"/>
              <a:buNone/>
              <a:defRPr sz="12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theme" Target="../theme/theme3.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76.xml"/><Relationship Id="rId42" Type="http://schemas.openxmlformats.org/officeDocument/2006/relationships/slideLayout" Target="../slideLayouts/slideLayout78.xml"/><Relationship Id="rId41" Type="http://schemas.openxmlformats.org/officeDocument/2006/relationships/slideLayout" Target="../slideLayouts/slideLayout77.xml"/><Relationship Id="rId44" Type="http://schemas.openxmlformats.org/officeDocument/2006/relationships/slideLayout" Target="../slideLayouts/slideLayout80.xml"/><Relationship Id="rId43" Type="http://schemas.openxmlformats.org/officeDocument/2006/relationships/slideLayout" Target="../slideLayouts/slideLayout79.xml"/><Relationship Id="rId46" Type="http://schemas.openxmlformats.org/officeDocument/2006/relationships/slideLayout" Target="../slideLayouts/slideLayout82.xml"/><Relationship Id="rId45" Type="http://schemas.openxmlformats.org/officeDocument/2006/relationships/slideLayout" Target="../slideLayouts/slideLayout81.xml"/><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9" Type="http://schemas.openxmlformats.org/officeDocument/2006/relationships/slideLayout" Target="../slideLayouts/slideLayout45.xml"/><Relationship Id="rId48" Type="http://schemas.openxmlformats.org/officeDocument/2006/relationships/slideLayout" Target="../slideLayouts/slideLayout84.xml"/><Relationship Id="rId47" Type="http://schemas.openxmlformats.org/officeDocument/2006/relationships/slideLayout" Target="../slideLayouts/slideLayout83.xml"/><Relationship Id="rId49" Type="http://schemas.openxmlformats.org/officeDocument/2006/relationships/slideLayout" Target="../slideLayouts/slideLayout85.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 Id="rId31" Type="http://schemas.openxmlformats.org/officeDocument/2006/relationships/slideLayout" Target="../slideLayouts/slideLayout67.xml"/><Relationship Id="rId30" Type="http://schemas.openxmlformats.org/officeDocument/2006/relationships/slideLayout" Target="../slideLayouts/slideLayout66.xml"/><Relationship Id="rId33" Type="http://schemas.openxmlformats.org/officeDocument/2006/relationships/slideLayout" Target="../slideLayouts/slideLayout69.xml"/><Relationship Id="rId32" Type="http://schemas.openxmlformats.org/officeDocument/2006/relationships/slideLayout" Target="../slideLayouts/slideLayout68.xml"/><Relationship Id="rId35" Type="http://schemas.openxmlformats.org/officeDocument/2006/relationships/slideLayout" Target="../slideLayouts/slideLayout71.xml"/><Relationship Id="rId34" Type="http://schemas.openxmlformats.org/officeDocument/2006/relationships/slideLayout" Target="../slideLayouts/slideLayout70.xml"/><Relationship Id="rId70" Type="http://schemas.openxmlformats.org/officeDocument/2006/relationships/theme" Target="../theme/theme7.xml"/><Relationship Id="rId37" Type="http://schemas.openxmlformats.org/officeDocument/2006/relationships/slideLayout" Target="../slideLayouts/slideLayout73.xml"/><Relationship Id="rId36" Type="http://schemas.openxmlformats.org/officeDocument/2006/relationships/slideLayout" Target="../slideLayouts/slideLayout72.xml"/><Relationship Id="rId39" Type="http://schemas.openxmlformats.org/officeDocument/2006/relationships/slideLayout" Target="../slideLayouts/slideLayout75.xml"/><Relationship Id="rId38" Type="http://schemas.openxmlformats.org/officeDocument/2006/relationships/slideLayout" Target="../slideLayouts/slideLayout74.xml"/><Relationship Id="rId62" Type="http://schemas.openxmlformats.org/officeDocument/2006/relationships/slideLayout" Target="../slideLayouts/slideLayout98.xml"/><Relationship Id="rId61" Type="http://schemas.openxmlformats.org/officeDocument/2006/relationships/slideLayout" Target="../slideLayouts/slideLayout97.xml"/><Relationship Id="rId20" Type="http://schemas.openxmlformats.org/officeDocument/2006/relationships/slideLayout" Target="../slideLayouts/slideLayout56.xml"/><Relationship Id="rId64" Type="http://schemas.openxmlformats.org/officeDocument/2006/relationships/slideLayout" Target="../slideLayouts/slideLayout100.xml"/><Relationship Id="rId63" Type="http://schemas.openxmlformats.org/officeDocument/2006/relationships/slideLayout" Target="../slideLayouts/slideLayout99.xml"/><Relationship Id="rId22" Type="http://schemas.openxmlformats.org/officeDocument/2006/relationships/slideLayout" Target="../slideLayouts/slideLayout58.xml"/><Relationship Id="rId66" Type="http://schemas.openxmlformats.org/officeDocument/2006/relationships/slideLayout" Target="../slideLayouts/slideLayout102.xml"/><Relationship Id="rId21" Type="http://schemas.openxmlformats.org/officeDocument/2006/relationships/slideLayout" Target="../slideLayouts/slideLayout57.xml"/><Relationship Id="rId65" Type="http://schemas.openxmlformats.org/officeDocument/2006/relationships/slideLayout" Target="../slideLayouts/slideLayout101.xml"/><Relationship Id="rId24" Type="http://schemas.openxmlformats.org/officeDocument/2006/relationships/slideLayout" Target="../slideLayouts/slideLayout60.xml"/><Relationship Id="rId68" Type="http://schemas.openxmlformats.org/officeDocument/2006/relationships/slideLayout" Target="../slideLayouts/slideLayout104.xml"/><Relationship Id="rId23" Type="http://schemas.openxmlformats.org/officeDocument/2006/relationships/slideLayout" Target="../slideLayouts/slideLayout59.xml"/><Relationship Id="rId67" Type="http://schemas.openxmlformats.org/officeDocument/2006/relationships/slideLayout" Target="../slideLayouts/slideLayout103.xml"/><Relationship Id="rId60" Type="http://schemas.openxmlformats.org/officeDocument/2006/relationships/slideLayout" Target="../slideLayouts/slideLayout96.xml"/><Relationship Id="rId26" Type="http://schemas.openxmlformats.org/officeDocument/2006/relationships/slideLayout" Target="../slideLayouts/slideLayout62.xml"/><Relationship Id="rId25" Type="http://schemas.openxmlformats.org/officeDocument/2006/relationships/slideLayout" Target="../slideLayouts/slideLayout61.xml"/><Relationship Id="rId69" Type="http://schemas.openxmlformats.org/officeDocument/2006/relationships/slideLayout" Target="../slideLayouts/slideLayout105.xml"/><Relationship Id="rId28" Type="http://schemas.openxmlformats.org/officeDocument/2006/relationships/slideLayout" Target="../slideLayouts/slideLayout64.xml"/><Relationship Id="rId27" Type="http://schemas.openxmlformats.org/officeDocument/2006/relationships/slideLayout" Target="../slideLayouts/slideLayout63.xml"/><Relationship Id="rId29" Type="http://schemas.openxmlformats.org/officeDocument/2006/relationships/slideLayout" Target="../slideLayouts/slideLayout65.xml"/><Relationship Id="rId51" Type="http://schemas.openxmlformats.org/officeDocument/2006/relationships/slideLayout" Target="../slideLayouts/slideLayout87.xml"/><Relationship Id="rId50" Type="http://schemas.openxmlformats.org/officeDocument/2006/relationships/slideLayout" Target="../slideLayouts/slideLayout86.xml"/><Relationship Id="rId53" Type="http://schemas.openxmlformats.org/officeDocument/2006/relationships/slideLayout" Target="../slideLayouts/slideLayout89.xml"/><Relationship Id="rId52" Type="http://schemas.openxmlformats.org/officeDocument/2006/relationships/slideLayout" Target="../slideLayouts/slideLayout88.xml"/><Relationship Id="rId11" Type="http://schemas.openxmlformats.org/officeDocument/2006/relationships/slideLayout" Target="../slideLayouts/slideLayout47.xml"/><Relationship Id="rId55" Type="http://schemas.openxmlformats.org/officeDocument/2006/relationships/slideLayout" Target="../slideLayouts/slideLayout91.xml"/><Relationship Id="rId10" Type="http://schemas.openxmlformats.org/officeDocument/2006/relationships/slideLayout" Target="../slideLayouts/slideLayout46.xml"/><Relationship Id="rId54" Type="http://schemas.openxmlformats.org/officeDocument/2006/relationships/slideLayout" Target="../slideLayouts/slideLayout90.xml"/><Relationship Id="rId13" Type="http://schemas.openxmlformats.org/officeDocument/2006/relationships/slideLayout" Target="../slideLayouts/slideLayout49.xml"/><Relationship Id="rId57" Type="http://schemas.openxmlformats.org/officeDocument/2006/relationships/slideLayout" Target="../slideLayouts/slideLayout93.xml"/><Relationship Id="rId12" Type="http://schemas.openxmlformats.org/officeDocument/2006/relationships/slideLayout" Target="../slideLayouts/slideLayout48.xml"/><Relationship Id="rId56" Type="http://schemas.openxmlformats.org/officeDocument/2006/relationships/slideLayout" Target="../slideLayouts/slideLayout92.xml"/><Relationship Id="rId15" Type="http://schemas.openxmlformats.org/officeDocument/2006/relationships/slideLayout" Target="../slideLayouts/slideLayout51.xml"/><Relationship Id="rId59" Type="http://schemas.openxmlformats.org/officeDocument/2006/relationships/slideLayout" Target="../slideLayouts/slideLayout95.xml"/><Relationship Id="rId14" Type="http://schemas.openxmlformats.org/officeDocument/2006/relationships/slideLayout" Target="../slideLayouts/slideLayout50.xml"/><Relationship Id="rId58" Type="http://schemas.openxmlformats.org/officeDocument/2006/relationships/slideLayout" Target="../slideLayouts/slideLayout94.xml"/><Relationship Id="rId17" Type="http://schemas.openxmlformats.org/officeDocument/2006/relationships/slideLayout" Target="../slideLayouts/slideLayout53.xml"/><Relationship Id="rId16" Type="http://schemas.openxmlformats.org/officeDocument/2006/relationships/slideLayout" Target="../slideLayouts/slideLayout52.xml"/><Relationship Id="rId19" Type="http://schemas.openxmlformats.org/officeDocument/2006/relationships/slideLayout" Target="../slideLayouts/slideLayout55.xml"/><Relationship Id="rId18" Type="http://schemas.openxmlformats.org/officeDocument/2006/relationships/slideLayout" Target="../slideLayouts/slideLayout54.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4.jpg"/><Relationship Id="rId2" Type="http://schemas.openxmlformats.org/officeDocument/2006/relationships/slideLayout" Target="../slideLayouts/slideLayout106.xml"/><Relationship Id="rId3" Type="http://schemas.openxmlformats.org/officeDocument/2006/relationships/slideLayout" Target="../slideLayouts/slideLayout107.xml"/><Relationship Id="rId4" Type="http://schemas.openxmlformats.org/officeDocument/2006/relationships/slideLayout" Target="../slideLayouts/slideLayout108.xml"/><Relationship Id="rId9" Type="http://schemas.openxmlformats.org/officeDocument/2006/relationships/slideLayout" Target="../slideLayouts/slideLayout113.xml"/><Relationship Id="rId5" Type="http://schemas.openxmlformats.org/officeDocument/2006/relationships/slideLayout" Target="../slideLayouts/slideLayout109.xml"/><Relationship Id="rId6" Type="http://schemas.openxmlformats.org/officeDocument/2006/relationships/slideLayout" Target="../slideLayouts/slideLayout110.xml"/><Relationship Id="rId7" Type="http://schemas.openxmlformats.org/officeDocument/2006/relationships/slideLayout" Target="../slideLayouts/slideLayout111.xml"/><Relationship Id="rId8" Type="http://schemas.openxmlformats.org/officeDocument/2006/relationships/slideLayout" Target="../slideLayouts/slideLayout112.xml"/><Relationship Id="rId11" Type="http://schemas.openxmlformats.org/officeDocument/2006/relationships/slideLayout" Target="../slideLayouts/slideLayout115.xml"/><Relationship Id="rId10" Type="http://schemas.openxmlformats.org/officeDocument/2006/relationships/slideLayout" Target="../slideLayouts/slideLayout114.xml"/><Relationship Id="rId13" Type="http://schemas.openxmlformats.org/officeDocument/2006/relationships/slideLayout" Target="../slideLayouts/slideLayout117.xml"/><Relationship Id="rId12" Type="http://schemas.openxmlformats.org/officeDocument/2006/relationships/slideLayout" Target="../slideLayouts/slideLayout116.xml"/><Relationship Id="rId15" Type="http://schemas.openxmlformats.org/officeDocument/2006/relationships/theme" Target="../theme/theme1.xml"/><Relationship Id="rId14" Type="http://schemas.openxmlformats.org/officeDocument/2006/relationships/slideLayout" Target="../slideLayouts/slideLayout118.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19.xml"/><Relationship Id="rId2" Type="http://schemas.openxmlformats.org/officeDocument/2006/relationships/slideLayout" Target="../slideLayouts/slideLayout120.xml"/><Relationship Id="rId3" Type="http://schemas.openxmlformats.org/officeDocument/2006/relationships/slideLayout" Target="../slideLayouts/slideLayout121.xml"/><Relationship Id="rId4" Type="http://schemas.openxmlformats.org/officeDocument/2006/relationships/slideLayout" Target="../slideLayouts/slideLayout122.xml"/><Relationship Id="rId9" Type="http://schemas.openxmlformats.org/officeDocument/2006/relationships/slideLayout" Target="../slideLayouts/slideLayout127.xml"/><Relationship Id="rId5" Type="http://schemas.openxmlformats.org/officeDocument/2006/relationships/slideLayout" Target="../slideLayouts/slideLayout123.xml"/><Relationship Id="rId6" Type="http://schemas.openxmlformats.org/officeDocument/2006/relationships/slideLayout" Target="../slideLayouts/slideLayout124.xml"/><Relationship Id="rId7" Type="http://schemas.openxmlformats.org/officeDocument/2006/relationships/slideLayout" Target="../slideLayouts/slideLayout125.xml"/><Relationship Id="rId8" Type="http://schemas.openxmlformats.org/officeDocument/2006/relationships/slideLayout" Target="../slideLayouts/slideLayout126.xml"/><Relationship Id="rId11" Type="http://schemas.openxmlformats.org/officeDocument/2006/relationships/slideLayout" Target="../slideLayouts/slideLayout129.xml"/><Relationship Id="rId10" Type="http://schemas.openxmlformats.org/officeDocument/2006/relationships/slideLayout" Target="../slideLayouts/slideLayout128.xml"/><Relationship Id="rId13" Type="http://schemas.openxmlformats.org/officeDocument/2006/relationships/slideLayout" Target="../slideLayouts/slideLayout131.xml"/><Relationship Id="rId12" Type="http://schemas.openxmlformats.org/officeDocument/2006/relationships/slideLayout" Target="../slideLayouts/slideLayout130.xml"/><Relationship Id="rId14" Type="http://schemas.openxmlformats.org/officeDocument/2006/relationships/theme" Target="../theme/theme2.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slideLayout" Target="../slideLayouts/slideLayout133.xml"/><Relationship Id="rId3" Type="http://schemas.openxmlformats.org/officeDocument/2006/relationships/slideLayout" Target="../slideLayouts/slideLayout134.xml"/><Relationship Id="rId4" Type="http://schemas.openxmlformats.org/officeDocument/2006/relationships/slideLayout" Target="../slideLayouts/slideLayout135.xml"/><Relationship Id="rId9" Type="http://schemas.openxmlformats.org/officeDocument/2006/relationships/slideLayout" Target="../slideLayouts/slideLayout140.xml"/><Relationship Id="rId5" Type="http://schemas.openxmlformats.org/officeDocument/2006/relationships/slideLayout" Target="../slideLayouts/slideLayout136.xml"/><Relationship Id="rId6" Type="http://schemas.openxmlformats.org/officeDocument/2006/relationships/slideLayout" Target="../slideLayouts/slideLayout137.xml"/><Relationship Id="rId7" Type="http://schemas.openxmlformats.org/officeDocument/2006/relationships/slideLayout" Target="../slideLayouts/slideLayout138.xml"/><Relationship Id="rId8" Type="http://schemas.openxmlformats.org/officeDocument/2006/relationships/slideLayout" Target="../slideLayouts/slideLayout139.xml"/><Relationship Id="rId10"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41.xml"/><Relationship Id="rId2" Type="http://schemas.openxmlformats.org/officeDocument/2006/relationships/slideLayout" Target="../slideLayouts/slideLayout142.xml"/><Relationship Id="rId3" Type="http://schemas.openxmlformats.org/officeDocument/2006/relationships/slideLayout" Target="../slideLayouts/slideLayout143.xml"/><Relationship Id="rId4" Type="http://schemas.openxmlformats.org/officeDocument/2006/relationships/slideLayout" Target="../slideLayouts/slideLayout144.xml"/><Relationship Id="rId9" Type="http://schemas.openxmlformats.org/officeDocument/2006/relationships/slideLayout" Target="../slideLayouts/slideLayout149.xml"/><Relationship Id="rId5" Type="http://schemas.openxmlformats.org/officeDocument/2006/relationships/slideLayout" Target="../slideLayouts/slideLayout145.xml"/><Relationship Id="rId6" Type="http://schemas.openxmlformats.org/officeDocument/2006/relationships/slideLayout" Target="../slideLayouts/slideLayout146.xml"/><Relationship Id="rId7" Type="http://schemas.openxmlformats.org/officeDocument/2006/relationships/slideLayout" Target="../slideLayouts/slideLayout147.xml"/><Relationship Id="rId8" Type="http://schemas.openxmlformats.org/officeDocument/2006/relationships/slideLayout" Target="../slideLayouts/slideLayout148.xml"/><Relationship Id="rId11" Type="http://schemas.openxmlformats.org/officeDocument/2006/relationships/slideLayout" Target="../slideLayouts/slideLayout151.xml"/><Relationship Id="rId10" Type="http://schemas.openxmlformats.org/officeDocument/2006/relationships/slideLayout" Target="../slideLayouts/slideLayout150.xml"/><Relationship Id="rId12" Type="http://schemas.openxmlformats.org/officeDocument/2006/relationships/theme" Target="../theme/theme10.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152.xml"/><Relationship Id="rId2" Type="http://schemas.openxmlformats.org/officeDocument/2006/relationships/slideLayout" Target="../slideLayouts/slideLayout153.xml"/><Relationship Id="rId3" Type="http://schemas.openxmlformats.org/officeDocument/2006/relationships/slideLayout" Target="../slideLayouts/slideLayout154.xml"/><Relationship Id="rId4" Type="http://schemas.openxmlformats.org/officeDocument/2006/relationships/slideLayout" Target="../slideLayouts/slideLayout155.xml"/><Relationship Id="rId9" Type="http://schemas.openxmlformats.org/officeDocument/2006/relationships/slideLayout" Target="../slideLayouts/slideLayout160.xml"/><Relationship Id="rId5" Type="http://schemas.openxmlformats.org/officeDocument/2006/relationships/slideLayout" Target="../slideLayouts/slideLayout156.xml"/><Relationship Id="rId6" Type="http://schemas.openxmlformats.org/officeDocument/2006/relationships/slideLayout" Target="../slideLayouts/slideLayout157.xml"/><Relationship Id="rId7" Type="http://schemas.openxmlformats.org/officeDocument/2006/relationships/slideLayout" Target="../slideLayouts/slideLayout158.xml"/><Relationship Id="rId8" Type="http://schemas.openxmlformats.org/officeDocument/2006/relationships/slideLayout" Target="../slideLayouts/slideLayout159.xml"/><Relationship Id="rId10" Type="http://schemas.openxmlformats.org/officeDocument/2006/relationships/theme" Target="../theme/theme9.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161.xml"/><Relationship Id="rId2" Type="http://schemas.openxmlformats.org/officeDocument/2006/relationships/slideLayout" Target="../slideLayouts/slideLayout162.xml"/><Relationship Id="rId3" Type="http://schemas.openxmlformats.org/officeDocument/2006/relationships/slideLayout" Target="../slideLayouts/slideLayout163.xml"/><Relationship Id="rId4" Type="http://schemas.openxmlformats.org/officeDocument/2006/relationships/slideLayout" Target="../slideLayouts/slideLayout164.xml"/><Relationship Id="rId9" Type="http://schemas.openxmlformats.org/officeDocument/2006/relationships/slideLayout" Target="../slideLayouts/slideLayout169.xml"/><Relationship Id="rId5" Type="http://schemas.openxmlformats.org/officeDocument/2006/relationships/slideLayout" Target="../slideLayouts/slideLayout165.xml"/><Relationship Id="rId6" Type="http://schemas.openxmlformats.org/officeDocument/2006/relationships/slideLayout" Target="../slideLayouts/slideLayout166.xml"/><Relationship Id="rId7" Type="http://schemas.openxmlformats.org/officeDocument/2006/relationships/slideLayout" Target="../slideLayouts/slideLayout167.xml"/><Relationship Id="rId8" Type="http://schemas.openxmlformats.org/officeDocument/2006/relationships/slideLayout" Target="../slideLayouts/slideLayout168.xml"/><Relationship Id="rId11" Type="http://schemas.openxmlformats.org/officeDocument/2006/relationships/slideLayout" Target="../slideLayouts/slideLayout171.xml"/><Relationship Id="rId10" Type="http://schemas.openxmlformats.org/officeDocument/2006/relationships/slideLayout" Target="../slideLayouts/slideLayout170.xml"/><Relationship Id="rId13" Type="http://schemas.openxmlformats.org/officeDocument/2006/relationships/theme" Target="../theme/theme6.xml"/><Relationship Id="rId12" Type="http://schemas.openxmlformats.org/officeDocument/2006/relationships/slideLayout" Target="../slideLayouts/slideLayout172.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173.xml"/><Relationship Id="rId2" Type="http://schemas.openxmlformats.org/officeDocument/2006/relationships/slideLayout" Target="../slideLayouts/slideLayout174.xml"/><Relationship Id="rId3" Type="http://schemas.openxmlformats.org/officeDocument/2006/relationships/slideLayout" Target="../slideLayouts/slideLayout175.xml"/><Relationship Id="rId4" Type="http://schemas.openxmlformats.org/officeDocument/2006/relationships/slideLayout" Target="../slideLayouts/slideLayout176.xml"/><Relationship Id="rId9" Type="http://schemas.openxmlformats.org/officeDocument/2006/relationships/theme" Target="../theme/theme8.xml"/><Relationship Id="rId5" Type="http://schemas.openxmlformats.org/officeDocument/2006/relationships/slideLayout" Target="../slideLayouts/slideLayout177.xml"/><Relationship Id="rId6" Type="http://schemas.openxmlformats.org/officeDocument/2006/relationships/slideLayout" Target="../slideLayouts/slideLayout178.xml"/><Relationship Id="rId7" Type="http://schemas.openxmlformats.org/officeDocument/2006/relationships/slideLayout" Target="../slideLayouts/slideLayout179.xml"/><Relationship Id="rId8" Type="http://schemas.openxmlformats.org/officeDocument/2006/relationships/slideLayout" Target="../slideLayouts/slideLayout18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 name="Shape 213"/>
        <p:cNvGrpSpPr/>
        <p:nvPr/>
      </p:nvGrpSpPr>
      <p:grpSpPr>
        <a:xfrm>
          <a:off x="0" y="0"/>
          <a:ext cx="0" cy="0"/>
          <a:chOff x="0" y="0"/>
          <a:chExt cx="0" cy="0"/>
        </a:xfrm>
      </p:grpSpPr>
      <p:sp>
        <p:nvSpPr>
          <p:cNvPr id="214" name="Google Shape;214;p16"/>
          <p:cNvSpPr txBox="1"/>
          <p:nvPr>
            <p:ph type="title"/>
          </p:nvPr>
        </p:nvSpPr>
        <p:spPr>
          <a:xfrm>
            <a:off x="344501" y="264375"/>
            <a:ext cx="7797000" cy="4143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1100"/>
              <a:buFont typeface="Arial"/>
              <a:buNone/>
              <a:defRPr b="0" i="0" sz="2400" u="none" cap="none" strike="noStrike">
                <a:solidFill>
                  <a:srgbClr val="3C4043"/>
                </a:solidFill>
                <a:latin typeface="Arial"/>
                <a:ea typeface="Arial"/>
                <a:cs typeface="Arial"/>
                <a:sym typeface="Arial"/>
              </a:defRPr>
            </a:lvl1pPr>
            <a:lvl2pPr lvl="1" marR="0" rtl="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2pPr>
            <a:lvl3pPr lvl="2" marR="0" rtl="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3pPr>
            <a:lvl4pPr lvl="3" marR="0" rtl="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4pPr>
            <a:lvl5pPr lvl="4" marR="0" rtl="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5pPr>
            <a:lvl6pPr lvl="5" marR="0" rtl="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6pPr>
            <a:lvl7pPr lvl="6" marR="0" rtl="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7pPr>
            <a:lvl8pPr lvl="7" marR="0" rtl="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8pPr>
            <a:lvl9pPr lvl="8" marR="0" rtl="0" algn="ctr">
              <a:lnSpc>
                <a:spcPct val="100000"/>
              </a:lnSpc>
              <a:spcBef>
                <a:spcPts val="0"/>
              </a:spcBef>
              <a:spcAft>
                <a:spcPts val="0"/>
              </a:spcAft>
              <a:buClr>
                <a:srgbClr val="000000"/>
              </a:buClr>
              <a:buSzPts val="4200"/>
              <a:buFont typeface="Helvetica Neue Light"/>
              <a:buNone/>
              <a:defRPr b="0" i="0" sz="4200" u="none" cap="none" strike="noStrike">
                <a:solidFill>
                  <a:srgbClr val="000000"/>
                </a:solidFill>
                <a:latin typeface="Helvetica Neue Light"/>
                <a:ea typeface="Helvetica Neue Light"/>
                <a:cs typeface="Helvetica Neue Light"/>
                <a:sym typeface="Helvetica Neue Light"/>
              </a:defRPr>
            </a:lvl9pPr>
          </a:lstStyle>
          <a:p/>
        </p:txBody>
      </p:sp>
    </p:spTree>
  </p:cSld>
  <p:clrMap accent1="accent1" accent2="accent2" accent3="accent3" accent4="accent4" accent5="accent5" accent6="accent6" bg1="lt1" bg2="dk2" tx1="dk1" tx2="lt2" folHlink="folHlink" hlink="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 id="2147483710" r:id="rId25"/>
    <p:sldLayoutId id="2147483711" r:id="rId26"/>
    <p:sldLayoutId id="2147483712" r:id="rId27"/>
    <p:sldLayoutId id="2147483713" r:id="rId28"/>
    <p:sldLayoutId id="2147483714" r:id="rId29"/>
    <p:sldLayoutId id="2147483715" r:id="rId30"/>
    <p:sldLayoutId id="2147483716" r:id="rId31"/>
    <p:sldLayoutId id="2147483717" r:id="rId32"/>
    <p:sldLayoutId id="2147483718" r:id="rId33"/>
    <p:sldLayoutId id="2147483719" r:id="rId34"/>
    <p:sldLayoutId id="2147483720" r:id="rId35"/>
    <p:sldLayoutId id="2147483721" r:id="rId36"/>
    <p:sldLayoutId id="2147483722" r:id="rId37"/>
    <p:sldLayoutId id="2147483723" r:id="rId38"/>
    <p:sldLayoutId id="2147483724" r:id="rId39"/>
    <p:sldLayoutId id="2147483725" r:id="rId40"/>
    <p:sldLayoutId id="2147483726" r:id="rId41"/>
    <p:sldLayoutId id="2147483727" r:id="rId42"/>
    <p:sldLayoutId id="2147483728" r:id="rId43"/>
    <p:sldLayoutId id="2147483729" r:id="rId44"/>
    <p:sldLayoutId id="2147483730" r:id="rId45"/>
    <p:sldLayoutId id="2147483731" r:id="rId46"/>
    <p:sldLayoutId id="2147483732" r:id="rId47"/>
    <p:sldLayoutId id="2147483733" r:id="rId48"/>
    <p:sldLayoutId id="2147483734" r:id="rId49"/>
    <p:sldLayoutId id="2147483735" r:id="rId50"/>
    <p:sldLayoutId id="2147483736" r:id="rId51"/>
    <p:sldLayoutId id="2147483737" r:id="rId52"/>
    <p:sldLayoutId id="2147483738" r:id="rId53"/>
    <p:sldLayoutId id="2147483739" r:id="rId54"/>
    <p:sldLayoutId id="2147483740" r:id="rId55"/>
    <p:sldLayoutId id="2147483741" r:id="rId56"/>
    <p:sldLayoutId id="2147483742" r:id="rId57"/>
    <p:sldLayoutId id="2147483743" r:id="rId58"/>
    <p:sldLayoutId id="2147483744" r:id="rId59"/>
    <p:sldLayoutId id="2147483745" r:id="rId60"/>
    <p:sldLayoutId id="2147483746" r:id="rId61"/>
    <p:sldLayoutId id="2147483747" r:id="rId62"/>
    <p:sldLayoutId id="2147483748" r:id="rId63"/>
    <p:sldLayoutId id="2147483749" r:id="rId64"/>
    <p:sldLayoutId id="2147483750" r:id="rId65"/>
    <p:sldLayoutId id="2147483751" r:id="rId66"/>
    <p:sldLayoutId id="2147483752" r:id="rId67"/>
    <p:sldLayoutId id="2147483753" r:id="rId68"/>
    <p:sldLayoutId id="2147483754" r:id="rId6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22">
          <p15:clr>
            <a:srgbClr val="EA4335"/>
          </p15:clr>
        </p15:guide>
        <p15:guide id="2" orient="horz" pos="322">
          <p15:clr>
            <a:srgbClr val="EA4335"/>
          </p15:clr>
        </p15:guide>
        <p15:guide id="3" orient="horz" pos="2918">
          <p15:clr>
            <a:srgbClr val="EA4335"/>
          </p15:clr>
        </p15:guide>
        <p15:guide id="4" pos="5438">
          <p15:clr>
            <a:srgbClr val="EA4335"/>
          </p15:clr>
        </p15:guide>
        <p15:guide id="5" pos="1960">
          <p15:clr>
            <a:srgbClr val="EA4335"/>
          </p15:clr>
        </p15:guide>
        <p15:guide id="6" pos="2061">
          <p15:clr>
            <a:srgbClr val="EA4335"/>
          </p15:clr>
        </p15:guide>
        <p15:guide id="7" pos="3800">
          <p15:clr>
            <a:srgbClr val="EA4335"/>
          </p15:clr>
        </p15:guide>
        <p15:guide id="8" pos="3699">
          <p15:clr>
            <a:srgbClr val="EA4335"/>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875" name="Shape 875"/>
        <p:cNvGrpSpPr/>
        <p:nvPr/>
      </p:nvGrpSpPr>
      <p:grpSpPr>
        <a:xfrm>
          <a:off x="0" y="0"/>
          <a:ext cx="0" cy="0"/>
          <a:chOff x="0" y="0"/>
          <a:chExt cx="0" cy="0"/>
        </a:xfrm>
      </p:grpSpPr>
      <p:sp>
        <p:nvSpPr>
          <p:cNvPr id="876" name="Google Shape;876;g35251cc313b_0_273"/>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lvl1pPr lvl="0" marR="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77" name="Google Shape;877;g35251cc313b_0_273"/>
          <p:cNvSpPr txBox="1"/>
          <p:nvPr>
            <p:ph idx="1" type="body"/>
          </p:nvPr>
        </p:nvSpPr>
        <p:spPr>
          <a:xfrm>
            <a:off x="457200" y="1200151"/>
            <a:ext cx="8229600" cy="3394500"/>
          </a:xfrm>
          <a:prstGeom prst="rect">
            <a:avLst/>
          </a:prstGeom>
          <a:noFill/>
          <a:ln>
            <a:noFill/>
          </a:ln>
        </p:spPr>
        <p:txBody>
          <a:bodyPr anchorCtr="0" anchor="t" bIns="45700" lIns="91425" spcFirstLastPara="1" rIns="91425" wrap="square" tIns="45700">
            <a:normAutofit/>
          </a:bodyPr>
          <a:lstStyle>
            <a:lvl1pPr indent="-431800" lvl="0" marL="457200" marR="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78" name="Google Shape;878;g35251cc313b_0_27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79" name="Google Shape;879;g35251cc313b_0_27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0" name="Google Shape;880;g35251cc313b_0_27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881" name="Google Shape;881;g35251cc313b_0_273"/>
          <p:cNvSpPr txBox="1"/>
          <p:nvPr/>
        </p:nvSpPr>
        <p:spPr>
          <a:xfrm>
            <a:off x="-9149" y="5213747"/>
            <a:ext cx="83895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400" u="none" cap="none" strike="noStrike">
                <a:solidFill>
                  <a:srgbClr val="A5A5A5"/>
                </a:solidFill>
                <a:latin typeface="Calibri"/>
                <a:ea typeface="Calibri"/>
                <a:cs typeface="Calibri"/>
                <a:sym typeface="Calibri"/>
              </a:rPr>
              <a:t>This presentation uses a free template provided by FPPT.com</a:t>
            </a:r>
            <a:endParaRPr/>
          </a:p>
          <a:p>
            <a:pPr indent="0" lvl="0" marL="0" marR="0" rtl="0" algn="l">
              <a:spcBef>
                <a:spcPts val="0"/>
              </a:spcBef>
              <a:spcAft>
                <a:spcPts val="0"/>
              </a:spcAft>
              <a:buNone/>
            </a:pPr>
            <a:r>
              <a:rPr lang="en" sz="1400">
                <a:solidFill>
                  <a:srgbClr val="A5A5A5"/>
                </a:solidFill>
                <a:latin typeface="Calibri"/>
                <a:ea typeface="Calibri"/>
                <a:cs typeface="Calibri"/>
                <a:sym typeface="Calibri"/>
              </a:rPr>
              <a:t>www.free-power-point-templates.com</a:t>
            </a:r>
            <a:endParaRPr/>
          </a:p>
        </p:txBody>
      </p:sp>
    </p:spTree>
  </p:cSld>
  <p:clrMap accent1="accent1" accent2="accent2" accent3="accent3" accent4="accent4" accent5="accent5" accent6="accent6" bg1="lt1" bg2="dk2" tx1="dk1" tx2="lt2" folHlink="folHlink" hlink="hlink"/>
  <p:sldLayoutIdLst>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63" name="Shape 963"/>
        <p:cNvGrpSpPr/>
        <p:nvPr/>
      </p:nvGrpSpPr>
      <p:grpSpPr>
        <a:xfrm>
          <a:off x="0" y="0"/>
          <a:ext cx="0" cy="0"/>
          <a:chOff x="0" y="0"/>
          <a:chExt cx="0" cy="0"/>
        </a:xfrm>
      </p:grpSpPr>
      <p:sp>
        <p:nvSpPr>
          <p:cNvPr id="964" name="Google Shape;964;g35251cc313b_0_328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965" name="Google Shape;965;g35251cc313b_0_328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966" name="Google Shape;966;g35251cc313b_0_328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967" name="Google Shape;967;g35251cc313b_0_328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968" name="Google Shape;968;g35251cc313b_0_328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i="0" sz="900" u="none" cap="none" strike="noStrike">
                <a:solidFill>
                  <a:srgbClr val="888888"/>
                </a:solidFill>
                <a:latin typeface="Calibri"/>
                <a:ea typeface="Calibri"/>
                <a:cs typeface="Calibri"/>
                <a:sym typeface="Calibri"/>
              </a:defRPr>
            </a:lvl1pPr>
            <a:lvl2pPr indent="0" lvl="1" marL="0" marR="0" algn="r">
              <a:spcBef>
                <a:spcPts val="0"/>
              </a:spcBef>
              <a:buNone/>
              <a:defRPr b="0" i="0" sz="900" u="none" cap="none" strike="noStrike">
                <a:solidFill>
                  <a:srgbClr val="888888"/>
                </a:solidFill>
                <a:latin typeface="Calibri"/>
                <a:ea typeface="Calibri"/>
                <a:cs typeface="Calibri"/>
                <a:sym typeface="Calibri"/>
              </a:defRPr>
            </a:lvl2pPr>
            <a:lvl3pPr indent="0" lvl="2" marL="0" marR="0" algn="r">
              <a:spcBef>
                <a:spcPts val="0"/>
              </a:spcBef>
              <a:buNone/>
              <a:defRPr b="0" i="0" sz="900" u="none" cap="none" strike="noStrike">
                <a:solidFill>
                  <a:srgbClr val="888888"/>
                </a:solidFill>
                <a:latin typeface="Calibri"/>
                <a:ea typeface="Calibri"/>
                <a:cs typeface="Calibri"/>
                <a:sym typeface="Calibri"/>
              </a:defRPr>
            </a:lvl3pPr>
            <a:lvl4pPr indent="0" lvl="3" marL="0" marR="0" algn="r">
              <a:spcBef>
                <a:spcPts val="0"/>
              </a:spcBef>
              <a:buNone/>
              <a:defRPr b="0" i="0" sz="900" u="none" cap="none" strike="noStrike">
                <a:solidFill>
                  <a:srgbClr val="888888"/>
                </a:solidFill>
                <a:latin typeface="Calibri"/>
                <a:ea typeface="Calibri"/>
                <a:cs typeface="Calibri"/>
                <a:sym typeface="Calibri"/>
              </a:defRPr>
            </a:lvl4pPr>
            <a:lvl5pPr indent="0" lvl="4" marL="0" marR="0" algn="r">
              <a:spcBef>
                <a:spcPts val="0"/>
              </a:spcBef>
              <a:buNone/>
              <a:defRPr b="0" i="0" sz="900" u="none" cap="none" strike="noStrike">
                <a:solidFill>
                  <a:srgbClr val="888888"/>
                </a:solidFill>
                <a:latin typeface="Calibri"/>
                <a:ea typeface="Calibri"/>
                <a:cs typeface="Calibri"/>
                <a:sym typeface="Calibri"/>
              </a:defRPr>
            </a:lvl5pPr>
            <a:lvl6pPr indent="0" lvl="5" marL="0" marR="0" algn="r">
              <a:spcBef>
                <a:spcPts val="0"/>
              </a:spcBef>
              <a:buNone/>
              <a:defRPr b="0" i="0" sz="900" u="none" cap="none" strike="noStrike">
                <a:solidFill>
                  <a:srgbClr val="888888"/>
                </a:solidFill>
                <a:latin typeface="Calibri"/>
                <a:ea typeface="Calibri"/>
                <a:cs typeface="Calibri"/>
                <a:sym typeface="Calibri"/>
              </a:defRPr>
            </a:lvl6pPr>
            <a:lvl7pPr indent="0" lvl="6" marL="0" marR="0" algn="r">
              <a:spcBef>
                <a:spcPts val="0"/>
              </a:spcBef>
              <a:buNone/>
              <a:defRPr b="0" i="0" sz="900" u="none" cap="none" strike="noStrike">
                <a:solidFill>
                  <a:srgbClr val="888888"/>
                </a:solidFill>
                <a:latin typeface="Calibri"/>
                <a:ea typeface="Calibri"/>
                <a:cs typeface="Calibri"/>
                <a:sym typeface="Calibri"/>
              </a:defRPr>
            </a:lvl7pPr>
            <a:lvl8pPr indent="0" lvl="7" marL="0" marR="0" algn="r">
              <a:spcBef>
                <a:spcPts val="0"/>
              </a:spcBef>
              <a:buNone/>
              <a:defRPr b="0" i="0" sz="900" u="none" cap="none" strike="noStrike">
                <a:solidFill>
                  <a:srgbClr val="888888"/>
                </a:solidFill>
                <a:latin typeface="Calibri"/>
                <a:ea typeface="Calibri"/>
                <a:cs typeface="Calibri"/>
                <a:sym typeface="Calibri"/>
              </a:defRPr>
            </a:lvl8pPr>
            <a:lvl9pPr indent="0" lvl="8" marL="0" marR="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1044" name="Shape 1044"/>
        <p:cNvGrpSpPr/>
        <p:nvPr/>
      </p:nvGrpSpPr>
      <p:grpSpPr>
        <a:xfrm>
          <a:off x="0" y="0"/>
          <a:ext cx="0" cy="0"/>
          <a:chOff x="0" y="0"/>
          <a:chExt cx="0" cy="0"/>
        </a:xfrm>
      </p:grpSpPr>
      <p:sp>
        <p:nvSpPr>
          <p:cNvPr id="1045" name="Google Shape;1045;g35251cc313b_0_4316"/>
          <p:cNvSpPr txBox="1"/>
          <p:nvPr>
            <p:ph type="title"/>
          </p:nvPr>
        </p:nvSpPr>
        <p:spPr>
          <a:xfrm>
            <a:off x="326200" y="1180125"/>
            <a:ext cx="7971900" cy="571500"/>
          </a:xfrm>
          <a:prstGeom prst="rect">
            <a:avLst/>
          </a:prstGeom>
          <a:noFill/>
          <a:ln>
            <a:noFill/>
          </a:ln>
        </p:spPr>
        <p:txBody>
          <a:bodyPr anchorCtr="0" anchor="ctr" bIns="22850" lIns="45725" spcFirstLastPara="1" rIns="45725" wrap="square" tIns="22850">
            <a:normAutofit/>
          </a:bodyPr>
          <a:lstStyle>
            <a:lvl1pPr lvl="0" marR="0" rtl="0">
              <a:spcBef>
                <a:spcPts val="0"/>
              </a:spcBef>
              <a:spcAft>
                <a:spcPts val="0"/>
              </a:spcAft>
              <a:buClr>
                <a:schemeClr val="accent3"/>
              </a:buClr>
              <a:buSzPts val="6000"/>
              <a:buFont typeface="Teko"/>
              <a:buNone/>
              <a:defRPr i="0" sz="6000" u="none" cap="none" strike="noStrike">
                <a:solidFill>
                  <a:schemeClr val="accent3"/>
                </a:solidFill>
                <a:latin typeface="Teko"/>
                <a:ea typeface="Teko"/>
                <a:cs typeface="Teko"/>
                <a:sym typeface="Teko"/>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1046" name="Google Shape;1046;g35251cc313b_0_4316"/>
          <p:cNvSpPr txBox="1"/>
          <p:nvPr>
            <p:ph idx="1" type="body"/>
          </p:nvPr>
        </p:nvSpPr>
        <p:spPr>
          <a:xfrm>
            <a:off x="2697863" y="2361700"/>
            <a:ext cx="4114800" cy="2263200"/>
          </a:xfrm>
          <a:prstGeom prst="rect">
            <a:avLst/>
          </a:prstGeom>
          <a:noFill/>
          <a:ln>
            <a:noFill/>
          </a:ln>
        </p:spPr>
        <p:txBody>
          <a:bodyPr anchorCtr="0" anchor="t" bIns="22850" lIns="45725" spcFirstLastPara="1" rIns="45725" wrap="square" tIns="22850">
            <a:normAutofit/>
          </a:bodyPr>
          <a:lstStyle>
            <a:lvl1pPr indent="-298450" lvl="0" marL="457200" marR="0" rtl="0" algn="l">
              <a:spcBef>
                <a:spcPts val="300"/>
              </a:spcBef>
              <a:spcAft>
                <a:spcPts val="0"/>
              </a:spcAft>
              <a:buClr>
                <a:schemeClr val="accent3"/>
              </a:buClr>
              <a:buSzPts val="1100"/>
              <a:buFont typeface="Teko"/>
              <a:buChar char="•"/>
              <a:defRPr i="0" sz="1100" u="none" cap="none" strike="noStrike">
                <a:solidFill>
                  <a:schemeClr val="accent3"/>
                </a:solidFill>
                <a:latin typeface="Teko"/>
                <a:ea typeface="Teko"/>
                <a:cs typeface="Teko"/>
                <a:sym typeface="Teko"/>
              </a:defRPr>
            </a:lvl1pPr>
            <a:lvl2pPr indent="-298450" lvl="1" marL="914400" marR="0" rtl="0" algn="l">
              <a:spcBef>
                <a:spcPts val="300"/>
              </a:spcBef>
              <a:spcAft>
                <a:spcPts val="0"/>
              </a:spcAft>
              <a:buClr>
                <a:schemeClr val="accent3"/>
              </a:buClr>
              <a:buSzPts val="1100"/>
              <a:buFont typeface="Teko"/>
              <a:buChar char="–"/>
              <a:defRPr i="0" sz="1100" u="none" cap="none" strike="noStrike">
                <a:solidFill>
                  <a:schemeClr val="accent3"/>
                </a:solidFill>
                <a:latin typeface="Teko"/>
                <a:ea typeface="Teko"/>
                <a:cs typeface="Teko"/>
                <a:sym typeface="Teko"/>
              </a:defRPr>
            </a:lvl2pPr>
            <a:lvl3pPr indent="-298450" lvl="2" marL="1371600" marR="0" rtl="0" algn="l">
              <a:spcBef>
                <a:spcPts val="200"/>
              </a:spcBef>
              <a:spcAft>
                <a:spcPts val="0"/>
              </a:spcAft>
              <a:buClr>
                <a:schemeClr val="accent3"/>
              </a:buClr>
              <a:buSzPts val="1100"/>
              <a:buFont typeface="Teko"/>
              <a:buChar char="•"/>
              <a:defRPr i="0" sz="1100" u="none" cap="none" strike="noStrike">
                <a:solidFill>
                  <a:schemeClr val="accent3"/>
                </a:solidFill>
                <a:latin typeface="Teko"/>
                <a:ea typeface="Teko"/>
                <a:cs typeface="Teko"/>
                <a:sym typeface="Teko"/>
              </a:defRPr>
            </a:lvl3pPr>
            <a:lvl4pPr indent="-298450" lvl="3" marL="1828800" marR="0" rtl="0" algn="l">
              <a:spcBef>
                <a:spcPts val="200"/>
              </a:spcBef>
              <a:spcAft>
                <a:spcPts val="0"/>
              </a:spcAft>
              <a:buClr>
                <a:schemeClr val="accent3"/>
              </a:buClr>
              <a:buSzPts val="1100"/>
              <a:buFont typeface="Teko"/>
              <a:buChar char="–"/>
              <a:defRPr i="0" sz="1100" u="none" cap="none" strike="noStrike">
                <a:solidFill>
                  <a:schemeClr val="accent3"/>
                </a:solidFill>
                <a:latin typeface="Teko"/>
                <a:ea typeface="Teko"/>
                <a:cs typeface="Teko"/>
                <a:sym typeface="Teko"/>
              </a:defRPr>
            </a:lvl4pPr>
            <a:lvl5pPr indent="-298450" lvl="4" marL="2286000" marR="0" rtl="0" algn="l">
              <a:spcBef>
                <a:spcPts val="200"/>
              </a:spcBef>
              <a:spcAft>
                <a:spcPts val="0"/>
              </a:spcAft>
              <a:buClr>
                <a:schemeClr val="accent3"/>
              </a:buClr>
              <a:buSzPts val="1100"/>
              <a:buFont typeface="Teko"/>
              <a:buChar char="»"/>
              <a:defRPr i="0" sz="1100" u="none" cap="none" strike="noStrike">
                <a:solidFill>
                  <a:schemeClr val="accent3"/>
                </a:solidFill>
                <a:latin typeface="Teko"/>
                <a:ea typeface="Teko"/>
                <a:cs typeface="Teko"/>
                <a:sym typeface="Teko"/>
              </a:defRPr>
            </a:lvl5pPr>
            <a:lvl6pPr indent="-298450" lvl="5" marL="2743200" marR="0" rtl="0" algn="l">
              <a:spcBef>
                <a:spcPts val="200"/>
              </a:spcBef>
              <a:spcAft>
                <a:spcPts val="0"/>
              </a:spcAft>
              <a:buClr>
                <a:schemeClr val="accent3"/>
              </a:buClr>
              <a:buSzPts val="1100"/>
              <a:buFont typeface="Teko"/>
              <a:buChar char="•"/>
              <a:defRPr i="0" sz="1100" u="none" cap="none" strike="noStrike">
                <a:solidFill>
                  <a:schemeClr val="accent3"/>
                </a:solidFill>
                <a:latin typeface="Teko"/>
                <a:ea typeface="Teko"/>
                <a:cs typeface="Teko"/>
                <a:sym typeface="Teko"/>
              </a:defRPr>
            </a:lvl6pPr>
            <a:lvl7pPr indent="-298450" lvl="6" marL="3200400" marR="0" rtl="0" algn="l">
              <a:spcBef>
                <a:spcPts val="200"/>
              </a:spcBef>
              <a:spcAft>
                <a:spcPts val="0"/>
              </a:spcAft>
              <a:buClr>
                <a:schemeClr val="accent3"/>
              </a:buClr>
              <a:buSzPts val="1100"/>
              <a:buFont typeface="Teko"/>
              <a:buChar char="•"/>
              <a:defRPr i="0" sz="1100" u="none" cap="none" strike="noStrike">
                <a:solidFill>
                  <a:schemeClr val="accent3"/>
                </a:solidFill>
                <a:latin typeface="Teko"/>
                <a:ea typeface="Teko"/>
                <a:cs typeface="Teko"/>
                <a:sym typeface="Teko"/>
              </a:defRPr>
            </a:lvl7pPr>
            <a:lvl8pPr indent="-298450" lvl="7" marL="3657600" marR="0" rtl="0" algn="l">
              <a:spcBef>
                <a:spcPts val="200"/>
              </a:spcBef>
              <a:spcAft>
                <a:spcPts val="0"/>
              </a:spcAft>
              <a:buClr>
                <a:schemeClr val="accent3"/>
              </a:buClr>
              <a:buSzPts val="1100"/>
              <a:buFont typeface="Teko"/>
              <a:buChar char="•"/>
              <a:defRPr i="0" sz="1100" u="none" cap="none" strike="noStrike">
                <a:solidFill>
                  <a:schemeClr val="accent3"/>
                </a:solidFill>
                <a:latin typeface="Teko"/>
                <a:ea typeface="Teko"/>
                <a:cs typeface="Teko"/>
                <a:sym typeface="Teko"/>
              </a:defRPr>
            </a:lvl8pPr>
            <a:lvl9pPr indent="-298450" lvl="8" marL="4114800" marR="0" rtl="0" algn="l">
              <a:spcBef>
                <a:spcPts val="200"/>
              </a:spcBef>
              <a:spcAft>
                <a:spcPts val="0"/>
              </a:spcAft>
              <a:buClr>
                <a:schemeClr val="accent3"/>
              </a:buClr>
              <a:buSzPts val="1100"/>
              <a:buFont typeface="Teko"/>
              <a:buChar char="•"/>
              <a:defRPr i="0" sz="1100" u="none" cap="none" strike="noStrike">
                <a:solidFill>
                  <a:schemeClr val="accent3"/>
                </a:solidFill>
                <a:latin typeface="Teko"/>
                <a:ea typeface="Teko"/>
                <a:cs typeface="Teko"/>
                <a:sym typeface="Teko"/>
              </a:defRPr>
            </a:lvl9pPr>
          </a:lstStyle>
          <a:p/>
        </p:txBody>
      </p:sp>
    </p:spTree>
  </p:cSld>
  <p:clrMap accent1="accent1" accent2="accent2" accent3="accent3" accent4="accent4" accent5="accent5" accent6="accent6" bg1="lt1" bg2="dk2" tx1="dk1" tx2="lt2" folHlink="folHlink" hlink="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gradFill>
          <a:gsLst>
            <a:gs pos="0">
              <a:srgbClr val="A458FF"/>
            </a:gs>
            <a:gs pos="39000">
              <a:srgbClr val="3544FF"/>
            </a:gs>
            <a:gs pos="100000">
              <a:srgbClr val="0A2F9E"/>
            </a:gs>
          </a:gsLst>
          <a:lin ang="8100019" scaled="0"/>
        </a:gradFill>
      </p:bgPr>
    </p:bg>
    <p:spTree>
      <p:nvGrpSpPr>
        <p:cNvPr id="1125" name="Shape 1125"/>
        <p:cNvGrpSpPr/>
        <p:nvPr/>
      </p:nvGrpSpPr>
      <p:grpSpPr>
        <a:xfrm>
          <a:off x="0" y="0"/>
          <a:ext cx="0" cy="0"/>
          <a:chOff x="0" y="0"/>
          <a:chExt cx="0" cy="0"/>
        </a:xfrm>
      </p:grpSpPr>
      <p:sp>
        <p:nvSpPr>
          <p:cNvPr id="1126" name="Google Shape;1126;g359c69846d0_1_487"/>
          <p:cNvSpPr txBox="1"/>
          <p:nvPr>
            <p:ph type="title"/>
          </p:nvPr>
        </p:nvSpPr>
        <p:spPr>
          <a:xfrm>
            <a:off x="580550" y="205975"/>
            <a:ext cx="6014400" cy="857400"/>
          </a:xfrm>
          <a:prstGeom prst="rect">
            <a:avLst/>
          </a:prstGeom>
          <a:noFill/>
          <a:ln>
            <a:noFill/>
          </a:ln>
        </p:spPr>
        <p:txBody>
          <a:bodyPr anchorCtr="0" anchor="b" bIns="0" lIns="0" spcFirstLastPara="1" rIns="0" wrap="square" tIns="0">
            <a:noAutofit/>
          </a:bodyPr>
          <a:lstStyle>
            <a:lvl1pPr lvl="0">
              <a:spcBef>
                <a:spcPts val="0"/>
              </a:spcBef>
              <a:spcAft>
                <a:spcPts val="0"/>
              </a:spcAft>
              <a:buClr>
                <a:schemeClr val="lt1"/>
              </a:buClr>
              <a:buSzPts val="3200"/>
              <a:buFont typeface="Lexend Deca"/>
              <a:buNone/>
              <a:defRPr b="1" sz="3200">
                <a:solidFill>
                  <a:schemeClr val="lt1"/>
                </a:solidFill>
                <a:latin typeface="Lexend Deca"/>
                <a:ea typeface="Lexend Deca"/>
                <a:cs typeface="Lexend Deca"/>
                <a:sym typeface="Lexend Deca"/>
              </a:defRPr>
            </a:lvl1pPr>
            <a:lvl2pPr lvl="1">
              <a:spcBef>
                <a:spcPts val="0"/>
              </a:spcBef>
              <a:spcAft>
                <a:spcPts val="0"/>
              </a:spcAft>
              <a:buClr>
                <a:schemeClr val="lt1"/>
              </a:buClr>
              <a:buSzPts val="3200"/>
              <a:buFont typeface="Lexend Deca"/>
              <a:buNone/>
              <a:defRPr b="1" sz="3200">
                <a:solidFill>
                  <a:schemeClr val="lt1"/>
                </a:solidFill>
                <a:latin typeface="Lexend Deca"/>
                <a:ea typeface="Lexend Deca"/>
                <a:cs typeface="Lexend Deca"/>
                <a:sym typeface="Lexend Deca"/>
              </a:defRPr>
            </a:lvl2pPr>
            <a:lvl3pPr lvl="2">
              <a:spcBef>
                <a:spcPts val="0"/>
              </a:spcBef>
              <a:spcAft>
                <a:spcPts val="0"/>
              </a:spcAft>
              <a:buClr>
                <a:schemeClr val="lt1"/>
              </a:buClr>
              <a:buSzPts val="3200"/>
              <a:buFont typeface="Lexend Deca"/>
              <a:buNone/>
              <a:defRPr b="1" sz="3200">
                <a:solidFill>
                  <a:schemeClr val="lt1"/>
                </a:solidFill>
                <a:latin typeface="Lexend Deca"/>
                <a:ea typeface="Lexend Deca"/>
                <a:cs typeface="Lexend Deca"/>
                <a:sym typeface="Lexend Deca"/>
              </a:defRPr>
            </a:lvl3pPr>
            <a:lvl4pPr lvl="3">
              <a:spcBef>
                <a:spcPts val="0"/>
              </a:spcBef>
              <a:spcAft>
                <a:spcPts val="0"/>
              </a:spcAft>
              <a:buClr>
                <a:schemeClr val="lt1"/>
              </a:buClr>
              <a:buSzPts val="3200"/>
              <a:buFont typeface="Lexend Deca"/>
              <a:buNone/>
              <a:defRPr b="1" sz="3200">
                <a:solidFill>
                  <a:schemeClr val="lt1"/>
                </a:solidFill>
                <a:latin typeface="Lexend Deca"/>
                <a:ea typeface="Lexend Deca"/>
                <a:cs typeface="Lexend Deca"/>
                <a:sym typeface="Lexend Deca"/>
              </a:defRPr>
            </a:lvl4pPr>
            <a:lvl5pPr lvl="4">
              <a:spcBef>
                <a:spcPts val="0"/>
              </a:spcBef>
              <a:spcAft>
                <a:spcPts val="0"/>
              </a:spcAft>
              <a:buClr>
                <a:schemeClr val="lt1"/>
              </a:buClr>
              <a:buSzPts val="3200"/>
              <a:buFont typeface="Lexend Deca"/>
              <a:buNone/>
              <a:defRPr b="1" sz="3200">
                <a:solidFill>
                  <a:schemeClr val="lt1"/>
                </a:solidFill>
                <a:latin typeface="Lexend Deca"/>
                <a:ea typeface="Lexend Deca"/>
                <a:cs typeface="Lexend Deca"/>
                <a:sym typeface="Lexend Deca"/>
              </a:defRPr>
            </a:lvl5pPr>
            <a:lvl6pPr lvl="5">
              <a:spcBef>
                <a:spcPts val="0"/>
              </a:spcBef>
              <a:spcAft>
                <a:spcPts val="0"/>
              </a:spcAft>
              <a:buClr>
                <a:schemeClr val="lt1"/>
              </a:buClr>
              <a:buSzPts val="3200"/>
              <a:buFont typeface="Lexend Deca"/>
              <a:buNone/>
              <a:defRPr b="1" sz="3200">
                <a:solidFill>
                  <a:schemeClr val="lt1"/>
                </a:solidFill>
                <a:latin typeface="Lexend Deca"/>
                <a:ea typeface="Lexend Deca"/>
                <a:cs typeface="Lexend Deca"/>
                <a:sym typeface="Lexend Deca"/>
              </a:defRPr>
            </a:lvl6pPr>
            <a:lvl7pPr lvl="6">
              <a:spcBef>
                <a:spcPts val="0"/>
              </a:spcBef>
              <a:spcAft>
                <a:spcPts val="0"/>
              </a:spcAft>
              <a:buClr>
                <a:schemeClr val="lt1"/>
              </a:buClr>
              <a:buSzPts val="3200"/>
              <a:buFont typeface="Lexend Deca"/>
              <a:buNone/>
              <a:defRPr b="1" sz="3200">
                <a:solidFill>
                  <a:schemeClr val="lt1"/>
                </a:solidFill>
                <a:latin typeface="Lexend Deca"/>
                <a:ea typeface="Lexend Deca"/>
                <a:cs typeface="Lexend Deca"/>
                <a:sym typeface="Lexend Deca"/>
              </a:defRPr>
            </a:lvl7pPr>
            <a:lvl8pPr lvl="7">
              <a:spcBef>
                <a:spcPts val="0"/>
              </a:spcBef>
              <a:spcAft>
                <a:spcPts val="0"/>
              </a:spcAft>
              <a:buClr>
                <a:schemeClr val="lt1"/>
              </a:buClr>
              <a:buSzPts val="3200"/>
              <a:buFont typeface="Lexend Deca"/>
              <a:buNone/>
              <a:defRPr b="1" sz="3200">
                <a:solidFill>
                  <a:schemeClr val="lt1"/>
                </a:solidFill>
                <a:latin typeface="Lexend Deca"/>
                <a:ea typeface="Lexend Deca"/>
                <a:cs typeface="Lexend Deca"/>
                <a:sym typeface="Lexend Deca"/>
              </a:defRPr>
            </a:lvl8pPr>
            <a:lvl9pPr lvl="8">
              <a:spcBef>
                <a:spcPts val="0"/>
              </a:spcBef>
              <a:spcAft>
                <a:spcPts val="0"/>
              </a:spcAft>
              <a:buClr>
                <a:schemeClr val="lt1"/>
              </a:buClr>
              <a:buSzPts val="3200"/>
              <a:buFont typeface="Lexend Deca"/>
              <a:buNone/>
              <a:defRPr b="1" sz="3200">
                <a:solidFill>
                  <a:schemeClr val="lt1"/>
                </a:solidFill>
                <a:latin typeface="Lexend Deca"/>
                <a:ea typeface="Lexend Deca"/>
                <a:cs typeface="Lexend Deca"/>
                <a:sym typeface="Lexend Deca"/>
              </a:defRPr>
            </a:lvl9pPr>
          </a:lstStyle>
          <a:p/>
        </p:txBody>
      </p:sp>
      <p:sp>
        <p:nvSpPr>
          <p:cNvPr id="1127" name="Google Shape;1127;g359c69846d0_1_487"/>
          <p:cNvSpPr txBox="1"/>
          <p:nvPr>
            <p:ph idx="1" type="body"/>
          </p:nvPr>
        </p:nvSpPr>
        <p:spPr>
          <a:xfrm>
            <a:off x="580550" y="1352550"/>
            <a:ext cx="6014400" cy="3161700"/>
          </a:xfrm>
          <a:prstGeom prst="rect">
            <a:avLst/>
          </a:prstGeom>
          <a:noFill/>
          <a:ln>
            <a:noFill/>
          </a:ln>
        </p:spPr>
        <p:txBody>
          <a:bodyPr anchorCtr="0" anchor="t" bIns="0" lIns="0" spcFirstLastPara="1" rIns="0" wrap="square" tIns="0">
            <a:noAutofit/>
          </a:bodyPr>
          <a:lstStyle>
            <a:lvl1pPr indent="-342900" lvl="0" marL="457200">
              <a:lnSpc>
                <a:spcPct val="115000"/>
              </a:lnSpc>
              <a:spcBef>
                <a:spcPts val="600"/>
              </a:spcBef>
              <a:spcAft>
                <a:spcPts val="0"/>
              </a:spcAft>
              <a:buClr>
                <a:schemeClr val="accent5"/>
              </a:buClr>
              <a:buSzPts val="1800"/>
              <a:buFont typeface="Muli"/>
              <a:buChar char="⬡"/>
              <a:defRPr sz="2400">
                <a:solidFill>
                  <a:schemeClr val="lt1"/>
                </a:solidFill>
                <a:latin typeface="Muli"/>
                <a:ea typeface="Muli"/>
                <a:cs typeface="Muli"/>
                <a:sym typeface="Muli"/>
              </a:defRPr>
            </a:lvl1pPr>
            <a:lvl2pPr indent="-381000" lvl="1" marL="914400">
              <a:lnSpc>
                <a:spcPct val="115000"/>
              </a:lnSpc>
              <a:spcBef>
                <a:spcPts val="0"/>
              </a:spcBef>
              <a:spcAft>
                <a:spcPts val="0"/>
              </a:spcAft>
              <a:buClr>
                <a:schemeClr val="accent5"/>
              </a:buClr>
              <a:buSzPts val="2400"/>
              <a:buFont typeface="Muli"/>
              <a:buChar char="∙"/>
              <a:defRPr sz="2400">
                <a:solidFill>
                  <a:schemeClr val="lt1"/>
                </a:solidFill>
                <a:latin typeface="Muli"/>
                <a:ea typeface="Muli"/>
                <a:cs typeface="Muli"/>
                <a:sym typeface="Muli"/>
              </a:defRPr>
            </a:lvl2pPr>
            <a:lvl3pPr indent="-381000" lvl="2" marL="1371600">
              <a:lnSpc>
                <a:spcPct val="115000"/>
              </a:lnSpc>
              <a:spcBef>
                <a:spcPts val="0"/>
              </a:spcBef>
              <a:spcAft>
                <a:spcPts val="0"/>
              </a:spcAft>
              <a:buClr>
                <a:schemeClr val="accent5"/>
              </a:buClr>
              <a:buSzPts val="2400"/>
              <a:buFont typeface="Muli"/>
              <a:buChar char="∙"/>
              <a:defRPr sz="2400">
                <a:solidFill>
                  <a:schemeClr val="lt1"/>
                </a:solidFill>
                <a:latin typeface="Muli"/>
                <a:ea typeface="Muli"/>
                <a:cs typeface="Muli"/>
                <a:sym typeface="Muli"/>
              </a:defRPr>
            </a:lvl3pPr>
            <a:lvl4pPr indent="-381000" lvl="3" marL="18288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4pPr>
            <a:lvl5pPr indent="-381000" lvl="4" marL="2286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5pPr>
            <a:lvl6pPr indent="-381000" lvl="5" marL="27432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6pPr>
            <a:lvl7pPr indent="-381000" lvl="6" marL="32004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7pPr>
            <a:lvl8pPr indent="-381000" lvl="7" marL="36576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8pPr>
            <a:lvl9pPr indent="-381000" lvl="8" marL="41148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9pPr>
          </a:lstStyle>
          <a:p/>
        </p:txBody>
      </p:sp>
      <p:sp>
        <p:nvSpPr>
          <p:cNvPr id="1128" name="Google Shape;1128;g359c69846d0_1_487"/>
          <p:cNvSpPr txBox="1"/>
          <p:nvPr>
            <p:ph idx="12" type="sldNum"/>
          </p:nvPr>
        </p:nvSpPr>
        <p:spPr>
          <a:xfrm>
            <a:off x="8480584" y="4749851"/>
            <a:ext cx="548700" cy="393600"/>
          </a:xfrm>
          <a:prstGeom prst="rect">
            <a:avLst/>
          </a:prstGeom>
          <a:noFill/>
          <a:ln>
            <a:noFill/>
          </a:ln>
        </p:spPr>
        <p:txBody>
          <a:bodyPr anchorCtr="0" anchor="ctr" bIns="0" lIns="0" spcFirstLastPara="1" rIns="0" wrap="square" tIns="0">
            <a:noAutofit/>
          </a:bodyPr>
          <a:lstStyle>
            <a:lvl1pPr lvl="0" algn="r">
              <a:buNone/>
              <a:defRPr sz="1300">
                <a:solidFill>
                  <a:schemeClr val="lt1"/>
                </a:solidFill>
                <a:latin typeface="Lexend Deca"/>
                <a:ea typeface="Lexend Deca"/>
                <a:cs typeface="Lexend Deca"/>
                <a:sym typeface="Lexend Deca"/>
              </a:defRPr>
            </a:lvl1pPr>
            <a:lvl2pPr lvl="1" algn="r">
              <a:buNone/>
              <a:defRPr sz="1300">
                <a:solidFill>
                  <a:schemeClr val="lt1"/>
                </a:solidFill>
                <a:latin typeface="Lexend Deca"/>
                <a:ea typeface="Lexend Deca"/>
                <a:cs typeface="Lexend Deca"/>
                <a:sym typeface="Lexend Deca"/>
              </a:defRPr>
            </a:lvl2pPr>
            <a:lvl3pPr lvl="2" algn="r">
              <a:buNone/>
              <a:defRPr sz="1300">
                <a:solidFill>
                  <a:schemeClr val="lt1"/>
                </a:solidFill>
                <a:latin typeface="Lexend Deca"/>
                <a:ea typeface="Lexend Deca"/>
                <a:cs typeface="Lexend Deca"/>
                <a:sym typeface="Lexend Deca"/>
              </a:defRPr>
            </a:lvl3pPr>
            <a:lvl4pPr lvl="3" algn="r">
              <a:buNone/>
              <a:defRPr sz="1300">
                <a:solidFill>
                  <a:schemeClr val="lt1"/>
                </a:solidFill>
                <a:latin typeface="Lexend Deca"/>
                <a:ea typeface="Lexend Deca"/>
                <a:cs typeface="Lexend Deca"/>
                <a:sym typeface="Lexend Deca"/>
              </a:defRPr>
            </a:lvl4pPr>
            <a:lvl5pPr lvl="4" algn="r">
              <a:buNone/>
              <a:defRPr sz="1300">
                <a:solidFill>
                  <a:schemeClr val="lt1"/>
                </a:solidFill>
                <a:latin typeface="Lexend Deca"/>
                <a:ea typeface="Lexend Deca"/>
                <a:cs typeface="Lexend Deca"/>
                <a:sym typeface="Lexend Deca"/>
              </a:defRPr>
            </a:lvl5pPr>
            <a:lvl6pPr lvl="5" algn="r">
              <a:buNone/>
              <a:defRPr sz="1300">
                <a:solidFill>
                  <a:schemeClr val="lt1"/>
                </a:solidFill>
                <a:latin typeface="Lexend Deca"/>
                <a:ea typeface="Lexend Deca"/>
                <a:cs typeface="Lexend Deca"/>
                <a:sym typeface="Lexend Deca"/>
              </a:defRPr>
            </a:lvl6pPr>
            <a:lvl7pPr lvl="6" algn="r">
              <a:buNone/>
              <a:defRPr sz="1300">
                <a:solidFill>
                  <a:schemeClr val="lt1"/>
                </a:solidFill>
                <a:latin typeface="Lexend Deca"/>
                <a:ea typeface="Lexend Deca"/>
                <a:cs typeface="Lexend Deca"/>
                <a:sym typeface="Lexend Deca"/>
              </a:defRPr>
            </a:lvl7pPr>
            <a:lvl8pPr lvl="7" algn="r">
              <a:buNone/>
              <a:defRPr sz="1300">
                <a:solidFill>
                  <a:schemeClr val="lt1"/>
                </a:solidFill>
                <a:latin typeface="Lexend Deca"/>
                <a:ea typeface="Lexend Deca"/>
                <a:cs typeface="Lexend Deca"/>
                <a:sym typeface="Lexend Deca"/>
              </a:defRPr>
            </a:lvl8pPr>
            <a:lvl9pPr lvl="8" algn="r">
              <a:buNone/>
              <a:defRPr sz="1300">
                <a:solidFill>
                  <a:schemeClr val="lt1"/>
                </a:solidFill>
                <a:latin typeface="Lexend Deca"/>
                <a:ea typeface="Lexend Deca"/>
                <a:cs typeface="Lexend Deca"/>
                <a:sym typeface="Lexend De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gradFill>
          <a:gsLst>
            <a:gs pos="0">
              <a:srgbClr val="7DFFB1"/>
            </a:gs>
            <a:gs pos="12000">
              <a:srgbClr val="00AAC6"/>
            </a:gs>
            <a:gs pos="51000">
              <a:srgbClr val="0037B3"/>
            </a:gs>
            <a:gs pos="100000">
              <a:srgbClr val="00001A"/>
            </a:gs>
          </a:gsLst>
          <a:lin ang="13500032" scaled="0"/>
        </a:gradFill>
      </p:bgPr>
    </p:bg>
    <p:spTree>
      <p:nvGrpSpPr>
        <p:cNvPr id="1176" name="Shape 1176"/>
        <p:cNvGrpSpPr/>
        <p:nvPr/>
      </p:nvGrpSpPr>
      <p:grpSpPr>
        <a:xfrm>
          <a:off x="0" y="0"/>
          <a:ext cx="0" cy="0"/>
          <a:chOff x="0" y="0"/>
          <a:chExt cx="0" cy="0"/>
        </a:xfrm>
      </p:grpSpPr>
      <p:sp>
        <p:nvSpPr>
          <p:cNvPr id="1177" name="Google Shape;1177;g359c69846d0_1_1454"/>
          <p:cNvSpPr txBox="1"/>
          <p:nvPr>
            <p:ph type="title"/>
          </p:nvPr>
        </p:nvSpPr>
        <p:spPr>
          <a:xfrm>
            <a:off x="457200" y="434575"/>
            <a:ext cx="6025500" cy="857400"/>
          </a:xfrm>
          <a:prstGeom prst="rect">
            <a:avLst/>
          </a:prstGeom>
          <a:noFill/>
          <a:ln>
            <a:noFill/>
          </a:ln>
        </p:spPr>
        <p:txBody>
          <a:bodyPr anchorCtr="0" anchor="b" bIns="0" lIns="0" spcFirstLastPara="1" rIns="0" wrap="square" tIns="0">
            <a:noAutofit/>
          </a:bodyPr>
          <a:lstStyle>
            <a:lvl1pPr lvl="0">
              <a:spcBef>
                <a:spcPts val="0"/>
              </a:spcBef>
              <a:spcAft>
                <a:spcPts val="0"/>
              </a:spcAft>
              <a:buClr>
                <a:schemeClr val="lt1"/>
              </a:buClr>
              <a:buSzPts val="3600"/>
              <a:buFont typeface="Titillium Web"/>
              <a:buNone/>
              <a:defRPr b="1" sz="3600">
                <a:solidFill>
                  <a:schemeClr val="lt1"/>
                </a:solidFill>
                <a:latin typeface="Titillium Web"/>
                <a:ea typeface="Titillium Web"/>
                <a:cs typeface="Titillium Web"/>
                <a:sym typeface="Titillium Web"/>
              </a:defRPr>
            </a:lvl1pPr>
            <a:lvl2pPr lvl="1">
              <a:spcBef>
                <a:spcPts val="0"/>
              </a:spcBef>
              <a:spcAft>
                <a:spcPts val="0"/>
              </a:spcAft>
              <a:buClr>
                <a:schemeClr val="lt1"/>
              </a:buClr>
              <a:buSzPts val="3600"/>
              <a:buFont typeface="Titillium Web"/>
              <a:buNone/>
              <a:defRPr b="1" sz="3600">
                <a:solidFill>
                  <a:schemeClr val="lt1"/>
                </a:solidFill>
                <a:latin typeface="Titillium Web"/>
                <a:ea typeface="Titillium Web"/>
                <a:cs typeface="Titillium Web"/>
                <a:sym typeface="Titillium Web"/>
              </a:defRPr>
            </a:lvl2pPr>
            <a:lvl3pPr lvl="2">
              <a:spcBef>
                <a:spcPts val="0"/>
              </a:spcBef>
              <a:spcAft>
                <a:spcPts val="0"/>
              </a:spcAft>
              <a:buClr>
                <a:schemeClr val="lt1"/>
              </a:buClr>
              <a:buSzPts val="3600"/>
              <a:buFont typeface="Titillium Web"/>
              <a:buNone/>
              <a:defRPr b="1" sz="3600">
                <a:solidFill>
                  <a:schemeClr val="lt1"/>
                </a:solidFill>
                <a:latin typeface="Titillium Web"/>
                <a:ea typeface="Titillium Web"/>
                <a:cs typeface="Titillium Web"/>
                <a:sym typeface="Titillium Web"/>
              </a:defRPr>
            </a:lvl3pPr>
            <a:lvl4pPr lvl="3">
              <a:spcBef>
                <a:spcPts val="0"/>
              </a:spcBef>
              <a:spcAft>
                <a:spcPts val="0"/>
              </a:spcAft>
              <a:buClr>
                <a:schemeClr val="lt1"/>
              </a:buClr>
              <a:buSzPts val="3600"/>
              <a:buFont typeface="Titillium Web"/>
              <a:buNone/>
              <a:defRPr b="1" sz="3600">
                <a:solidFill>
                  <a:schemeClr val="lt1"/>
                </a:solidFill>
                <a:latin typeface="Titillium Web"/>
                <a:ea typeface="Titillium Web"/>
                <a:cs typeface="Titillium Web"/>
                <a:sym typeface="Titillium Web"/>
              </a:defRPr>
            </a:lvl4pPr>
            <a:lvl5pPr lvl="4">
              <a:spcBef>
                <a:spcPts val="0"/>
              </a:spcBef>
              <a:spcAft>
                <a:spcPts val="0"/>
              </a:spcAft>
              <a:buClr>
                <a:schemeClr val="lt1"/>
              </a:buClr>
              <a:buSzPts val="3600"/>
              <a:buFont typeface="Titillium Web"/>
              <a:buNone/>
              <a:defRPr b="1" sz="3600">
                <a:solidFill>
                  <a:schemeClr val="lt1"/>
                </a:solidFill>
                <a:latin typeface="Titillium Web"/>
                <a:ea typeface="Titillium Web"/>
                <a:cs typeface="Titillium Web"/>
                <a:sym typeface="Titillium Web"/>
              </a:defRPr>
            </a:lvl5pPr>
            <a:lvl6pPr lvl="5">
              <a:spcBef>
                <a:spcPts val="0"/>
              </a:spcBef>
              <a:spcAft>
                <a:spcPts val="0"/>
              </a:spcAft>
              <a:buClr>
                <a:schemeClr val="lt1"/>
              </a:buClr>
              <a:buSzPts val="3600"/>
              <a:buFont typeface="Titillium Web"/>
              <a:buNone/>
              <a:defRPr b="1" sz="3600">
                <a:solidFill>
                  <a:schemeClr val="lt1"/>
                </a:solidFill>
                <a:latin typeface="Titillium Web"/>
                <a:ea typeface="Titillium Web"/>
                <a:cs typeface="Titillium Web"/>
                <a:sym typeface="Titillium Web"/>
              </a:defRPr>
            </a:lvl6pPr>
            <a:lvl7pPr lvl="6">
              <a:spcBef>
                <a:spcPts val="0"/>
              </a:spcBef>
              <a:spcAft>
                <a:spcPts val="0"/>
              </a:spcAft>
              <a:buClr>
                <a:schemeClr val="lt1"/>
              </a:buClr>
              <a:buSzPts val="3600"/>
              <a:buFont typeface="Titillium Web"/>
              <a:buNone/>
              <a:defRPr b="1" sz="3600">
                <a:solidFill>
                  <a:schemeClr val="lt1"/>
                </a:solidFill>
                <a:latin typeface="Titillium Web"/>
                <a:ea typeface="Titillium Web"/>
                <a:cs typeface="Titillium Web"/>
                <a:sym typeface="Titillium Web"/>
              </a:defRPr>
            </a:lvl7pPr>
            <a:lvl8pPr lvl="7">
              <a:spcBef>
                <a:spcPts val="0"/>
              </a:spcBef>
              <a:spcAft>
                <a:spcPts val="0"/>
              </a:spcAft>
              <a:buClr>
                <a:schemeClr val="lt1"/>
              </a:buClr>
              <a:buSzPts val="3600"/>
              <a:buFont typeface="Titillium Web"/>
              <a:buNone/>
              <a:defRPr b="1" sz="3600">
                <a:solidFill>
                  <a:schemeClr val="lt1"/>
                </a:solidFill>
                <a:latin typeface="Titillium Web"/>
                <a:ea typeface="Titillium Web"/>
                <a:cs typeface="Titillium Web"/>
                <a:sym typeface="Titillium Web"/>
              </a:defRPr>
            </a:lvl8pPr>
            <a:lvl9pPr lvl="8">
              <a:spcBef>
                <a:spcPts val="0"/>
              </a:spcBef>
              <a:spcAft>
                <a:spcPts val="0"/>
              </a:spcAft>
              <a:buClr>
                <a:schemeClr val="lt1"/>
              </a:buClr>
              <a:buSzPts val="3600"/>
              <a:buFont typeface="Titillium Web"/>
              <a:buNone/>
              <a:defRPr b="1" sz="3600">
                <a:solidFill>
                  <a:schemeClr val="lt1"/>
                </a:solidFill>
                <a:latin typeface="Titillium Web"/>
                <a:ea typeface="Titillium Web"/>
                <a:cs typeface="Titillium Web"/>
                <a:sym typeface="Titillium Web"/>
              </a:defRPr>
            </a:lvl9pPr>
          </a:lstStyle>
          <a:p/>
        </p:txBody>
      </p:sp>
      <p:sp>
        <p:nvSpPr>
          <p:cNvPr id="1178" name="Google Shape;1178;g359c69846d0_1_1454"/>
          <p:cNvSpPr txBox="1"/>
          <p:nvPr>
            <p:ph idx="1" type="body"/>
          </p:nvPr>
        </p:nvSpPr>
        <p:spPr>
          <a:xfrm>
            <a:off x="457200" y="1428748"/>
            <a:ext cx="6025500" cy="3148800"/>
          </a:xfrm>
          <a:prstGeom prst="rect">
            <a:avLst/>
          </a:prstGeom>
          <a:noFill/>
          <a:ln>
            <a:noFill/>
          </a:ln>
        </p:spPr>
        <p:txBody>
          <a:bodyPr anchorCtr="0" anchor="t" bIns="0" lIns="0" spcFirstLastPara="1" rIns="0" wrap="square" tIns="0">
            <a:noAutofit/>
          </a:bodyPr>
          <a:lstStyle>
            <a:lvl1pPr indent="-381000" lvl="0" marL="457200">
              <a:spcBef>
                <a:spcPts val="600"/>
              </a:spcBef>
              <a:spcAft>
                <a:spcPts val="0"/>
              </a:spcAft>
              <a:buClr>
                <a:srgbClr val="7DFFB1"/>
              </a:buClr>
              <a:buSzPts val="2400"/>
              <a:buFont typeface="Titillium Web Light"/>
              <a:buChar char="▰"/>
              <a:defRPr sz="2400">
                <a:solidFill>
                  <a:schemeClr val="lt1"/>
                </a:solidFill>
                <a:latin typeface="Titillium Web Light"/>
                <a:ea typeface="Titillium Web Light"/>
                <a:cs typeface="Titillium Web Light"/>
                <a:sym typeface="Titillium Web Light"/>
              </a:defRPr>
            </a:lvl1pPr>
            <a:lvl2pPr indent="-381000" lvl="1" marL="914400">
              <a:spcBef>
                <a:spcPts val="0"/>
              </a:spcBef>
              <a:spcAft>
                <a:spcPts val="0"/>
              </a:spcAft>
              <a:buClr>
                <a:schemeClr val="lt1"/>
              </a:buClr>
              <a:buSzPts val="2400"/>
              <a:buFont typeface="Titillium Web Light"/>
              <a:buChar char="○"/>
              <a:defRPr sz="2400">
                <a:solidFill>
                  <a:schemeClr val="lt1"/>
                </a:solidFill>
                <a:latin typeface="Titillium Web Light"/>
                <a:ea typeface="Titillium Web Light"/>
                <a:cs typeface="Titillium Web Light"/>
                <a:sym typeface="Titillium Web Light"/>
              </a:defRPr>
            </a:lvl2pPr>
            <a:lvl3pPr indent="-381000" lvl="2" marL="1371600">
              <a:spcBef>
                <a:spcPts val="0"/>
              </a:spcBef>
              <a:spcAft>
                <a:spcPts val="0"/>
              </a:spcAft>
              <a:buClr>
                <a:schemeClr val="lt1"/>
              </a:buClr>
              <a:buSzPts val="2400"/>
              <a:buFont typeface="Titillium Web Light"/>
              <a:buChar char="■"/>
              <a:defRPr sz="2400">
                <a:solidFill>
                  <a:schemeClr val="lt1"/>
                </a:solidFill>
                <a:latin typeface="Titillium Web Light"/>
                <a:ea typeface="Titillium Web Light"/>
                <a:cs typeface="Titillium Web Light"/>
                <a:sym typeface="Titillium Web Light"/>
              </a:defRPr>
            </a:lvl3pPr>
            <a:lvl4pPr indent="-381000" lvl="3" marL="1828800">
              <a:spcBef>
                <a:spcPts val="0"/>
              </a:spcBef>
              <a:spcAft>
                <a:spcPts val="0"/>
              </a:spcAft>
              <a:buClr>
                <a:schemeClr val="lt1"/>
              </a:buClr>
              <a:buSzPts val="2400"/>
              <a:buFont typeface="Titillium Web Light"/>
              <a:buChar char="●"/>
              <a:defRPr sz="2400">
                <a:solidFill>
                  <a:schemeClr val="lt1"/>
                </a:solidFill>
                <a:latin typeface="Titillium Web Light"/>
                <a:ea typeface="Titillium Web Light"/>
                <a:cs typeface="Titillium Web Light"/>
                <a:sym typeface="Titillium Web Light"/>
              </a:defRPr>
            </a:lvl4pPr>
            <a:lvl5pPr indent="-381000" lvl="4" marL="2286000">
              <a:spcBef>
                <a:spcPts val="0"/>
              </a:spcBef>
              <a:spcAft>
                <a:spcPts val="0"/>
              </a:spcAft>
              <a:buClr>
                <a:schemeClr val="lt1"/>
              </a:buClr>
              <a:buSzPts val="2400"/>
              <a:buFont typeface="Titillium Web Light"/>
              <a:buChar char="○"/>
              <a:defRPr sz="2400">
                <a:solidFill>
                  <a:schemeClr val="lt1"/>
                </a:solidFill>
                <a:latin typeface="Titillium Web Light"/>
                <a:ea typeface="Titillium Web Light"/>
                <a:cs typeface="Titillium Web Light"/>
                <a:sym typeface="Titillium Web Light"/>
              </a:defRPr>
            </a:lvl5pPr>
            <a:lvl6pPr indent="-381000" lvl="5" marL="2743200">
              <a:spcBef>
                <a:spcPts val="0"/>
              </a:spcBef>
              <a:spcAft>
                <a:spcPts val="0"/>
              </a:spcAft>
              <a:buClr>
                <a:schemeClr val="lt1"/>
              </a:buClr>
              <a:buSzPts val="2400"/>
              <a:buFont typeface="Titillium Web Light"/>
              <a:buChar char="■"/>
              <a:defRPr sz="2400">
                <a:solidFill>
                  <a:schemeClr val="lt1"/>
                </a:solidFill>
                <a:latin typeface="Titillium Web Light"/>
                <a:ea typeface="Titillium Web Light"/>
                <a:cs typeface="Titillium Web Light"/>
                <a:sym typeface="Titillium Web Light"/>
              </a:defRPr>
            </a:lvl6pPr>
            <a:lvl7pPr indent="-381000" lvl="6" marL="3200400">
              <a:spcBef>
                <a:spcPts val="0"/>
              </a:spcBef>
              <a:spcAft>
                <a:spcPts val="0"/>
              </a:spcAft>
              <a:buClr>
                <a:schemeClr val="lt1"/>
              </a:buClr>
              <a:buSzPts val="2400"/>
              <a:buFont typeface="Titillium Web Light"/>
              <a:buChar char="●"/>
              <a:defRPr sz="2400">
                <a:solidFill>
                  <a:schemeClr val="lt1"/>
                </a:solidFill>
                <a:latin typeface="Titillium Web Light"/>
                <a:ea typeface="Titillium Web Light"/>
                <a:cs typeface="Titillium Web Light"/>
                <a:sym typeface="Titillium Web Light"/>
              </a:defRPr>
            </a:lvl7pPr>
            <a:lvl8pPr indent="-381000" lvl="7" marL="3657600">
              <a:spcBef>
                <a:spcPts val="0"/>
              </a:spcBef>
              <a:spcAft>
                <a:spcPts val="0"/>
              </a:spcAft>
              <a:buClr>
                <a:schemeClr val="lt1"/>
              </a:buClr>
              <a:buSzPts val="2400"/>
              <a:buFont typeface="Titillium Web Light"/>
              <a:buChar char="○"/>
              <a:defRPr sz="2400">
                <a:solidFill>
                  <a:schemeClr val="lt1"/>
                </a:solidFill>
                <a:latin typeface="Titillium Web Light"/>
                <a:ea typeface="Titillium Web Light"/>
                <a:cs typeface="Titillium Web Light"/>
                <a:sym typeface="Titillium Web Light"/>
              </a:defRPr>
            </a:lvl8pPr>
            <a:lvl9pPr indent="-381000" lvl="8" marL="4114800">
              <a:spcBef>
                <a:spcPts val="0"/>
              </a:spcBef>
              <a:spcAft>
                <a:spcPts val="0"/>
              </a:spcAft>
              <a:buClr>
                <a:schemeClr val="lt1"/>
              </a:buClr>
              <a:buSzPts val="2400"/>
              <a:buFont typeface="Titillium Web Light"/>
              <a:buChar char="■"/>
              <a:defRPr sz="2400">
                <a:solidFill>
                  <a:schemeClr val="lt1"/>
                </a:solidFill>
                <a:latin typeface="Titillium Web Light"/>
                <a:ea typeface="Titillium Web Light"/>
                <a:cs typeface="Titillium Web Light"/>
                <a:sym typeface="Titillium Web Light"/>
              </a:defRPr>
            </a:lvl9pPr>
          </a:lstStyle>
          <a:p/>
        </p:txBody>
      </p:sp>
      <p:sp>
        <p:nvSpPr>
          <p:cNvPr id="1179" name="Google Shape;1179;g359c69846d0_1_1454"/>
          <p:cNvSpPr txBox="1"/>
          <p:nvPr>
            <p:ph idx="12" type="sldNum"/>
          </p:nvPr>
        </p:nvSpPr>
        <p:spPr>
          <a:xfrm>
            <a:off x="8480584" y="4749851"/>
            <a:ext cx="548700" cy="393600"/>
          </a:xfrm>
          <a:prstGeom prst="rect">
            <a:avLst/>
          </a:prstGeom>
          <a:noFill/>
          <a:ln>
            <a:noFill/>
          </a:ln>
        </p:spPr>
        <p:txBody>
          <a:bodyPr anchorCtr="0" anchor="ctr" bIns="0" lIns="0" spcFirstLastPara="1" rIns="0" wrap="square" tIns="0">
            <a:noAutofit/>
          </a:bodyPr>
          <a:lstStyle>
            <a:lvl1pPr lvl="0" algn="r">
              <a:buNone/>
              <a:defRPr sz="1300">
                <a:solidFill>
                  <a:srgbClr val="0037B3"/>
                </a:solidFill>
                <a:latin typeface="Titillium Web Light"/>
                <a:ea typeface="Titillium Web Light"/>
                <a:cs typeface="Titillium Web Light"/>
                <a:sym typeface="Titillium Web Light"/>
              </a:defRPr>
            </a:lvl1pPr>
            <a:lvl2pPr lvl="1" algn="r">
              <a:buNone/>
              <a:defRPr sz="1300">
                <a:solidFill>
                  <a:srgbClr val="0037B3"/>
                </a:solidFill>
                <a:latin typeface="Titillium Web Light"/>
                <a:ea typeface="Titillium Web Light"/>
                <a:cs typeface="Titillium Web Light"/>
                <a:sym typeface="Titillium Web Light"/>
              </a:defRPr>
            </a:lvl2pPr>
            <a:lvl3pPr lvl="2" algn="r">
              <a:buNone/>
              <a:defRPr sz="1300">
                <a:solidFill>
                  <a:srgbClr val="0037B3"/>
                </a:solidFill>
                <a:latin typeface="Titillium Web Light"/>
                <a:ea typeface="Titillium Web Light"/>
                <a:cs typeface="Titillium Web Light"/>
                <a:sym typeface="Titillium Web Light"/>
              </a:defRPr>
            </a:lvl3pPr>
            <a:lvl4pPr lvl="3" algn="r">
              <a:buNone/>
              <a:defRPr sz="1300">
                <a:solidFill>
                  <a:srgbClr val="0037B3"/>
                </a:solidFill>
                <a:latin typeface="Titillium Web Light"/>
                <a:ea typeface="Titillium Web Light"/>
                <a:cs typeface="Titillium Web Light"/>
                <a:sym typeface="Titillium Web Light"/>
              </a:defRPr>
            </a:lvl4pPr>
            <a:lvl5pPr lvl="4" algn="r">
              <a:buNone/>
              <a:defRPr sz="1300">
                <a:solidFill>
                  <a:srgbClr val="0037B3"/>
                </a:solidFill>
                <a:latin typeface="Titillium Web Light"/>
                <a:ea typeface="Titillium Web Light"/>
                <a:cs typeface="Titillium Web Light"/>
                <a:sym typeface="Titillium Web Light"/>
              </a:defRPr>
            </a:lvl5pPr>
            <a:lvl6pPr lvl="5" algn="r">
              <a:buNone/>
              <a:defRPr sz="1300">
                <a:solidFill>
                  <a:srgbClr val="0037B3"/>
                </a:solidFill>
                <a:latin typeface="Titillium Web Light"/>
                <a:ea typeface="Titillium Web Light"/>
                <a:cs typeface="Titillium Web Light"/>
                <a:sym typeface="Titillium Web Light"/>
              </a:defRPr>
            </a:lvl6pPr>
            <a:lvl7pPr lvl="6" algn="r">
              <a:buNone/>
              <a:defRPr sz="1300">
                <a:solidFill>
                  <a:srgbClr val="0037B3"/>
                </a:solidFill>
                <a:latin typeface="Titillium Web Light"/>
                <a:ea typeface="Titillium Web Light"/>
                <a:cs typeface="Titillium Web Light"/>
                <a:sym typeface="Titillium Web Light"/>
              </a:defRPr>
            </a:lvl7pPr>
            <a:lvl8pPr lvl="7" algn="r">
              <a:buNone/>
              <a:defRPr sz="1300">
                <a:solidFill>
                  <a:srgbClr val="0037B3"/>
                </a:solidFill>
                <a:latin typeface="Titillium Web Light"/>
                <a:ea typeface="Titillium Web Light"/>
                <a:cs typeface="Titillium Web Light"/>
                <a:sym typeface="Titillium Web Light"/>
              </a:defRPr>
            </a:lvl8pPr>
            <a:lvl9pPr lvl="8" algn="r">
              <a:buNone/>
              <a:defRPr sz="1300">
                <a:solidFill>
                  <a:srgbClr val="0037B3"/>
                </a:solidFill>
                <a:latin typeface="Titillium Web Light"/>
                <a:ea typeface="Titillium Web Light"/>
                <a:cs typeface="Titillium Web Light"/>
                <a:sym typeface="Titillium Web Ligh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21" name="Shape 1221"/>
        <p:cNvGrpSpPr/>
        <p:nvPr/>
      </p:nvGrpSpPr>
      <p:grpSpPr>
        <a:xfrm>
          <a:off x="0" y="0"/>
          <a:ext cx="0" cy="0"/>
          <a:chOff x="0" y="0"/>
          <a:chExt cx="0" cy="0"/>
        </a:xfrm>
      </p:grpSpPr>
      <p:sp>
        <p:nvSpPr>
          <p:cNvPr id="1222" name="Google Shape;1222;g357c580f6f6_1_7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1223" name="Google Shape;1223;g357c580f6f6_1_76"/>
          <p:cNvSpPr txBox="1"/>
          <p:nvPr>
            <p:ph idx="1" type="body"/>
          </p:nvPr>
        </p:nvSpPr>
        <p:spPr>
          <a:xfrm>
            <a:off x="228600" y="800100"/>
            <a:ext cx="4114800" cy="2262900"/>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1224" name="Google Shape;1224;g357c580f6f6_1_76"/>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1225" name="Google Shape;1225;g357c580f6f6_1_76"/>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1226" name="Google Shape;1226;g357c580f6f6_1_76"/>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 id="2147483827"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299" name="Shape 1299"/>
        <p:cNvGrpSpPr/>
        <p:nvPr/>
      </p:nvGrpSpPr>
      <p:grpSpPr>
        <a:xfrm>
          <a:off x="0" y="0"/>
          <a:ext cx="0" cy="0"/>
          <a:chOff x="0" y="0"/>
          <a:chExt cx="0" cy="0"/>
        </a:xfrm>
      </p:grpSpPr>
      <p:sp>
        <p:nvSpPr>
          <p:cNvPr id="1300" name="Google Shape;1300;g357c580f6f6_3_82"/>
          <p:cNvSpPr txBox="1"/>
          <p:nvPr>
            <p:ph type="title"/>
          </p:nvPr>
        </p:nvSpPr>
        <p:spPr>
          <a:xfrm>
            <a:off x="1534875" y="656600"/>
            <a:ext cx="57810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lt1"/>
              </a:buClr>
              <a:buSzPts val="2200"/>
              <a:buFont typeface="Archivo Black"/>
              <a:buNone/>
              <a:defRPr i="0" sz="2200" u="none" cap="none" strike="noStrike">
                <a:solidFill>
                  <a:schemeClr val="lt1"/>
                </a:solidFill>
                <a:latin typeface="Archivo Black"/>
                <a:ea typeface="Archivo Black"/>
                <a:cs typeface="Archivo Black"/>
                <a:sym typeface="Archivo Black"/>
              </a:defRPr>
            </a:lvl1pPr>
            <a:lvl2pPr lvl="1">
              <a:spcBef>
                <a:spcPts val="0"/>
              </a:spcBef>
              <a:spcAft>
                <a:spcPts val="0"/>
              </a:spcAft>
              <a:buClr>
                <a:schemeClr val="lt1"/>
              </a:buClr>
              <a:buSzPts val="700"/>
              <a:buNone/>
              <a:defRPr sz="900">
                <a:solidFill>
                  <a:schemeClr val="lt1"/>
                </a:solidFill>
              </a:defRPr>
            </a:lvl2pPr>
            <a:lvl3pPr lvl="2">
              <a:spcBef>
                <a:spcPts val="0"/>
              </a:spcBef>
              <a:spcAft>
                <a:spcPts val="0"/>
              </a:spcAft>
              <a:buClr>
                <a:schemeClr val="lt1"/>
              </a:buClr>
              <a:buSzPts val="700"/>
              <a:buNone/>
              <a:defRPr sz="900">
                <a:solidFill>
                  <a:schemeClr val="lt1"/>
                </a:solidFill>
              </a:defRPr>
            </a:lvl3pPr>
            <a:lvl4pPr lvl="3">
              <a:spcBef>
                <a:spcPts val="0"/>
              </a:spcBef>
              <a:spcAft>
                <a:spcPts val="0"/>
              </a:spcAft>
              <a:buClr>
                <a:schemeClr val="lt1"/>
              </a:buClr>
              <a:buSzPts val="700"/>
              <a:buNone/>
              <a:defRPr sz="900">
                <a:solidFill>
                  <a:schemeClr val="lt1"/>
                </a:solidFill>
              </a:defRPr>
            </a:lvl4pPr>
            <a:lvl5pPr lvl="4">
              <a:spcBef>
                <a:spcPts val="0"/>
              </a:spcBef>
              <a:spcAft>
                <a:spcPts val="0"/>
              </a:spcAft>
              <a:buClr>
                <a:schemeClr val="lt1"/>
              </a:buClr>
              <a:buSzPts val="700"/>
              <a:buNone/>
              <a:defRPr sz="900">
                <a:solidFill>
                  <a:schemeClr val="lt1"/>
                </a:solidFill>
              </a:defRPr>
            </a:lvl5pPr>
            <a:lvl6pPr lvl="5">
              <a:spcBef>
                <a:spcPts val="0"/>
              </a:spcBef>
              <a:spcAft>
                <a:spcPts val="0"/>
              </a:spcAft>
              <a:buClr>
                <a:schemeClr val="lt1"/>
              </a:buClr>
              <a:buSzPts val="700"/>
              <a:buNone/>
              <a:defRPr sz="900">
                <a:solidFill>
                  <a:schemeClr val="lt1"/>
                </a:solidFill>
              </a:defRPr>
            </a:lvl6pPr>
            <a:lvl7pPr lvl="6">
              <a:spcBef>
                <a:spcPts val="0"/>
              </a:spcBef>
              <a:spcAft>
                <a:spcPts val="0"/>
              </a:spcAft>
              <a:buClr>
                <a:schemeClr val="lt1"/>
              </a:buClr>
              <a:buSzPts val="700"/>
              <a:buNone/>
              <a:defRPr sz="900">
                <a:solidFill>
                  <a:schemeClr val="lt1"/>
                </a:solidFill>
              </a:defRPr>
            </a:lvl7pPr>
            <a:lvl8pPr lvl="7">
              <a:spcBef>
                <a:spcPts val="0"/>
              </a:spcBef>
              <a:spcAft>
                <a:spcPts val="0"/>
              </a:spcAft>
              <a:buClr>
                <a:schemeClr val="lt1"/>
              </a:buClr>
              <a:buSzPts val="700"/>
              <a:buNone/>
              <a:defRPr sz="900">
                <a:solidFill>
                  <a:schemeClr val="lt1"/>
                </a:solidFill>
              </a:defRPr>
            </a:lvl8pPr>
            <a:lvl9pPr lvl="8">
              <a:spcBef>
                <a:spcPts val="0"/>
              </a:spcBef>
              <a:spcAft>
                <a:spcPts val="0"/>
              </a:spcAft>
              <a:buClr>
                <a:schemeClr val="lt1"/>
              </a:buClr>
              <a:buSzPts val="700"/>
              <a:buNone/>
              <a:defRPr sz="900">
                <a:solidFill>
                  <a:schemeClr val="lt1"/>
                </a:solidFill>
              </a:defRPr>
            </a:lvl9pPr>
          </a:lstStyle>
          <a:p/>
        </p:txBody>
      </p:sp>
      <p:sp>
        <p:nvSpPr>
          <p:cNvPr id="1301" name="Google Shape;1301;g357c580f6f6_3_82"/>
          <p:cNvSpPr txBox="1"/>
          <p:nvPr>
            <p:ph idx="1" type="body"/>
          </p:nvPr>
        </p:nvSpPr>
        <p:spPr>
          <a:xfrm>
            <a:off x="1664700" y="1668263"/>
            <a:ext cx="4114800" cy="2263200"/>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lt1"/>
              </a:buClr>
              <a:buSzPts val="1600"/>
              <a:buFont typeface="Noto Sans"/>
              <a:buChar char="•"/>
              <a:defRPr i="0" sz="1600" u="none" cap="none" strike="noStrike">
                <a:solidFill>
                  <a:schemeClr val="lt1"/>
                </a:solidFill>
                <a:latin typeface="Noto Sans"/>
                <a:ea typeface="Noto Sans"/>
                <a:cs typeface="Noto Sans"/>
                <a:sym typeface="Noto Sans"/>
              </a:defRPr>
            </a:lvl1pPr>
            <a:lvl2pPr indent="-317500" lvl="1" marL="914400" marR="0" rtl="0" algn="l">
              <a:spcBef>
                <a:spcPts val="300"/>
              </a:spcBef>
              <a:spcAft>
                <a:spcPts val="0"/>
              </a:spcAft>
              <a:buClr>
                <a:schemeClr val="lt1"/>
              </a:buClr>
              <a:buSzPts val="1400"/>
              <a:buFont typeface="Noto Sans"/>
              <a:buChar char="–"/>
              <a:defRPr i="0" sz="1400" u="none" cap="none" strike="noStrike">
                <a:solidFill>
                  <a:schemeClr val="lt1"/>
                </a:solidFill>
                <a:latin typeface="Noto Sans"/>
                <a:ea typeface="Noto Sans"/>
                <a:cs typeface="Noto Sans"/>
                <a:sym typeface="Noto Sans"/>
              </a:defRPr>
            </a:lvl2pPr>
            <a:lvl3pPr indent="-304800" lvl="2" marL="1371600" marR="0" rtl="0" algn="l">
              <a:spcBef>
                <a:spcPts val="200"/>
              </a:spcBef>
              <a:spcAft>
                <a:spcPts val="0"/>
              </a:spcAft>
              <a:buClr>
                <a:schemeClr val="lt1"/>
              </a:buClr>
              <a:buSzPts val="1200"/>
              <a:buFont typeface="Noto Sans"/>
              <a:buChar char="•"/>
              <a:defRPr i="0" sz="1200" u="none" cap="none" strike="noStrike">
                <a:solidFill>
                  <a:schemeClr val="lt1"/>
                </a:solidFill>
                <a:latin typeface="Noto Sans"/>
                <a:ea typeface="Noto Sans"/>
                <a:cs typeface="Noto Sans"/>
                <a:sym typeface="Noto Sans"/>
              </a:defRPr>
            </a:lvl3pPr>
            <a:lvl4pPr indent="-292100" lvl="3" marL="1828800" marR="0" rtl="0" algn="l">
              <a:spcBef>
                <a:spcPts val="200"/>
              </a:spcBef>
              <a:spcAft>
                <a:spcPts val="0"/>
              </a:spcAft>
              <a:buClr>
                <a:schemeClr val="lt1"/>
              </a:buClr>
              <a:buSzPts val="1000"/>
              <a:buFont typeface="Noto Sans"/>
              <a:buChar char="–"/>
              <a:defRPr i="0" sz="1000" u="none" cap="none" strike="noStrike">
                <a:solidFill>
                  <a:schemeClr val="lt1"/>
                </a:solidFill>
                <a:latin typeface="Noto Sans"/>
                <a:ea typeface="Noto Sans"/>
                <a:cs typeface="Noto Sans"/>
                <a:sym typeface="Noto Sans"/>
              </a:defRPr>
            </a:lvl4pPr>
            <a:lvl5pPr indent="-292100" lvl="4" marL="2286000" marR="0" rtl="0" algn="l">
              <a:spcBef>
                <a:spcPts val="200"/>
              </a:spcBef>
              <a:spcAft>
                <a:spcPts val="0"/>
              </a:spcAft>
              <a:buClr>
                <a:schemeClr val="lt1"/>
              </a:buClr>
              <a:buSzPts val="1000"/>
              <a:buFont typeface="Noto Sans"/>
              <a:buChar char="»"/>
              <a:defRPr i="0" sz="1000" u="none" cap="none" strike="noStrike">
                <a:solidFill>
                  <a:schemeClr val="lt1"/>
                </a:solidFill>
                <a:latin typeface="Noto Sans"/>
                <a:ea typeface="Noto Sans"/>
                <a:cs typeface="Noto Sans"/>
                <a:sym typeface="Noto Sans"/>
              </a:defRPr>
            </a:lvl5pPr>
            <a:lvl6pPr indent="-292100" lvl="5" marL="2743200" marR="0" rtl="0" algn="l">
              <a:spcBef>
                <a:spcPts val="200"/>
              </a:spcBef>
              <a:spcAft>
                <a:spcPts val="0"/>
              </a:spcAft>
              <a:buClr>
                <a:schemeClr val="lt1"/>
              </a:buClr>
              <a:buSzPts val="1000"/>
              <a:buFont typeface="Noto Sans"/>
              <a:buChar char="•"/>
              <a:defRPr i="0" sz="1000" u="none" cap="none" strike="noStrike">
                <a:solidFill>
                  <a:schemeClr val="lt1"/>
                </a:solidFill>
                <a:latin typeface="Noto Sans"/>
                <a:ea typeface="Noto Sans"/>
                <a:cs typeface="Noto Sans"/>
                <a:sym typeface="Noto Sans"/>
              </a:defRPr>
            </a:lvl6pPr>
            <a:lvl7pPr indent="-292100" lvl="6" marL="3200400" marR="0" rtl="0" algn="l">
              <a:spcBef>
                <a:spcPts val="200"/>
              </a:spcBef>
              <a:spcAft>
                <a:spcPts val="0"/>
              </a:spcAft>
              <a:buClr>
                <a:schemeClr val="lt1"/>
              </a:buClr>
              <a:buSzPts val="1000"/>
              <a:buFont typeface="Noto Sans"/>
              <a:buChar char="•"/>
              <a:defRPr i="0" sz="1000" u="none" cap="none" strike="noStrike">
                <a:solidFill>
                  <a:schemeClr val="lt1"/>
                </a:solidFill>
                <a:latin typeface="Noto Sans"/>
                <a:ea typeface="Noto Sans"/>
                <a:cs typeface="Noto Sans"/>
                <a:sym typeface="Noto Sans"/>
              </a:defRPr>
            </a:lvl7pPr>
            <a:lvl8pPr indent="-292100" lvl="7" marL="3657600" marR="0" rtl="0" algn="l">
              <a:spcBef>
                <a:spcPts val="200"/>
              </a:spcBef>
              <a:spcAft>
                <a:spcPts val="0"/>
              </a:spcAft>
              <a:buClr>
                <a:schemeClr val="lt1"/>
              </a:buClr>
              <a:buSzPts val="1000"/>
              <a:buFont typeface="Noto Sans"/>
              <a:buChar char="•"/>
              <a:defRPr i="0" sz="1000" u="none" cap="none" strike="noStrike">
                <a:solidFill>
                  <a:schemeClr val="lt1"/>
                </a:solidFill>
                <a:latin typeface="Noto Sans"/>
                <a:ea typeface="Noto Sans"/>
                <a:cs typeface="Noto Sans"/>
                <a:sym typeface="Noto Sans"/>
              </a:defRPr>
            </a:lvl8pPr>
            <a:lvl9pPr indent="-292100" lvl="8" marL="4114800" marR="0" rtl="0" algn="l">
              <a:spcBef>
                <a:spcPts val="200"/>
              </a:spcBef>
              <a:spcAft>
                <a:spcPts val="0"/>
              </a:spcAft>
              <a:buClr>
                <a:schemeClr val="lt1"/>
              </a:buClr>
              <a:buSzPts val="1000"/>
              <a:buFont typeface="Noto Sans"/>
              <a:buChar char="•"/>
              <a:defRPr i="0" sz="1000" u="none" cap="none" strike="noStrike">
                <a:solidFill>
                  <a:schemeClr val="lt1"/>
                </a:solidFill>
                <a:latin typeface="Noto Sans"/>
                <a:ea typeface="Noto Sans"/>
                <a:cs typeface="Noto Sans"/>
                <a:sym typeface="Noto Sans"/>
              </a:defRPr>
            </a:lvl9pPr>
          </a:lstStyle>
          <a:p/>
        </p:txBody>
      </p:sp>
    </p:spTree>
  </p:cSld>
  <p:clrMap accent1="accent1" accent2="accent2" accent3="accent3" accent4="accent4" accent5="accent5" accent6="accent6" bg1="lt1" bg2="dk2" tx1="dk1" tx2="lt2" folHlink="folHlink" hlink="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1.xml"/><Relationship Id="rId3" Type="http://schemas.openxmlformats.org/officeDocument/2006/relationships/image" Target="../media/image22.png"/><Relationship Id="rId4" Type="http://schemas.openxmlformats.org/officeDocument/2006/relationships/image" Target="../media/image34.png"/><Relationship Id="rId9" Type="http://schemas.openxmlformats.org/officeDocument/2006/relationships/image" Target="../media/image33.jpeg"/><Relationship Id="rId5" Type="http://schemas.openxmlformats.org/officeDocument/2006/relationships/image" Target="../media/image28.png"/><Relationship Id="rId6" Type="http://schemas.openxmlformats.org/officeDocument/2006/relationships/image" Target="../media/image40.png"/><Relationship Id="rId7" Type="http://schemas.openxmlformats.org/officeDocument/2006/relationships/image" Target="../media/image30.png"/><Relationship Id="rId8" Type="http://schemas.openxmlformats.org/officeDocument/2006/relationships/image" Target="../media/image3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2.xml"/><Relationship Id="rId3" Type="http://schemas.openxmlformats.org/officeDocument/2006/relationships/image" Target="../media/image37.png"/><Relationship Id="rId4" Type="http://schemas.openxmlformats.org/officeDocument/2006/relationships/image" Target="../media/image34.png"/><Relationship Id="rId9" Type="http://schemas.openxmlformats.org/officeDocument/2006/relationships/image" Target="../media/image39.jpg"/><Relationship Id="rId5" Type="http://schemas.openxmlformats.org/officeDocument/2006/relationships/image" Target="../media/image41.png"/><Relationship Id="rId6" Type="http://schemas.openxmlformats.org/officeDocument/2006/relationships/image" Target="../media/image38.png"/><Relationship Id="rId7" Type="http://schemas.openxmlformats.org/officeDocument/2006/relationships/hyperlink" Target="https://x.com/anakinswal" TargetMode="External"/><Relationship Id="rId8" Type="http://schemas.openxmlformats.org/officeDocument/2006/relationships/image" Target="../media/image4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1.xml"/><Relationship Id="rId2" Type="http://schemas.openxmlformats.org/officeDocument/2006/relationships/notesSlide" Target="../notesSlides/notesSlide3.xml"/><Relationship Id="rId3" Type="http://schemas.openxmlformats.org/officeDocument/2006/relationships/image" Target="../media/image36.png"/><Relationship Id="rId4" Type="http://schemas.openxmlformats.org/officeDocument/2006/relationships/image" Target="../media/image4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xml"/><Relationship Id="rId3" Type="http://schemas.openxmlformats.org/officeDocument/2006/relationships/image" Target="../media/image4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8.xml"/><Relationship Id="rId2" Type="http://schemas.openxmlformats.org/officeDocument/2006/relationships/notesSlide" Target="../notesSlides/notesSlide5.xml"/><Relationship Id="rId3" Type="http://schemas.openxmlformats.org/officeDocument/2006/relationships/image" Target="../media/image31.jpg"/><Relationship Id="rId4" Type="http://schemas.openxmlformats.org/officeDocument/2006/relationships/image" Target="../media/image4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xml"/><Relationship Id="rId3" Type="http://schemas.openxmlformats.org/officeDocument/2006/relationships/image" Target="../media/image46.jpg"/><Relationship Id="rId4" Type="http://schemas.openxmlformats.org/officeDocument/2006/relationships/image" Target="../media/image58.png"/><Relationship Id="rId9" Type="http://schemas.openxmlformats.org/officeDocument/2006/relationships/image" Target="../media/image54.png"/><Relationship Id="rId5" Type="http://schemas.openxmlformats.org/officeDocument/2006/relationships/image" Target="../media/image45.png"/><Relationship Id="rId6" Type="http://schemas.openxmlformats.org/officeDocument/2006/relationships/image" Target="../media/image50.png"/><Relationship Id="rId7" Type="http://schemas.openxmlformats.org/officeDocument/2006/relationships/image" Target="../media/image70.png"/><Relationship Id="rId8" Type="http://schemas.openxmlformats.org/officeDocument/2006/relationships/image" Target="../media/image5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7.xml"/><Relationship Id="rId3" Type="http://schemas.openxmlformats.org/officeDocument/2006/relationships/image" Target="../media/image22.png"/><Relationship Id="rId4" Type="http://schemas.openxmlformats.org/officeDocument/2006/relationships/image" Target="../media/image34.png"/><Relationship Id="rId5" Type="http://schemas.openxmlformats.org/officeDocument/2006/relationships/image" Target="../media/image56.png"/><Relationship Id="rId6" Type="http://schemas.openxmlformats.org/officeDocument/2006/relationships/image" Target="../media/image41.png"/><Relationship Id="rId7" Type="http://schemas.openxmlformats.org/officeDocument/2006/relationships/image" Target="../media/image97.png"/><Relationship Id="rId8" Type="http://schemas.openxmlformats.org/officeDocument/2006/relationships/image" Target="../media/image5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8.xml"/><Relationship Id="rId3" Type="http://schemas.openxmlformats.org/officeDocument/2006/relationships/image" Target="../media/image22.png"/><Relationship Id="rId4" Type="http://schemas.openxmlformats.org/officeDocument/2006/relationships/image" Target="../media/image57.png"/><Relationship Id="rId5" Type="http://schemas.openxmlformats.org/officeDocument/2006/relationships/image" Target="../media/image34.png"/><Relationship Id="rId6" Type="http://schemas.openxmlformats.org/officeDocument/2006/relationships/image" Target="../media/image60.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5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8.xml"/><Relationship Id="rId2" Type="http://schemas.openxmlformats.org/officeDocument/2006/relationships/notesSlide" Target="../notesSlides/notesSlide10.xml"/><Relationship Id="rId3" Type="http://schemas.openxmlformats.org/officeDocument/2006/relationships/image" Target="../media/image3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8.xml"/><Relationship Id="rId2" Type="http://schemas.openxmlformats.org/officeDocument/2006/relationships/notesSlide" Target="../notesSlides/notesSlide11.xml"/><Relationship Id="rId3" Type="http://schemas.openxmlformats.org/officeDocument/2006/relationships/image" Target="../media/image3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2.xml"/><Relationship Id="rId3" Type="http://schemas.openxmlformats.org/officeDocument/2006/relationships/image" Target="../media/image75.png"/><Relationship Id="rId4" Type="http://schemas.openxmlformats.org/officeDocument/2006/relationships/image" Target="../media/image74.jpeg"/><Relationship Id="rId5" Type="http://schemas.openxmlformats.org/officeDocument/2006/relationships/image" Target="../media/image68.png"/><Relationship Id="rId6" Type="http://schemas.openxmlformats.org/officeDocument/2006/relationships/image" Target="../media/image69.png"/><Relationship Id="rId7" Type="http://schemas.openxmlformats.org/officeDocument/2006/relationships/image" Target="../media/image6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0.xml"/><Relationship Id="rId2" Type="http://schemas.openxmlformats.org/officeDocument/2006/relationships/notesSlide" Target="../notesSlides/notesSlide13.xml"/><Relationship Id="rId3" Type="http://schemas.openxmlformats.org/officeDocument/2006/relationships/image" Target="../media/image36.png"/><Relationship Id="rId4" Type="http://schemas.openxmlformats.org/officeDocument/2006/relationships/image" Target="../media/image61.jpg"/><Relationship Id="rId5" Type="http://schemas.openxmlformats.org/officeDocument/2006/relationships/image" Target="../media/image72.png"/><Relationship Id="rId6" Type="http://schemas.openxmlformats.org/officeDocument/2006/relationships/image" Target="../media/image73.png"/><Relationship Id="rId7" Type="http://schemas.openxmlformats.org/officeDocument/2006/relationships/image" Target="../media/image71.png"/><Relationship Id="rId8" Type="http://schemas.openxmlformats.org/officeDocument/2006/relationships/image" Target="../media/image9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8.xml"/><Relationship Id="rId2" Type="http://schemas.openxmlformats.org/officeDocument/2006/relationships/notesSlide" Target="../notesSlides/notesSlide14.xml"/><Relationship Id="rId3" Type="http://schemas.openxmlformats.org/officeDocument/2006/relationships/image" Target="../media/image31.jpg"/><Relationship Id="rId4" Type="http://schemas.openxmlformats.org/officeDocument/2006/relationships/image" Target="../media/image6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4.xml"/><Relationship Id="rId2" Type="http://schemas.openxmlformats.org/officeDocument/2006/relationships/notesSlide" Target="../notesSlides/notesSlide15.xml"/><Relationship Id="rId3" Type="http://schemas.openxmlformats.org/officeDocument/2006/relationships/image" Target="../media/image8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9.xml"/><Relationship Id="rId2" Type="http://schemas.openxmlformats.org/officeDocument/2006/relationships/notesSlide" Target="../notesSlides/notesSlide16.xml"/><Relationship Id="rId3" Type="http://schemas.openxmlformats.org/officeDocument/2006/relationships/image" Target="../media/image89.jpeg"/><Relationship Id="rId4" Type="http://schemas.openxmlformats.org/officeDocument/2006/relationships/image" Target="../media/image7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17.xml"/><Relationship Id="rId3" Type="http://schemas.openxmlformats.org/officeDocument/2006/relationships/image" Target="../media/image22.png"/><Relationship Id="rId4" Type="http://schemas.openxmlformats.org/officeDocument/2006/relationships/image" Target="../media/image34.png"/><Relationship Id="rId9" Type="http://schemas.openxmlformats.org/officeDocument/2006/relationships/image" Target="../media/image76.png"/><Relationship Id="rId5" Type="http://schemas.openxmlformats.org/officeDocument/2006/relationships/image" Target="../media/image83.png"/><Relationship Id="rId6" Type="http://schemas.openxmlformats.org/officeDocument/2006/relationships/image" Target="../media/image95.png"/><Relationship Id="rId7" Type="http://schemas.openxmlformats.org/officeDocument/2006/relationships/image" Target="../media/image56.png"/><Relationship Id="rId8" Type="http://schemas.openxmlformats.org/officeDocument/2006/relationships/image" Target="../media/image41.png"/><Relationship Id="rId10" Type="http://schemas.openxmlformats.org/officeDocument/2006/relationships/image" Target="../media/image7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92.jpeg"/><Relationship Id="rId5" Type="http://schemas.openxmlformats.org/officeDocument/2006/relationships/image" Target="../media/image94.png"/><Relationship Id="rId6" Type="http://schemas.openxmlformats.org/officeDocument/2006/relationships/image" Target="../media/image8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88.jpeg"/><Relationship Id="rId5" Type="http://schemas.openxmlformats.org/officeDocument/2006/relationships/image" Target="../media/image87.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20.xml"/><Relationship Id="rId3" Type="http://schemas.openxmlformats.org/officeDocument/2006/relationships/image" Target="../media/image76.png"/><Relationship Id="rId4" Type="http://schemas.openxmlformats.org/officeDocument/2006/relationships/image" Target="../media/image9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9.xml"/><Relationship Id="rId2" Type="http://schemas.openxmlformats.org/officeDocument/2006/relationships/notesSlide" Target="../notesSlides/notesSlide21.xml"/><Relationship Id="rId3" Type="http://schemas.openxmlformats.org/officeDocument/2006/relationships/image" Target="../media/image104.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22.xml"/><Relationship Id="rId3" Type="http://schemas.openxmlformats.org/officeDocument/2006/relationships/image" Target="../media/image7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23.xml"/><Relationship Id="rId3" Type="http://schemas.openxmlformats.org/officeDocument/2006/relationships/image" Target="../media/image76.png"/><Relationship Id="rId4" Type="http://schemas.openxmlformats.org/officeDocument/2006/relationships/image" Target="../media/image90.png"/><Relationship Id="rId5" Type="http://schemas.openxmlformats.org/officeDocument/2006/relationships/image" Target="../media/image9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24.xml"/><Relationship Id="rId3" Type="http://schemas.openxmlformats.org/officeDocument/2006/relationships/image" Target="../media/image76.png"/><Relationship Id="rId4" Type="http://schemas.openxmlformats.org/officeDocument/2006/relationships/image" Target="../media/image85.png"/><Relationship Id="rId5" Type="http://schemas.openxmlformats.org/officeDocument/2006/relationships/image" Target="../media/image10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25.xml"/><Relationship Id="rId3" Type="http://schemas.openxmlformats.org/officeDocument/2006/relationships/image" Target="../media/image76.png"/><Relationship Id="rId4" Type="http://schemas.openxmlformats.org/officeDocument/2006/relationships/image" Target="../media/image99.png"/><Relationship Id="rId5" Type="http://schemas.openxmlformats.org/officeDocument/2006/relationships/image" Target="../media/image9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26.xml"/><Relationship Id="rId3" Type="http://schemas.openxmlformats.org/officeDocument/2006/relationships/image" Target="../media/image76.png"/><Relationship Id="rId4" Type="http://schemas.openxmlformats.org/officeDocument/2006/relationships/image" Target="../media/image12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27.xml"/><Relationship Id="rId3" Type="http://schemas.openxmlformats.org/officeDocument/2006/relationships/image" Target="../media/image76.png"/><Relationship Id="rId4" Type="http://schemas.openxmlformats.org/officeDocument/2006/relationships/image" Target="../media/image10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9.xml"/><Relationship Id="rId2" Type="http://schemas.openxmlformats.org/officeDocument/2006/relationships/notesSlide" Target="../notesSlides/notesSlide28.xml"/><Relationship Id="rId3" Type="http://schemas.openxmlformats.org/officeDocument/2006/relationships/image" Target="../media/image106.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1.xml"/><Relationship Id="rId2" Type="http://schemas.openxmlformats.org/officeDocument/2006/relationships/notesSlide" Target="../notesSlides/notesSlide29.xml"/><Relationship Id="rId3" Type="http://schemas.openxmlformats.org/officeDocument/2006/relationships/image" Target="../media/image3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30.xml"/><Relationship Id="rId3" Type="http://schemas.openxmlformats.org/officeDocument/2006/relationships/image" Target="../media/image22.png"/><Relationship Id="rId4" Type="http://schemas.openxmlformats.org/officeDocument/2006/relationships/image" Target="../media/image57.png"/><Relationship Id="rId5" Type="http://schemas.openxmlformats.org/officeDocument/2006/relationships/image" Target="../media/image100.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8.xml"/><Relationship Id="rId2" Type="http://schemas.openxmlformats.org/officeDocument/2006/relationships/notesSlide" Target="../notesSlides/notesSlide31.xml"/><Relationship Id="rId3" Type="http://schemas.openxmlformats.org/officeDocument/2006/relationships/image" Target="../media/image107.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1.xml"/><Relationship Id="rId2" Type="http://schemas.openxmlformats.org/officeDocument/2006/relationships/notesSlide" Target="../notesSlides/notesSlide32.xml"/><Relationship Id="rId3" Type="http://schemas.openxmlformats.org/officeDocument/2006/relationships/image" Target="../media/image36.png"/><Relationship Id="rId4" Type="http://schemas.openxmlformats.org/officeDocument/2006/relationships/image" Target="../media/image114.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1.xml"/><Relationship Id="rId2" Type="http://schemas.openxmlformats.org/officeDocument/2006/relationships/notesSlide" Target="../notesSlides/notesSlide33.xml"/><Relationship Id="rId3" Type="http://schemas.openxmlformats.org/officeDocument/2006/relationships/image" Target="../media/image3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1.xml"/><Relationship Id="rId2" Type="http://schemas.openxmlformats.org/officeDocument/2006/relationships/notesSlide" Target="../notesSlides/notesSlide34.xml"/><Relationship Id="rId3" Type="http://schemas.openxmlformats.org/officeDocument/2006/relationships/image" Target="../media/image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1.xml"/><Relationship Id="rId2" Type="http://schemas.openxmlformats.org/officeDocument/2006/relationships/notesSlide" Target="../notesSlides/notesSlide35.xml"/><Relationship Id="rId3" Type="http://schemas.openxmlformats.org/officeDocument/2006/relationships/image" Target="../media/image36.png"/><Relationship Id="rId4" Type="http://schemas.openxmlformats.org/officeDocument/2006/relationships/image" Target="../media/image105.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1.xml"/><Relationship Id="rId2" Type="http://schemas.openxmlformats.org/officeDocument/2006/relationships/notesSlide" Target="../notesSlides/notesSlide36.xml"/><Relationship Id="rId3" Type="http://schemas.openxmlformats.org/officeDocument/2006/relationships/image" Target="../media/image36.png"/><Relationship Id="rId4" Type="http://schemas.openxmlformats.org/officeDocument/2006/relationships/image" Target="../media/image111.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1.xml"/><Relationship Id="rId2" Type="http://schemas.openxmlformats.org/officeDocument/2006/relationships/notesSlide" Target="../notesSlides/notesSlide37.xml"/><Relationship Id="rId3" Type="http://schemas.openxmlformats.org/officeDocument/2006/relationships/image" Target="../media/image36.png"/><Relationship Id="rId4" Type="http://schemas.openxmlformats.org/officeDocument/2006/relationships/image" Target="../media/image1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1.xml"/><Relationship Id="rId2" Type="http://schemas.openxmlformats.org/officeDocument/2006/relationships/notesSlide" Target="../notesSlides/notesSlide38.xml"/><Relationship Id="rId3" Type="http://schemas.openxmlformats.org/officeDocument/2006/relationships/image" Target="../media/image36.png"/><Relationship Id="rId4" Type="http://schemas.openxmlformats.org/officeDocument/2006/relationships/image" Target="../media/image10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1.xml"/><Relationship Id="rId2" Type="http://schemas.openxmlformats.org/officeDocument/2006/relationships/notesSlide" Target="../notesSlides/notesSlide39.xml"/><Relationship Id="rId3" Type="http://schemas.openxmlformats.org/officeDocument/2006/relationships/image" Target="../media/image36.png"/><Relationship Id="rId4" Type="http://schemas.openxmlformats.org/officeDocument/2006/relationships/image" Target="../media/image10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1.xml"/><Relationship Id="rId2" Type="http://schemas.openxmlformats.org/officeDocument/2006/relationships/notesSlide" Target="../notesSlides/notesSlide40.xml"/><Relationship Id="rId3" Type="http://schemas.openxmlformats.org/officeDocument/2006/relationships/image" Target="../media/image36.png"/><Relationship Id="rId4" Type="http://schemas.openxmlformats.org/officeDocument/2006/relationships/image" Target="../media/image11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1.xml"/><Relationship Id="rId2" Type="http://schemas.openxmlformats.org/officeDocument/2006/relationships/notesSlide" Target="../notesSlides/notesSlide41.xml"/><Relationship Id="rId3" Type="http://schemas.openxmlformats.org/officeDocument/2006/relationships/image" Target="../media/image36.png"/><Relationship Id="rId4" Type="http://schemas.openxmlformats.org/officeDocument/2006/relationships/image" Target="../media/image113.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1.xml"/><Relationship Id="rId2" Type="http://schemas.openxmlformats.org/officeDocument/2006/relationships/notesSlide" Target="../notesSlides/notesSlide42.xml"/><Relationship Id="rId3" Type="http://schemas.openxmlformats.org/officeDocument/2006/relationships/image" Target="../media/image36.png"/><Relationship Id="rId4" Type="http://schemas.openxmlformats.org/officeDocument/2006/relationships/image" Target="../media/image15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1.xml"/><Relationship Id="rId2" Type="http://schemas.openxmlformats.org/officeDocument/2006/relationships/notesSlide" Target="../notesSlides/notesSlide43.xml"/><Relationship Id="rId3" Type="http://schemas.openxmlformats.org/officeDocument/2006/relationships/image" Target="../media/image36.png"/><Relationship Id="rId4" Type="http://schemas.openxmlformats.org/officeDocument/2006/relationships/image" Target="../media/image149.jpeg"/><Relationship Id="rId5" Type="http://schemas.openxmlformats.org/officeDocument/2006/relationships/image" Target="../media/image142.jpeg"/><Relationship Id="rId6" Type="http://schemas.openxmlformats.org/officeDocument/2006/relationships/image" Target="../media/image121.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1.xml"/><Relationship Id="rId2" Type="http://schemas.openxmlformats.org/officeDocument/2006/relationships/notesSlide" Target="../notesSlides/notesSlide44.xml"/><Relationship Id="rId3" Type="http://schemas.openxmlformats.org/officeDocument/2006/relationships/image" Target="../media/image3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1.xml"/><Relationship Id="rId2" Type="http://schemas.openxmlformats.org/officeDocument/2006/relationships/notesSlide" Target="../notesSlides/notesSlide45.xml"/><Relationship Id="rId3" Type="http://schemas.openxmlformats.org/officeDocument/2006/relationships/image" Target="../media/image36.png"/><Relationship Id="rId4" Type="http://schemas.openxmlformats.org/officeDocument/2006/relationships/image" Target="../media/image108.png"/><Relationship Id="rId9" Type="http://schemas.openxmlformats.org/officeDocument/2006/relationships/image" Target="../media/image124.jpeg"/><Relationship Id="rId5" Type="http://schemas.openxmlformats.org/officeDocument/2006/relationships/image" Target="../media/image120.png"/><Relationship Id="rId6" Type="http://schemas.openxmlformats.org/officeDocument/2006/relationships/image" Target="../media/image119.png"/><Relationship Id="rId7" Type="http://schemas.openxmlformats.org/officeDocument/2006/relationships/image" Target="../media/image117.png"/><Relationship Id="rId8" Type="http://schemas.openxmlformats.org/officeDocument/2006/relationships/image" Target="../media/image116.jpeg"/><Relationship Id="rId11" Type="http://schemas.openxmlformats.org/officeDocument/2006/relationships/image" Target="../media/image137.png"/><Relationship Id="rId10" Type="http://schemas.openxmlformats.org/officeDocument/2006/relationships/image" Target="../media/image115.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46.xml"/><Relationship Id="rId3" Type="http://schemas.openxmlformats.org/officeDocument/2006/relationships/image" Target="../media/image22.png"/><Relationship Id="rId4" Type="http://schemas.openxmlformats.org/officeDocument/2006/relationships/image" Target="../media/image132.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47.xml"/><Relationship Id="rId3" Type="http://schemas.openxmlformats.org/officeDocument/2006/relationships/image" Target="../media/image22.png"/><Relationship Id="rId4" Type="http://schemas.openxmlformats.org/officeDocument/2006/relationships/image" Target="../media/image136.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48.xml"/><Relationship Id="rId3" Type="http://schemas.openxmlformats.org/officeDocument/2006/relationships/image" Target="../media/image22.png"/><Relationship Id="rId4" Type="http://schemas.openxmlformats.org/officeDocument/2006/relationships/image" Target="../media/image136.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49.xml"/><Relationship Id="rId3" Type="http://schemas.openxmlformats.org/officeDocument/2006/relationships/image" Target="../media/image22.png"/><Relationship Id="rId4" Type="http://schemas.openxmlformats.org/officeDocument/2006/relationships/image" Target="../media/image118.jpeg"/><Relationship Id="rId5" Type="http://schemas.openxmlformats.org/officeDocument/2006/relationships/image" Target="../media/image125.jpeg"/><Relationship Id="rId6" Type="http://schemas.openxmlformats.org/officeDocument/2006/relationships/image" Target="../media/image129.jpg"/><Relationship Id="rId7" Type="http://schemas.openxmlformats.org/officeDocument/2006/relationships/image" Target="../media/image123.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9.xml"/><Relationship Id="rId2" Type="http://schemas.openxmlformats.org/officeDocument/2006/relationships/notesSlide" Target="../notesSlides/notesSlide50.xml"/><Relationship Id="rId3" Type="http://schemas.openxmlformats.org/officeDocument/2006/relationships/image" Target="../media/image130.png"/><Relationship Id="rId4" Type="http://schemas.openxmlformats.org/officeDocument/2006/relationships/image" Target="../media/image13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9.xml"/><Relationship Id="rId2" Type="http://schemas.openxmlformats.org/officeDocument/2006/relationships/notesSlide" Target="../notesSlides/notesSlide51.xml"/><Relationship Id="rId3" Type="http://schemas.openxmlformats.org/officeDocument/2006/relationships/image" Target="../media/image128.jpg"/><Relationship Id="rId4" Type="http://schemas.openxmlformats.org/officeDocument/2006/relationships/image" Target="../media/image13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52.xml"/><Relationship Id="rId3" Type="http://schemas.openxmlformats.org/officeDocument/2006/relationships/image" Target="../media/image126.png"/><Relationship Id="rId4" Type="http://schemas.openxmlformats.org/officeDocument/2006/relationships/image" Target="../media/image13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53.xml"/><Relationship Id="rId3" Type="http://schemas.openxmlformats.org/officeDocument/2006/relationships/image" Target="../media/image126.png"/><Relationship Id="rId4" Type="http://schemas.openxmlformats.org/officeDocument/2006/relationships/image" Target="../media/image151.jpe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1.xml"/><Relationship Id="rId2" Type="http://schemas.openxmlformats.org/officeDocument/2006/relationships/notesSlide" Target="../notesSlides/notesSlide54.xml"/><Relationship Id="rId3" Type="http://schemas.openxmlformats.org/officeDocument/2006/relationships/image" Target="../media/image36.png"/><Relationship Id="rId4" Type="http://schemas.openxmlformats.org/officeDocument/2006/relationships/image" Target="../media/image14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9.xml"/><Relationship Id="rId2" Type="http://schemas.openxmlformats.org/officeDocument/2006/relationships/notesSlide" Target="../notesSlides/notesSlide55.xml"/><Relationship Id="rId3" Type="http://schemas.openxmlformats.org/officeDocument/2006/relationships/image" Target="../media/image144.png"/><Relationship Id="rId4" Type="http://schemas.openxmlformats.org/officeDocument/2006/relationships/image" Target="../media/image139.jpeg"/><Relationship Id="rId5" Type="http://schemas.openxmlformats.org/officeDocument/2006/relationships/image" Target="../media/image13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56.xml"/><Relationship Id="rId3" Type="http://schemas.openxmlformats.org/officeDocument/2006/relationships/image" Target="../media/image22.png"/><Relationship Id="rId4" Type="http://schemas.openxmlformats.org/officeDocument/2006/relationships/image" Target="../media/image14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61.xml"/><Relationship Id="rId2" Type="http://schemas.openxmlformats.org/officeDocument/2006/relationships/notesSlide" Target="../notesSlides/notesSlide57.xml"/><Relationship Id="rId3" Type="http://schemas.openxmlformats.org/officeDocument/2006/relationships/image" Target="../media/image153.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8.xml"/><Relationship Id="rId3" Type="http://schemas.openxmlformats.org/officeDocument/2006/relationships/image" Target="../media/image161.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9.xml"/><Relationship Id="rId3" Type="http://schemas.openxmlformats.org/officeDocument/2006/relationships/image" Target="../media/image167.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60.xml"/><Relationship Id="rId3" Type="http://schemas.openxmlformats.org/officeDocument/2006/relationships/image" Target="../media/image22.png"/><Relationship Id="rId4" Type="http://schemas.openxmlformats.org/officeDocument/2006/relationships/image" Target="../media/image57.png"/><Relationship Id="rId5" Type="http://schemas.openxmlformats.org/officeDocument/2006/relationships/image" Target="../media/image34.png"/><Relationship Id="rId6" Type="http://schemas.openxmlformats.org/officeDocument/2006/relationships/image" Target="../media/image147.jpeg"/><Relationship Id="rId7" Type="http://schemas.openxmlformats.org/officeDocument/2006/relationships/image" Target="../media/image9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1.xml"/><Relationship Id="rId3" Type="http://schemas.openxmlformats.org/officeDocument/2006/relationships/image" Target="../media/image14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2.xml"/><Relationship Id="rId3" Type="http://schemas.openxmlformats.org/officeDocument/2006/relationships/image" Target="../media/image14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3.xml"/><Relationship Id="rId3" Type="http://schemas.openxmlformats.org/officeDocument/2006/relationships/image" Target="../media/image152.jpeg"/><Relationship Id="rId4" Type="http://schemas.openxmlformats.org/officeDocument/2006/relationships/image" Target="../media/image159.jpe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4.xml"/><Relationship Id="rId3" Type="http://schemas.openxmlformats.org/officeDocument/2006/relationships/image" Target="../media/image160.jpe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65.xml"/><Relationship Id="rId3" Type="http://schemas.openxmlformats.org/officeDocument/2006/relationships/image" Target="../media/image22.png"/><Relationship Id="rId4" Type="http://schemas.openxmlformats.org/officeDocument/2006/relationships/image" Target="../media/image169.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66.xml"/><Relationship Id="rId3" Type="http://schemas.openxmlformats.org/officeDocument/2006/relationships/image" Target="../media/image22.png"/><Relationship Id="rId4" Type="http://schemas.openxmlformats.org/officeDocument/2006/relationships/image" Target="../media/image158.jpe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67.xml"/><Relationship Id="rId3" Type="http://schemas.openxmlformats.org/officeDocument/2006/relationships/image" Target="../media/image22.png"/><Relationship Id="rId4" Type="http://schemas.openxmlformats.org/officeDocument/2006/relationships/image" Target="../media/image168.jpe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9.xml"/><Relationship Id="rId2" Type="http://schemas.openxmlformats.org/officeDocument/2006/relationships/notesSlide" Target="../notesSlides/notesSlide68.xml"/><Relationship Id="rId3" Type="http://schemas.openxmlformats.org/officeDocument/2006/relationships/image" Target="../media/image155.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8.xml"/><Relationship Id="rId2" Type="http://schemas.openxmlformats.org/officeDocument/2006/relationships/notesSlide" Target="../notesSlides/notesSlide69.xml"/><Relationship Id="rId3" Type="http://schemas.openxmlformats.org/officeDocument/2006/relationships/image" Target="../media/image31.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70.xml"/><Relationship Id="rId3" Type="http://schemas.openxmlformats.org/officeDocument/2006/relationships/image" Target="../media/image37.png"/><Relationship Id="rId4" Type="http://schemas.openxmlformats.org/officeDocument/2006/relationships/image" Target="../media/image38.png"/><Relationship Id="rId9" Type="http://schemas.openxmlformats.org/officeDocument/2006/relationships/hyperlink" Target="https://preyproject.com/blog/dark-web-statistics-trends" TargetMode="External"/><Relationship Id="rId5" Type="http://schemas.openxmlformats.org/officeDocument/2006/relationships/image" Target="../media/image76.png"/><Relationship Id="rId6" Type="http://schemas.openxmlformats.org/officeDocument/2006/relationships/hyperlink" Target="https://nordvpn.com/es/research-lab/dark-web-case-study" TargetMode="External"/><Relationship Id="rId7" Type="http://schemas.openxmlformats.org/officeDocument/2006/relationships/hyperlink" Target="https://www.chainalysis.com/blog/darknet-revenue-2023/#:~:text=Darknet%20markets%20were%20one%20of,the%20sizable%20Hydra%20Marketplace%20close" TargetMode="External"/><Relationship Id="rId8" Type="http://schemas.openxmlformats.org/officeDocument/2006/relationships/hyperlink" Target="https://www.gasa.org/post/alarming-17-3m-trade-in-stolen-personal-data-on-the-dark-web" TargetMode="External"/><Relationship Id="rId11" Type="http://schemas.openxmlformats.org/officeDocument/2006/relationships/hyperlink" Target="https://blog.talosintelligence.com/de-anonymizing-ransomware-domains-on/" TargetMode="External"/><Relationship Id="rId10" Type="http://schemas.openxmlformats.org/officeDocument/2006/relationships/hyperlink" Target="https://cybelangel.com/dark-web-your-guide-2025/" TargetMode="External"/><Relationship Id="rId13" Type="http://schemas.openxmlformats.org/officeDocument/2006/relationships/hyperlink" Target="https://www.packetlabs.net/posts/the-price-vs-cost-of-dark-web-monitoring" TargetMode="External"/><Relationship Id="rId12" Type="http://schemas.openxmlformats.org/officeDocument/2006/relationships/hyperlink" Target="https://socradar.io/insights-from-socradars-annual-dark-web-report-2024/"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71.xml"/><Relationship Id="rId3" Type="http://schemas.openxmlformats.org/officeDocument/2006/relationships/image" Target="../media/image37.png"/><Relationship Id="rId4" Type="http://schemas.openxmlformats.org/officeDocument/2006/relationships/image" Target="../media/image7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72.xml"/><Relationship Id="rId3" Type="http://schemas.openxmlformats.org/officeDocument/2006/relationships/image" Target="../media/image37.png"/><Relationship Id="rId4" Type="http://schemas.openxmlformats.org/officeDocument/2006/relationships/image" Target="../media/image7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73.xml"/><Relationship Id="rId3" Type="http://schemas.openxmlformats.org/officeDocument/2006/relationships/image" Target="../media/image37.png"/><Relationship Id="rId4" Type="http://schemas.openxmlformats.org/officeDocument/2006/relationships/image" Target="../media/image7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73.xml"/><Relationship Id="rId2" Type="http://schemas.openxmlformats.org/officeDocument/2006/relationships/notesSlide" Target="../notesSlides/notesSlide74.xml"/><Relationship Id="rId3" Type="http://schemas.openxmlformats.org/officeDocument/2006/relationships/image" Target="../media/image31.jpg"/><Relationship Id="rId4" Type="http://schemas.openxmlformats.org/officeDocument/2006/relationships/image" Target="../media/image15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75.xml"/><Relationship Id="rId3" Type="http://schemas.openxmlformats.org/officeDocument/2006/relationships/image" Target="../media/image76.png"/><Relationship Id="rId4" Type="http://schemas.openxmlformats.org/officeDocument/2006/relationships/image" Target="../media/image179.jpeg"/><Relationship Id="rId5" Type="http://schemas.openxmlformats.org/officeDocument/2006/relationships/image" Target="../media/image178.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76.xml"/><Relationship Id="rId3" Type="http://schemas.openxmlformats.org/officeDocument/2006/relationships/image" Target="../media/image76.png"/><Relationship Id="rId4" Type="http://schemas.openxmlformats.org/officeDocument/2006/relationships/image" Target="../media/image173.jpeg"/><Relationship Id="rId5" Type="http://schemas.openxmlformats.org/officeDocument/2006/relationships/image" Target="../media/image163.jpeg"/><Relationship Id="rId6" Type="http://schemas.openxmlformats.org/officeDocument/2006/relationships/image" Target="../media/image171.jpe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77.xml"/><Relationship Id="rId3" Type="http://schemas.openxmlformats.org/officeDocument/2006/relationships/image" Target="../media/image76.png"/><Relationship Id="rId4" Type="http://schemas.openxmlformats.org/officeDocument/2006/relationships/image" Target="../media/image162.jpeg"/><Relationship Id="rId5" Type="http://schemas.openxmlformats.org/officeDocument/2006/relationships/image" Target="../media/image157.jpeg"/><Relationship Id="rId6" Type="http://schemas.openxmlformats.org/officeDocument/2006/relationships/image" Target="../media/image166.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78.xml"/><Relationship Id="rId3" Type="http://schemas.openxmlformats.org/officeDocument/2006/relationships/image" Target="../media/image76.png"/><Relationship Id="rId4" Type="http://schemas.openxmlformats.org/officeDocument/2006/relationships/image" Target="../media/image165.jpeg"/><Relationship Id="rId5" Type="http://schemas.openxmlformats.org/officeDocument/2006/relationships/image" Target="../media/image176.jpeg"/><Relationship Id="rId6" Type="http://schemas.openxmlformats.org/officeDocument/2006/relationships/image" Target="../media/image172.jpe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79.xml"/><Relationship Id="rId3" Type="http://schemas.openxmlformats.org/officeDocument/2006/relationships/image" Target="../media/image76.png"/><Relationship Id="rId4" Type="http://schemas.openxmlformats.org/officeDocument/2006/relationships/image" Target="../media/image172.jpeg"/><Relationship Id="rId5" Type="http://schemas.openxmlformats.org/officeDocument/2006/relationships/image" Target="../media/image164.jpe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80.xml"/><Relationship Id="rId3" Type="http://schemas.openxmlformats.org/officeDocument/2006/relationships/image" Target="../media/image76.png"/><Relationship Id="rId4" Type="http://schemas.openxmlformats.org/officeDocument/2006/relationships/image" Target="../media/image174.jpe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81.xml"/><Relationship Id="rId3" Type="http://schemas.openxmlformats.org/officeDocument/2006/relationships/image" Target="../media/image76.png"/><Relationship Id="rId4" Type="http://schemas.openxmlformats.org/officeDocument/2006/relationships/image" Target="../media/image177.jpeg"/><Relationship Id="rId5" Type="http://schemas.openxmlformats.org/officeDocument/2006/relationships/image" Target="../media/image175.jpeg"/><Relationship Id="rId6" Type="http://schemas.openxmlformats.org/officeDocument/2006/relationships/image" Target="../media/image170.jpe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335" name="Shape 1335"/>
        <p:cNvGrpSpPr/>
        <p:nvPr/>
      </p:nvGrpSpPr>
      <p:grpSpPr>
        <a:xfrm>
          <a:off x="0" y="0"/>
          <a:ext cx="0" cy="0"/>
          <a:chOff x="0" y="0"/>
          <a:chExt cx="0" cy="0"/>
        </a:xfrm>
      </p:grpSpPr>
      <p:pic>
        <p:nvPicPr>
          <p:cNvPr id="1336" name="Google Shape;1336;g35251cc313b_0_989"/>
          <p:cNvPicPr preferRelativeResize="0"/>
          <p:nvPr/>
        </p:nvPicPr>
        <p:blipFill>
          <a:blip r:embed="rId3">
            <a:alphaModFix/>
          </a:blip>
          <a:stretch>
            <a:fillRect/>
          </a:stretch>
        </p:blipFill>
        <p:spPr>
          <a:xfrm>
            <a:off x="-250112" y="-63819"/>
            <a:ext cx="9469553" cy="5271138"/>
          </a:xfrm>
          <a:prstGeom prst="rect">
            <a:avLst/>
          </a:prstGeom>
          <a:noFill/>
          <a:ln>
            <a:noFill/>
          </a:ln>
        </p:spPr>
      </p:pic>
      <p:grpSp>
        <p:nvGrpSpPr>
          <p:cNvPr id="1337" name="Google Shape;1337;g35251cc313b_0_989"/>
          <p:cNvGrpSpPr/>
          <p:nvPr/>
        </p:nvGrpSpPr>
        <p:grpSpPr>
          <a:xfrm>
            <a:off x="5783265" y="496122"/>
            <a:ext cx="2846352" cy="4069062"/>
            <a:chOff x="0" y="-47625"/>
            <a:chExt cx="1646718" cy="2354100"/>
          </a:xfrm>
        </p:grpSpPr>
        <p:sp>
          <p:nvSpPr>
            <p:cNvPr id="1338" name="Google Shape;1338;g35251cc313b_0_989"/>
            <p:cNvSpPr/>
            <p:nvPr/>
          </p:nvSpPr>
          <p:spPr>
            <a:xfrm>
              <a:off x="0" y="0"/>
              <a:ext cx="1646718" cy="2306376"/>
            </a:xfrm>
            <a:custGeom>
              <a:rect b="b" l="l" r="r" t="t"/>
              <a:pathLst>
                <a:path extrusionOk="0" h="2306376" w="1646718">
                  <a:moveTo>
                    <a:pt x="0" y="0"/>
                  </a:moveTo>
                  <a:lnTo>
                    <a:pt x="1646718" y="0"/>
                  </a:lnTo>
                  <a:lnTo>
                    <a:pt x="1646718" y="2306376"/>
                  </a:lnTo>
                  <a:lnTo>
                    <a:pt x="0" y="2306376"/>
                  </a:lnTo>
                  <a:close/>
                </a:path>
              </a:pathLst>
            </a:custGeom>
            <a:solidFill>
              <a:srgbClr val="000000">
                <a:alpha val="0"/>
              </a:srgbClr>
            </a:solidFill>
            <a:ln cap="sq" cmpd="sng" w="38100">
              <a:solidFill>
                <a:srgbClr val="5CE1E6"/>
              </a:solidFill>
              <a:prstDash val="solid"/>
              <a:miter lim="8000"/>
              <a:headEnd len="sm" w="sm" type="none"/>
              <a:tailEnd len="sm" w="sm" type="none"/>
            </a:ln>
          </p:spPr>
        </p:sp>
        <p:sp>
          <p:nvSpPr>
            <p:cNvPr id="1339" name="Google Shape;1339;g35251cc313b_0_989"/>
            <p:cNvSpPr txBox="1"/>
            <p:nvPr/>
          </p:nvSpPr>
          <p:spPr>
            <a:xfrm>
              <a:off x="0" y="-47625"/>
              <a:ext cx="1646700" cy="23541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340" name="Google Shape;1340;g35251cc313b_0_989"/>
          <p:cNvGrpSpPr/>
          <p:nvPr/>
        </p:nvGrpSpPr>
        <p:grpSpPr>
          <a:xfrm>
            <a:off x="6540232" y="496117"/>
            <a:ext cx="1404925" cy="204907"/>
            <a:chOff x="0" y="-47625"/>
            <a:chExt cx="812800" cy="118539"/>
          </a:xfrm>
        </p:grpSpPr>
        <p:sp>
          <p:nvSpPr>
            <p:cNvPr id="1341" name="Google Shape;1341;g35251cc313b_0_989"/>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1342" name="Google Shape;1342;g35251cc313b_0_989"/>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343" name="Google Shape;1343;g35251cc313b_0_989"/>
          <p:cNvGrpSpPr/>
          <p:nvPr/>
        </p:nvGrpSpPr>
        <p:grpSpPr>
          <a:xfrm rot="5400000">
            <a:off x="5183252" y="2469295"/>
            <a:ext cx="1404925" cy="204895"/>
            <a:chOff x="0" y="-47625"/>
            <a:chExt cx="812800" cy="118539"/>
          </a:xfrm>
        </p:grpSpPr>
        <p:sp>
          <p:nvSpPr>
            <p:cNvPr id="1344" name="Google Shape;1344;g35251cc313b_0_989"/>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1345" name="Google Shape;1345;g35251cc313b_0_989"/>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346" name="Google Shape;1346;g35251cc313b_0_989"/>
          <p:cNvGrpSpPr/>
          <p:nvPr/>
        </p:nvGrpSpPr>
        <p:grpSpPr>
          <a:xfrm rot="5400000">
            <a:off x="7907060" y="2469295"/>
            <a:ext cx="1404925" cy="204895"/>
            <a:chOff x="0" y="-47625"/>
            <a:chExt cx="812800" cy="118539"/>
          </a:xfrm>
        </p:grpSpPr>
        <p:sp>
          <p:nvSpPr>
            <p:cNvPr id="1347" name="Google Shape;1347;g35251cc313b_0_989"/>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1348" name="Google Shape;1348;g35251cc313b_0_989"/>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349" name="Google Shape;1349;g35251cc313b_0_989"/>
          <p:cNvGrpSpPr/>
          <p:nvPr/>
        </p:nvGrpSpPr>
        <p:grpSpPr>
          <a:xfrm>
            <a:off x="6540232" y="4360156"/>
            <a:ext cx="1404925" cy="204907"/>
            <a:chOff x="0" y="-47625"/>
            <a:chExt cx="812800" cy="118539"/>
          </a:xfrm>
        </p:grpSpPr>
        <p:sp>
          <p:nvSpPr>
            <p:cNvPr id="1350" name="Google Shape;1350;g35251cc313b_0_989"/>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1351" name="Google Shape;1351;g35251cc313b_0_989"/>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352" name="Google Shape;1352;g35251cc313b_0_989"/>
          <p:cNvGrpSpPr/>
          <p:nvPr/>
        </p:nvGrpSpPr>
        <p:grpSpPr>
          <a:xfrm>
            <a:off x="391960" y="3509079"/>
            <a:ext cx="2772000" cy="995004"/>
            <a:chOff x="0" y="-47625"/>
            <a:chExt cx="1460100" cy="524100"/>
          </a:xfrm>
        </p:grpSpPr>
        <p:sp>
          <p:nvSpPr>
            <p:cNvPr id="1353" name="Google Shape;1353;g35251cc313b_0_989"/>
            <p:cNvSpPr/>
            <p:nvPr/>
          </p:nvSpPr>
          <p:spPr>
            <a:xfrm>
              <a:off x="0" y="0"/>
              <a:ext cx="1460038" cy="476325"/>
            </a:xfrm>
            <a:custGeom>
              <a:rect b="b" l="l" r="r" t="t"/>
              <a:pathLst>
                <a:path extrusionOk="0" h="476325" w="1460038">
                  <a:moveTo>
                    <a:pt x="0" y="0"/>
                  </a:moveTo>
                  <a:lnTo>
                    <a:pt x="1460038" y="0"/>
                  </a:lnTo>
                  <a:lnTo>
                    <a:pt x="1460038" y="476325"/>
                  </a:lnTo>
                  <a:lnTo>
                    <a:pt x="0" y="476325"/>
                  </a:lnTo>
                  <a:close/>
                </a:path>
              </a:pathLst>
            </a:custGeom>
            <a:solidFill>
              <a:srgbClr val="000000">
                <a:alpha val="0"/>
              </a:srgbClr>
            </a:solidFill>
            <a:ln cap="sq" cmpd="sng" w="38100">
              <a:solidFill>
                <a:srgbClr val="5CE1E6"/>
              </a:solidFill>
              <a:prstDash val="solid"/>
              <a:miter lim="8000"/>
              <a:headEnd len="sm" w="sm" type="none"/>
              <a:tailEnd len="sm" w="sm" type="none"/>
            </a:ln>
          </p:spPr>
        </p:sp>
        <p:sp>
          <p:nvSpPr>
            <p:cNvPr id="1354" name="Google Shape;1354;g35251cc313b_0_989"/>
            <p:cNvSpPr txBox="1"/>
            <p:nvPr/>
          </p:nvSpPr>
          <p:spPr>
            <a:xfrm>
              <a:off x="0" y="-47625"/>
              <a:ext cx="1460100" cy="5241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355" name="Google Shape;1355;g35251cc313b_0_989"/>
          <p:cNvGrpSpPr/>
          <p:nvPr/>
        </p:nvGrpSpPr>
        <p:grpSpPr>
          <a:xfrm>
            <a:off x="453154" y="3570368"/>
            <a:ext cx="2772000" cy="995004"/>
            <a:chOff x="0" y="-47625"/>
            <a:chExt cx="1460100" cy="524100"/>
          </a:xfrm>
        </p:grpSpPr>
        <p:sp>
          <p:nvSpPr>
            <p:cNvPr id="1356" name="Google Shape;1356;g35251cc313b_0_989"/>
            <p:cNvSpPr/>
            <p:nvPr/>
          </p:nvSpPr>
          <p:spPr>
            <a:xfrm>
              <a:off x="0" y="0"/>
              <a:ext cx="1460038" cy="476325"/>
            </a:xfrm>
            <a:custGeom>
              <a:rect b="b" l="l" r="r" t="t"/>
              <a:pathLst>
                <a:path extrusionOk="0" h="476325" w="1460038">
                  <a:moveTo>
                    <a:pt x="0" y="0"/>
                  </a:moveTo>
                  <a:lnTo>
                    <a:pt x="1460038" y="0"/>
                  </a:lnTo>
                  <a:lnTo>
                    <a:pt x="1460038" y="476325"/>
                  </a:lnTo>
                  <a:lnTo>
                    <a:pt x="0" y="476325"/>
                  </a:lnTo>
                  <a:close/>
                </a:path>
              </a:pathLst>
            </a:custGeom>
            <a:solidFill>
              <a:srgbClr val="000000">
                <a:alpha val="0"/>
              </a:srgbClr>
            </a:solidFill>
            <a:ln cap="sq" cmpd="sng" w="38100">
              <a:solidFill>
                <a:srgbClr val="06D59F"/>
              </a:solidFill>
              <a:prstDash val="solid"/>
              <a:miter lim="8000"/>
              <a:headEnd len="sm" w="sm" type="none"/>
              <a:tailEnd len="sm" w="sm" type="none"/>
            </a:ln>
          </p:spPr>
        </p:sp>
        <p:sp>
          <p:nvSpPr>
            <p:cNvPr id="1357" name="Google Shape;1357;g35251cc313b_0_989"/>
            <p:cNvSpPr txBox="1"/>
            <p:nvPr/>
          </p:nvSpPr>
          <p:spPr>
            <a:xfrm>
              <a:off x="0" y="-47625"/>
              <a:ext cx="1460100" cy="5241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358" name="Google Shape;1358;g35251cc313b_0_989"/>
          <p:cNvSpPr txBox="1"/>
          <p:nvPr/>
        </p:nvSpPr>
        <p:spPr>
          <a:xfrm>
            <a:off x="514350" y="3751637"/>
            <a:ext cx="2649300" cy="692700"/>
          </a:xfrm>
          <a:prstGeom prst="rect">
            <a:avLst/>
          </a:prstGeom>
          <a:noFill/>
          <a:ln>
            <a:noFill/>
          </a:ln>
        </p:spPr>
        <p:txBody>
          <a:bodyPr anchorCtr="0" anchor="t" bIns="0" lIns="0" spcFirstLastPara="1" rIns="0" wrap="square" tIns="0">
            <a:spAutoFit/>
          </a:bodyPr>
          <a:lstStyle/>
          <a:p>
            <a:pPr indent="0" lvl="0" marL="0" marR="0" rtl="0" algn="l">
              <a:lnSpc>
                <a:spcPct val="119997"/>
              </a:lnSpc>
              <a:spcBef>
                <a:spcPts val="0"/>
              </a:spcBef>
              <a:spcAft>
                <a:spcPts val="0"/>
              </a:spcAft>
              <a:buNone/>
            </a:pPr>
            <a:r>
              <a:rPr lang="en" sz="4500">
                <a:solidFill>
                  <a:srgbClr val="FFFFFF"/>
                </a:solidFill>
                <a:latin typeface="Teko"/>
                <a:ea typeface="Teko"/>
                <a:cs typeface="Teko"/>
                <a:sym typeface="Teko"/>
              </a:rPr>
              <a:t>WomenCISO</a:t>
            </a:r>
            <a:endParaRPr sz="700"/>
          </a:p>
        </p:txBody>
      </p:sp>
      <p:sp>
        <p:nvSpPr>
          <p:cNvPr id="1359" name="Google Shape;1359;g35251cc313b_0_989"/>
          <p:cNvSpPr/>
          <p:nvPr/>
        </p:nvSpPr>
        <p:spPr>
          <a:xfrm>
            <a:off x="4407016" y="104363"/>
            <a:ext cx="734775" cy="736113"/>
          </a:xfrm>
          <a:custGeom>
            <a:rect b="b" l="l" r="r" t="t"/>
            <a:pathLst>
              <a:path extrusionOk="0" h="1472226" w="1469549">
                <a:moveTo>
                  <a:pt x="0" y="0"/>
                </a:moveTo>
                <a:lnTo>
                  <a:pt x="1469549" y="0"/>
                </a:lnTo>
                <a:lnTo>
                  <a:pt x="1469549" y="1472226"/>
                </a:lnTo>
                <a:lnTo>
                  <a:pt x="0" y="1472226"/>
                </a:lnTo>
                <a:lnTo>
                  <a:pt x="0" y="0"/>
                </a:lnTo>
                <a:close/>
              </a:path>
            </a:pathLst>
          </a:custGeom>
          <a:blipFill rotWithShape="1">
            <a:blip r:embed="rId4">
              <a:alphaModFix/>
            </a:blip>
            <a:stretch>
              <a:fillRect b="0" l="0" r="0" t="0"/>
            </a:stretch>
          </a:blipFill>
          <a:ln>
            <a:noFill/>
          </a:ln>
        </p:spPr>
      </p:sp>
      <p:pic>
        <p:nvPicPr>
          <p:cNvPr id="1360" name="Google Shape;1360;g35251cc313b_0_989"/>
          <p:cNvPicPr preferRelativeResize="0"/>
          <p:nvPr/>
        </p:nvPicPr>
        <p:blipFill>
          <a:blip r:embed="rId5">
            <a:alphaModFix/>
          </a:blip>
          <a:stretch>
            <a:fillRect/>
          </a:stretch>
        </p:blipFill>
        <p:spPr>
          <a:xfrm>
            <a:off x="3794461" y="3405212"/>
            <a:ext cx="2316328" cy="1202438"/>
          </a:xfrm>
          <a:prstGeom prst="rect">
            <a:avLst/>
          </a:prstGeom>
          <a:noFill/>
          <a:ln>
            <a:noFill/>
          </a:ln>
        </p:spPr>
      </p:pic>
      <p:pic>
        <p:nvPicPr>
          <p:cNvPr id="1361" name="Google Shape;1361;g35251cc313b_0_989"/>
          <p:cNvPicPr preferRelativeResize="0"/>
          <p:nvPr/>
        </p:nvPicPr>
        <p:blipFill>
          <a:blip r:embed="rId6">
            <a:alphaModFix/>
          </a:blip>
          <a:stretch>
            <a:fillRect/>
          </a:stretch>
        </p:blipFill>
        <p:spPr>
          <a:xfrm>
            <a:off x="6115700" y="838775"/>
            <a:ext cx="2263826" cy="3383633"/>
          </a:xfrm>
          <a:prstGeom prst="rect">
            <a:avLst/>
          </a:prstGeom>
          <a:noFill/>
          <a:ln>
            <a:noFill/>
          </a:ln>
        </p:spPr>
      </p:pic>
      <p:pic>
        <p:nvPicPr>
          <p:cNvPr id="1362" name="Google Shape;1362;g35251cc313b_0_989"/>
          <p:cNvPicPr preferRelativeResize="0"/>
          <p:nvPr/>
        </p:nvPicPr>
        <p:blipFill>
          <a:blip r:embed="rId7">
            <a:alphaModFix/>
          </a:blip>
          <a:stretch>
            <a:fillRect/>
          </a:stretch>
        </p:blipFill>
        <p:spPr>
          <a:xfrm>
            <a:off x="160400" y="777225"/>
            <a:ext cx="565550" cy="2618697"/>
          </a:xfrm>
          <a:prstGeom prst="rect">
            <a:avLst/>
          </a:prstGeom>
          <a:noFill/>
          <a:ln>
            <a:noFill/>
          </a:ln>
        </p:spPr>
      </p:pic>
      <p:pic>
        <p:nvPicPr>
          <p:cNvPr id="1363" name="Google Shape;1363;g35251cc313b_0_989"/>
          <p:cNvPicPr preferRelativeResize="0"/>
          <p:nvPr/>
        </p:nvPicPr>
        <p:blipFill>
          <a:blip r:embed="rId8">
            <a:alphaModFix/>
          </a:blip>
          <a:stretch>
            <a:fillRect/>
          </a:stretch>
        </p:blipFill>
        <p:spPr>
          <a:xfrm>
            <a:off x="5437987" y="257056"/>
            <a:ext cx="3536907" cy="4547026"/>
          </a:xfrm>
          <a:prstGeom prst="rect">
            <a:avLst/>
          </a:prstGeom>
          <a:noFill/>
          <a:ln>
            <a:noFill/>
          </a:ln>
        </p:spPr>
      </p:pic>
      <p:pic>
        <p:nvPicPr>
          <p:cNvPr id="1364" name="Google Shape;1364;g35251cc313b_0_989"/>
          <p:cNvPicPr preferRelativeResize="0"/>
          <p:nvPr/>
        </p:nvPicPr>
        <p:blipFill rotWithShape="1">
          <a:blip r:embed="rId9">
            <a:alphaModFix/>
          </a:blip>
          <a:srcRect b="0" l="0" r="0" t="0"/>
          <a:stretch/>
        </p:blipFill>
        <p:spPr>
          <a:xfrm>
            <a:off x="391950" y="975950"/>
            <a:ext cx="5133374" cy="2221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368" name="Shape 1368"/>
        <p:cNvGrpSpPr/>
        <p:nvPr/>
      </p:nvGrpSpPr>
      <p:grpSpPr>
        <a:xfrm>
          <a:off x="0" y="0"/>
          <a:ext cx="0" cy="0"/>
          <a:chOff x="0" y="0"/>
          <a:chExt cx="0" cy="0"/>
        </a:xfrm>
      </p:grpSpPr>
      <p:pic>
        <p:nvPicPr>
          <p:cNvPr id="1369" name="Google Shape;1369;g35251cc313b_0_1885"/>
          <p:cNvPicPr preferRelativeResize="0"/>
          <p:nvPr/>
        </p:nvPicPr>
        <p:blipFill>
          <a:blip r:embed="rId3">
            <a:alphaModFix/>
          </a:blip>
          <a:stretch>
            <a:fillRect/>
          </a:stretch>
        </p:blipFill>
        <p:spPr>
          <a:xfrm>
            <a:off x="5399237" y="272925"/>
            <a:ext cx="3544302" cy="4556525"/>
          </a:xfrm>
          <a:prstGeom prst="rect">
            <a:avLst/>
          </a:prstGeom>
          <a:noFill/>
          <a:ln>
            <a:noFill/>
          </a:ln>
        </p:spPr>
      </p:pic>
      <p:sp>
        <p:nvSpPr>
          <p:cNvPr id="1370" name="Google Shape;1370;g35251cc313b_0_1885"/>
          <p:cNvSpPr txBox="1"/>
          <p:nvPr/>
        </p:nvSpPr>
        <p:spPr>
          <a:xfrm>
            <a:off x="333836" y="82015"/>
            <a:ext cx="3689100" cy="9234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 sz="6000">
                <a:solidFill>
                  <a:srgbClr val="FFFFFF"/>
                </a:solidFill>
                <a:latin typeface="Teko"/>
                <a:ea typeface="Teko"/>
                <a:cs typeface="Teko"/>
                <a:sym typeface="Teko"/>
              </a:rPr>
              <a:t>ABOUT ME:</a:t>
            </a:r>
            <a:endParaRPr sz="700"/>
          </a:p>
        </p:txBody>
      </p:sp>
      <p:sp>
        <p:nvSpPr>
          <p:cNvPr id="1371" name="Google Shape;1371;g35251cc313b_0_1885"/>
          <p:cNvSpPr/>
          <p:nvPr/>
        </p:nvSpPr>
        <p:spPr>
          <a:xfrm>
            <a:off x="149436" y="171199"/>
            <a:ext cx="3641238" cy="865269"/>
          </a:xfrm>
          <a:custGeom>
            <a:rect b="b" l="l" r="r" t="t"/>
            <a:pathLst>
              <a:path extrusionOk="0" h="456005" w="1918966">
                <a:moveTo>
                  <a:pt x="0" y="0"/>
                </a:moveTo>
                <a:lnTo>
                  <a:pt x="1918966" y="0"/>
                </a:lnTo>
                <a:lnTo>
                  <a:pt x="1918966" y="456005"/>
                </a:lnTo>
                <a:lnTo>
                  <a:pt x="0" y="456005"/>
                </a:lnTo>
                <a:close/>
              </a:path>
            </a:pathLst>
          </a:custGeom>
          <a:solidFill>
            <a:srgbClr val="000000">
              <a:alpha val="0"/>
            </a:srgbClr>
          </a:solidFill>
          <a:ln cap="sq" cmpd="sng" w="38100">
            <a:solidFill>
              <a:srgbClr val="06D59F"/>
            </a:solidFill>
            <a:prstDash val="solid"/>
            <a:miter lim="8000"/>
            <a:headEnd len="sm" w="sm" type="none"/>
            <a:tailEnd len="sm" w="sm" type="none"/>
          </a:ln>
        </p:spPr>
      </p:sp>
      <p:grpSp>
        <p:nvGrpSpPr>
          <p:cNvPr id="1372" name="Google Shape;1372;g35251cc313b_0_1885"/>
          <p:cNvGrpSpPr/>
          <p:nvPr/>
        </p:nvGrpSpPr>
        <p:grpSpPr>
          <a:xfrm rot="5400000">
            <a:off x="5423789" y="2480835"/>
            <a:ext cx="1404925" cy="204895"/>
            <a:chOff x="0" y="-47625"/>
            <a:chExt cx="812800" cy="118539"/>
          </a:xfrm>
        </p:grpSpPr>
        <p:sp>
          <p:nvSpPr>
            <p:cNvPr id="1373" name="Google Shape;1373;g35251cc313b_0_1885"/>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1374" name="Google Shape;1374;g35251cc313b_0_1885"/>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375" name="Google Shape;1375;g35251cc313b_0_1885"/>
          <p:cNvGrpSpPr/>
          <p:nvPr/>
        </p:nvGrpSpPr>
        <p:grpSpPr>
          <a:xfrm rot="5400000">
            <a:off x="8029637" y="2480835"/>
            <a:ext cx="1404925" cy="204895"/>
            <a:chOff x="0" y="-47625"/>
            <a:chExt cx="812800" cy="118539"/>
          </a:xfrm>
        </p:grpSpPr>
        <p:sp>
          <p:nvSpPr>
            <p:cNvPr id="1376" name="Google Shape;1376;g35251cc313b_0_1885"/>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1377" name="Google Shape;1377;g35251cc313b_0_1885"/>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378" name="Google Shape;1378;g35251cc313b_0_1885"/>
          <p:cNvSpPr/>
          <p:nvPr/>
        </p:nvSpPr>
        <p:spPr>
          <a:xfrm>
            <a:off x="250153" y="248592"/>
            <a:ext cx="3641238" cy="865269"/>
          </a:xfrm>
          <a:custGeom>
            <a:rect b="b" l="l" r="r" t="t"/>
            <a:pathLst>
              <a:path extrusionOk="0" h="456005" w="1918966">
                <a:moveTo>
                  <a:pt x="0" y="0"/>
                </a:moveTo>
                <a:lnTo>
                  <a:pt x="1918966" y="0"/>
                </a:lnTo>
                <a:lnTo>
                  <a:pt x="1918966" y="456005"/>
                </a:lnTo>
                <a:lnTo>
                  <a:pt x="0" y="456005"/>
                </a:lnTo>
                <a:close/>
              </a:path>
            </a:pathLst>
          </a:custGeom>
          <a:solidFill>
            <a:srgbClr val="000000">
              <a:alpha val="0"/>
            </a:srgbClr>
          </a:solidFill>
          <a:ln cap="sq" cmpd="sng" w="38100">
            <a:solidFill>
              <a:srgbClr val="5CE1E6"/>
            </a:solidFill>
            <a:prstDash val="solid"/>
            <a:miter lim="8000"/>
            <a:headEnd len="sm" w="sm" type="none"/>
            <a:tailEnd len="sm" w="sm" type="none"/>
          </a:ln>
        </p:spPr>
      </p:sp>
      <p:sp>
        <p:nvSpPr>
          <p:cNvPr id="1379" name="Google Shape;1379;g35251cc313b_0_1885"/>
          <p:cNvSpPr/>
          <p:nvPr/>
        </p:nvSpPr>
        <p:spPr>
          <a:xfrm>
            <a:off x="4979599" y="687457"/>
            <a:ext cx="734775" cy="736113"/>
          </a:xfrm>
          <a:custGeom>
            <a:rect b="b" l="l" r="r" t="t"/>
            <a:pathLst>
              <a:path extrusionOk="0" h="1472226" w="1469549">
                <a:moveTo>
                  <a:pt x="0" y="0"/>
                </a:moveTo>
                <a:lnTo>
                  <a:pt x="1469549" y="0"/>
                </a:lnTo>
                <a:lnTo>
                  <a:pt x="1469549" y="1472226"/>
                </a:lnTo>
                <a:lnTo>
                  <a:pt x="0" y="1472226"/>
                </a:lnTo>
                <a:lnTo>
                  <a:pt x="0" y="0"/>
                </a:lnTo>
                <a:close/>
              </a:path>
            </a:pathLst>
          </a:custGeom>
          <a:blipFill rotWithShape="1">
            <a:blip r:embed="rId4">
              <a:alphaModFix/>
            </a:blip>
            <a:stretch>
              <a:fillRect b="0" l="0" r="0" t="0"/>
            </a:stretch>
          </a:blipFill>
          <a:ln>
            <a:noFill/>
          </a:ln>
        </p:spPr>
      </p:sp>
      <p:pic>
        <p:nvPicPr>
          <p:cNvPr id="1380" name="Google Shape;1380;g35251cc313b_0_1885"/>
          <p:cNvPicPr preferRelativeResize="0"/>
          <p:nvPr/>
        </p:nvPicPr>
        <p:blipFill>
          <a:blip r:embed="rId5">
            <a:alphaModFix/>
          </a:blip>
          <a:stretch>
            <a:fillRect/>
          </a:stretch>
        </p:blipFill>
        <p:spPr>
          <a:xfrm>
            <a:off x="6902633" y="-195512"/>
            <a:ext cx="3658938" cy="771425"/>
          </a:xfrm>
          <a:prstGeom prst="rect">
            <a:avLst/>
          </a:prstGeom>
          <a:noFill/>
          <a:ln>
            <a:noFill/>
          </a:ln>
        </p:spPr>
      </p:pic>
      <p:pic>
        <p:nvPicPr>
          <p:cNvPr id="1381" name="Google Shape;1381;g35251cc313b_0_1885"/>
          <p:cNvPicPr preferRelativeResize="0"/>
          <p:nvPr/>
        </p:nvPicPr>
        <p:blipFill>
          <a:blip r:embed="rId6">
            <a:alphaModFix/>
          </a:blip>
          <a:stretch>
            <a:fillRect/>
          </a:stretch>
        </p:blipFill>
        <p:spPr>
          <a:xfrm>
            <a:off x="6122075" y="687462"/>
            <a:ext cx="2503126" cy="3741085"/>
          </a:xfrm>
          <a:prstGeom prst="rect">
            <a:avLst/>
          </a:prstGeom>
          <a:noFill/>
          <a:ln>
            <a:noFill/>
          </a:ln>
        </p:spPr>
      </p:pic>
      <p:sp>
        <p:nvSpPr>
          <p:cNvPr id="1382" name="Google Shape;1382;g35251cc313b_0_1885"/>
          <p:cNvSpPr txBox="1"/>
          <p:nvPr/>
        </p:nvSpPr>
        <p:spPr>
          <a:xfrm>
            <a:off x="6006345" y="4423607"/>
            <a:ext cx="3000000" cy="37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rPr lang="en" sz="1250">
                <a:solidFill>
                  <a:schemeClr val="lt1"/>
                </a:solidFill>
                <a:latin typeface="Verdana"/>
                <a:ea typeface="Verdana"/>
                <a:cs typeface="Verdana"/>
                <a:sym typeface="Verdana"/>
              </a:rPr>
              <a:t>        </a:t>
            </a:r>
            <a:r>
              <a:rPr lang="en" sz="1250" u="sng">
                <a:solidFill>
                  <a:schemeClr val="hlink"/>
                </a:solidFill>
                <a:latin typeface="Verdana"/>
                <a:ea typeface="Verdana"/>
                <a:cs typeface="Verdana"/>
                <a:sym typeface="Verdana"/>
                <a:hlinkClick r:id="rId7"/>
              </a:rPr>
              <a:t>x.com/anakinswal</a:t>
            </a:r>
            <a:r>
              <a:rPr lang="en" sz="1250">
                <a:solidFill>
                  <a:schemeClr val="lt1"/>
                </a:solidFill>
                <a:latin typeface="Verdana"/>
                <a:ea typeface="Verdana"/>
                <a:cs typeface="Verdana"/>
                <a:sym typeface="Verdana"/>
              </a:rPr>
              <a:t> </a:t>
            </a:r>
            <a:endParaRPr sz="1100">
              <a:solidFill>
                <a:schemeClr val="lt1"/>
              </a:solidFill>
              <a:latin typeface="Montserrat"/>
              <a:ea typeface="Montserrat"/>
              <a:cs typeface="Montserrat"/>
              <a:sym typeface="Montserrat"/>
            </a:endParaRPr>
          </a:p>
        </p:txBody>
      </p:sp>
      <p:pic>
        <p:nvPicPr>
          <p:cNvPr id="1383" name="Google Shape;1383;g35251cc313b_0_1885" title="DavidGPT2.png"/>
          <p:cNvPicPr preferRelativeResize="0"/>
          <p:nvPr/>
        </p:nvPicPr>
        <p:blipFill>
          <a:blip r:embed="rId8">
            <a:alphaModFix/>
          </a:blip>
          <a:stretch>
            <a:fillRect/>
          </a:stretch>
        </p:blipFill>
        <p:spPr>
          <a:xfrm>
            <a:off x="6310962" y="905963"/>
            <a:ext cx="2236426" cy="3354651"/>
          </a:xfrm>
          <a:prstGeom prst="rect">
            <a:avLst/>
          </a:prstGeom>
          <a:noFill/>
          <a:ln>
            <a:noFill/>
          </a:ln>
        </p:spPr>
      </p:pic>
      <p:sp>
        <p:nvSpPr>
          <p:cNvPr id="1384" name="Google Shape;1384;g35251cc313b_0_1885"/>
          <p:cNvSpPr txBox="1"/>
          <p:nvPr/>
        </p:nvSpPr>
        <p:spPr>
          <a:xfrm>
            <a:off x="-93857" y="1255350"/>
            <a:ext cx="5635500" cy="363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t/>
            </a:r>
            <a:endParaRPr sz="1100">
              <a:solidFill>
                <a:srgbClr val="FFFFFF"/>
              </a:solidFill>
            </a:endParaRPr>
          </a:p>
          <a:p>
            <a:pPr indent="-298450" lvl="0" marL="457200" marR="0" rtl="0" algn="l">
              <a:lnSpc>
                <a:spcPct val="115000"/>
              </a:lnSpc>
              <a:spcBef>
                <a:spcPts val="0"/>
              </a:spcBef>
              <a:spcAft>
                <a:spcPts val="0"/>
              </a:spcAft>
              <a:buClr>
                <a:srgbClr val="FFFFFF"/>
              </a:buClr>
              <a:buSzPts val="1100"/>
              <a:buChar char="●"/>
            </a:pPr>
            <a:r>
              <a:rPr lang="en" sz="1100">
                <a:solidFill>
                  <a:srgbClr val="FFFFFF"/>
                </a:solidFill>
              </a:rPr>
              <a:t>Apasionado por la Ciberseguridad, fighting Cybercriminals since 2014.</a:t>
            </a:r>
            <a:endParaRPr sz="1100">
              <a:solidFill>
                <a:srgbClr val="FFFFFF"/>
              </a:solidFill>
            </a:endParaRPr>
          </a:p>
        </p:txBody>
      </p:sp>
      <p:sp>
        <p:nvSpPr>
          <p:cNvPr id="1385" name="Google Shape;1385;g35251cc313b_0_1885"/>
          <p:cNvSpPr txBox="1"/>
          <p:nvPr/>
        </p:nvSpPr>
        <p:spPr>
          <a:xfrm>
            <a:off x="-77147" y="1611285"/>
            <a:ext cx="5635500" cy="363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t/>
            </a:r>
            <a:endParaRPr sz="1100">
              <a:solidFill>
                <a:srgbClr val="FFFFFF"/>
              </a:solidFill>
            </a:endParaRPr>
          </a:p>
          <a:p>
            <a:pPr indent="-298450" lvl="0" marL="457200" rtl="0" algn="l">
              <a:lnSpc>
                <a:spcPct val="115000"/>
              </a:lnSpc>
              <a:spcBef>
                <a:spcPts val="0"/>
              </a:spcBef>
              <a:spcAft>
                <a:spcPts val="0"/>
              </a:spcAft>
              <a:buClr>
                <a:schemeClr val="lt1"/>
              </a:buClr>
              <a:buSzPts val="1100"/>
              <a:buChar char="●"/>
            </a:pPr>
            <a:r>
              <a:rPr lang="en" sz="1100">
                <a:solidFill>
                  <a:schemeClr val="lt1"/>
                </a:solidFill>
              </a:rPr>
              <a:t>Star Wars Fan (Siempre del lado correcto de la fuerza).</a:t>
            </a:r>
            <a:endParaRPr sz="1100">
              <a:solidFill>
                <a:srgbClr val="FFFFFF"/>
              </a:solidFill>
            </a:endParaRPr>
          </a:p>
        </p:txBody>
      </p:sp>
      <p:pic>
        <p:nvPicPr>
          <p:cNvPr id="1386" name="Google Shape;1386;g35251cc313b_0_1885" title="darth.jpg"/>
          <p:cNvPicPr preferRelativeResize="0"/>
          <p:nvPr/>
        </p:nvPicPr>
        <p:blipFill>
          <a:blip r:embed="rId9">
            <a:alphaModFix/>
          </a:blip>
          <a:stretch>
            <a:fillRect/>
          </a:stretch>
        </p:blipFill>
        <p:spPr>
          <a:xfrm>
            <a:off x="432250" y="2072485"/>
            <a:ext cx="3214492" cy="2453165"/>
          </a:xfrm>
          <a:prstGeom prst="rect">
            <a:avLst/>
          </a:prstGeom>
          <a:noFill/>
          <a:ln>
            <a:noFill/>
          </a:ln>
        </p:spPr>
      </p:pic>
      <p:sp>
        <p:nvSpPr>
          <p:cNvPr id="1387" name="Google Shape;1387;g35251cc313b_0_1885"/>
          <p:cNvSpPr txBox="1"/>
          <p:nvPr/>
        </p:nvSpPr>
        <p:spPr>
          <a:xfrm>
            <a:off x="-73158" y="1912096"/>
            <a:ext cx="5635500" cy="558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t/>
            </a:r>
            <a:endParaRPr sz="1100">
              <a:solidFill>
                <a:srgbClr val="FFFFFF"/>
              </a:solidFill>
            </a:endParaRPr>
          </a:p>
          <a:p>
            <a:pPr indent="-298450" lvl="0" marL="457200" rtl="0" algn="l">
              <a:lnSpc>
                <a:spcPct val="115000"/>
              </a:lnSpc>
              <a:spcBef>
                <a:spcPts val="0"/>
              </a:spcBef>
              <a:spcAft>
                <a:spcPts val="0"/>
              </a:spcAft>
              <a:buClr>
                <a:schemeClr val="lt1"/>
              </a:buClr>
              <a:buSzPts val="1100"/>
              <a:buChar char="●"/>
            </a:pPr>
            <a:r>
              <a:rPr lang="en" sz="1100" u="sng">
                <a:solidFill>
                  <a:schemeClr val="lt1"/>
                </a:solidFill>
              </a:rPr>
              <a:t>Temas que sigo:</a:t>
            </a:r>
            <a:r>
              <a:rPr lang="en" sz="1100">
                <a:solidFill>
                  <a:schemeClr val="lt1"/>
                </a:solidFill>
              </a:rPr>
              <a:t> Threat Intelligence / Ingenieria Social / Ransomware.</a:t>
            </a:r>
            <a:endParaRPr sz="1100">
              <a:solidFill>
                <a:schemeClr val="lt1"/>
              </a:solidFill>
            </a:endParaRPr>
          </a:p>
          <a:p>
            <a:pPr indent="0" lvl="0" marL="0" rtl="0" algn="l">
              <a:lnSpc>
                <a:spcPct val="115000"/>
              </a:lnSpc>
              <a:spcBef>
                <a:spcPts val="0"/>
              </a:spcBef>
              <a:spcAft>
                <a:spcPts val="0"/>
              </a:spcAft>
              <a:buNone/>
            </a:pPr>
            <a:r>
              <a:t/>
            </a:r>
            <a:endParaRPr sz="1100">
              <a:solidFill>
                <a:schemeClr val="lt1"/>
              </a:solidFill>
            </a:endParaRPr>
          </a:p>
        </p:txBody>
      </p:sp>
      <p:sp>
        <p:nvSpPr>
          <p:cNvPr id="1388" name="Google Shape;1388;g35251cc313b_0_1885"/>
          <p:cNvSpPr txBox="1"/>
          <p:nvPr/>
        </p:nvSpPr>
        <p:spPr>
          <a:xfrm>
            <a:off x="-64929" y="2234109"/>
            <a:ext cx="5635500" cy="558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t/>
            </a:r>
            <a:endParaRPr sz="1100">
              <a:solidFill>
                <a:srgbClr val="FFFFFF"/>
              </a:solidFill>
            </a:endParaRPr>
          </a:p>
          <a:p>
            <a:pPr indent="-298450" lvl="0" marL="457200" rtl="0" algn="l">
              <a:lnSpc>
                <a:spcPct val="115000"/>
              </a:lnSpc>
              <a:spcBef>
                <a:spcPts val="0"/>
              </a:spcBef>
              <a:spcAft>
                <a:spcPts val="0"/>
              </a:spcAft>
              <a:buClr>
                <a:schemeClr val="lt1"/>
              </a:buClr>
              <a:buSzPts val="1100"/>
              <a:buChar char="●"/>
            </a:pPr>
            <a:r>
              <a:rPr lang="en" sz="1100" u="sng">
                <a:solidFill>
                  <a:schemeClr val="lt1"/>
                </a:solidFill>
              </a:rPr>
              <a:t>Roles en los que me desempeñe:</a:t>
            </a:r>
            <a:endParaRPr sz="1100">
              <a:solidFill>
                <a:schemeClr val="lt1"/>
              </a:solidFill>
            </a:endParaRPr>
          </a:p>
          <a:p>
            <a:pPr indent="0" lvl="0" marL="0" rtl="0" algn="l">
              <a:lnSpc>
                <a:spcPct val="115000"/>
              </a:lnSpc>
              <a:spcBef>
                <a:spcPts val="0"/>
              </a:spcBef>
              <a:spcAft>
                <a:spcPts val="0"/>
              </a:spcAft>
              <a:buNone/>
            </a:pPr>
            <a:r>
              <a:t/>
            </a:r>
            <a:endParaRPr sz="1100">
              <a:solidFill>
                <a:schemeClr val="lt1"/>
              </a:solidFill>
            </a:endParaRPr>
          </a:p>
        </p:txBody>
      </p:sp>
      <p:sp>
        <p:nvSpPr>
          <p:cNvPr id="1389" name="Google Shape;1389;g35251cc313b_0_1885"/>
          <p:cNvSpPr txBox="1"/>
          <p:nvPr/>
        </p:nvSpPr>
        <p:spPr>
          <a:xfrm>
            <a:off x="432246" y="2497628"/>
            <a:ext cx="5635500" cy="558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t/>
            </a: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 sz="1100">
                <a:solidFill>
                  <a:schemeClr val="lt1"/>
                </a:solidFill>
              </a:rPr>
              <a:t>Analista Icia Criminal</a:t>
            </a:r>
            <a:endParaRPr sz="1100">
              <a:solidFill>
                <a:schemeClr val="lt1"/>
              </a:solidFill>
            </a:endParaRPr>
          </a:p>
          <a:p>
            <a:pPr indent="0" lvl="0" marL="0" rtl="0" algn="l">
              <a:lnSpc>
                <a:spcPct val="115000"/>
              </a:lnSpc>
              <a:spcBef>
                <a:spcPts val="0"/>
              </a:spcBef>
              <a:spcAft>
                <a:spcPts val="0"/>
              </a:spcAft>
              <a:buNone/>
            </a:pPr>
            <a:r>
              <a:t/>
            </a:r>
            <a:endParaRPr sz="1100">
              <a:solidFill>
                <a:schemeClr val="lt1"/>
              </a:solidFill>
            </a:endParaRPr>
          </a:p>
        </p:txBody>
      </p:sp>
      <p:sp>
        <p:nvSpPr>
          <p:cNvPr id="1390" name="Google Shape;1390;g35251cc313b_0_1885"/>
          <p:cNvSpPr txBox="1"/>
          <p:nvPr/>
        </p:nvSpPr>
        <p:spPr>
          <a:xfrm>
            <a:off x="436235" y="2696672"/>
            <a:ext cx="5635500" cy="753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t/>
            </a: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 sz="1100">
                <a:solidFill>
                  <a:schemeClr val="lt1"/>
                </a:solidFill>
              </a:rPr>
              <a:t>Soc Analyst (L1,L2,Team Leader)</a:t>
            </a:r>
            <a:endParaRPr sz="1100">
              <a:solidFill>
                <a:schemeClr val="lt1"/>
              </a:solidFill>
            </a:endParaRPr>
          </a:p>
          <a:p>
            <a:pPr indent="0" lvl="0" marL="0" rtl="0" algn="l">
              <a:lnSpc>
                <a:spcPct val="115000"/>
              </a:lnSpc>
              <a:spcBef>
                <a:spcPts val="0"/>
              </a:spcBef>
              <a:spcAft>
                <a:spcPts val="0"/>
              </a:spcAft>
              <a:buNone/>
            </a:pPr>
            <a:r>
              <a:t/>
            </a:r>
            <a:endParaRPr sz="1100">
              <a:solidFill>
                <a:schemeClr val="lt1"/>
              </a:solidFill>
            </a:endParaRPr>
          </a:p>
          <a:p>
            <a:pPr indent="0" lvl="0" marL="0" rtl="0" algn="l">
              <a:lnSpc>
                <a:spcPct val="115000"/>
              </a:lnSpc>
              <a:spcBef>
                <a:spcPts val="0"/>
              </a:spcBef>
              <a:spcAft>
                <a:spcPts val="0"/>
              </a:spcAft>
              <a:buNone/>
            </a:pPr>
            <a:r>
              <a:t/>
            </a:r>
            <a:endParaRPr sz="1100">
              <a:solidFill>
                <a:schemeClr val="lt1"/>
              </a:solidFill>
            </a:endParaRPr>
          </a:p>
        </p:txBody>
      </p:sp>
      <p:sp>
        <p:nvSpPr>
          <p:cNvPr id="1391" name="Google Shape;1391;g35251cc313b_0_1885"/>
          <p:cNvSpPr txBox="1"/>
          <p:nvPr/>
        </p:nvSpPr>
        <p:spPr>
          <a:xfrm>
            <a:off x="440224" y="2887234"/>
            <a:ext cx="5635500" cy="753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t/>
            </a: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 sz="1100">
                <a:solidFill>
                  <a:schemeClr val="lt1"/>
                </a:solidFill>
              </a:rPr>
              <a:t>Phishing Analyst</a:t>
            </a:r>
            <a:endParaRPr sz="1100">
              <a:solidFill>
                <a:schemeClr val="lt1"/>
              </a:solidFill>
            </a:endParaRPr>
          </a:p>
          <a:p>
            <a:pPr indent="0" lvl="0" marL="0" rtl="0" algn="l">
              <a:lnSpc>
                <a:spcPct val="115000"/>
              </a:lnSpc>
              <a:spcBef>
                <a:spcPts val="0"/>
              </a:spcBef>
              <a:spcAft>
                <a:spcPts val="0"/>
              </a:spcAft>
              <a:buNone/>
            </a:pPr>
            <a:r>
              <a:t/>
            </a:r>
            <a:endParaRPr sz="1100">
              <a:solidFill>
                <a:schemeClr val="lt1"/>
              </a:solidFill>
            </a:endParaRPr>
          </a:p>
          <a:p>
            <a:pPr indent="0" lvl="0" marL="0" rtl="0" algn="l">
              <a:lnSpc>
                <a:spcPct val="115000"/>
              </a:lnSpc>
              <a:spcBef>
                <a:spcPts val="0"/>
              </a:spcBef>
              <a:spcAft>
                <a:spcPts val="0"/>
              </a:spcAft>
              <a:buNone/>
            </a:pPr>
            <a:r>
              <a:t/>
            </a:r>
            <a:endParaRPr sz="1100">
              <a:solidFill>
                <a:schemeClr val="lt1"/>
              </a:solidFill>
            </a:endParaRPr>
          </a:p>
        </p:txBody>
      </p:sp>
      <p:sp>
        <p:nvSpPr>
          <p:cNvPr id="1392" name="Google Shape;1392;g35251cc313b_0_1885"/>
          <p:cNvSpPr txBox="1"/>
          <p:nvPr/>
        </p:nvSpPr>
        <p:spPr>
          <a:xfrm>
            <a:off x="444213" y="3124441"/>
            <a:ext cx="5635500" cy="753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t/>
            </a: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 sz="1100">
                <a:solidFill>
                  <a:schemeClr val="lt1"/>
                </a:solidFill>
              </a:rPr>
              <a:t>Threat Intelligence Analyst</a:t>
            </a:r>
            <a:endParaRPr sz="1100">
              <a:solidFill>
                <a:schemeClr val="lt1"/>
              </a:solidFill>
            </a:endParaRPr>
          </a:p>
          <a:p>
            <a:pPr indent="0" lvl="0" marL="0" rtl="0" algn="l">
              <a:lnSpc>
                <a:spcPct val="115000"/>
              </a:lnSpc>
              <a:spcBef>
                <a:spcPts val="0"/>
              </a:spcBef>
              <a:spcAft>
                <a:spcPts val="0"/>
              </a:spcAft>
              <a:buNone/>
            </a:pPr>
            <a:r>
              <a:t/>
            </a:r>
            <a:endParaRPr sz="1100">
              <a:solidFill>
                <a:schemeClr val="lt1"/>
              </a:solidFill>
            </a:endParaRPr>
          </a:p>
          <a:p>
            <a:pPr indent="0" lvl="0" marL="0" rtl="0" algn="l">
              <a:lnSpc>
                <a:spcPct val="115000"/>
              </a:lnSpc>
              <a:spcBef>
                <a:spcPts val="0"/>
              </a:spcBef>
              <a:spcAft>
                <a:spcPts val="0"/>
              </a:spcAft>
              <a:buNone/>
            </a:pPr>
            <a:r>
              <a:t/>
            </a:r>
            <a:endParaRPr sz="1100">
              <a:solidFill>
                <a:schemeClr val="lt1"/>
              </a:solidFill>
            </a:endParaRPr>
          </a:p>
        </p:txBody>
      </p:sp>
      <p:sp>
        <p:nvSpPr>
          <p:cNvPr id="1393" name="Google Shape;1393;g35251cc313b_0_1885"/>
          <p:cNvSpPr txBox="1"/>
          <p:nvPr/>
        </p:nvSpPr>
        <p:spPr>
          <a:xfrm>
            <a:off x="452443" y="3357407"/>
            <a:ext cx="5635500" cy="753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t/>
            </a: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 sz="1100">
                <a:solidFill>
                  <a:schemeClr val="lt1"/>
                </a:solidFill>
              </a:rPr>
              <a:t>Threat Hunter</a:t>
            </a:r>
            <a:endParaRPr sz="1100">
              <a:solidFill>
                <a:schemeClr val="lt1"/>
              </a:solidFill>
            </a:endParaRPr>
          </a:p>
          <a:p>
            <a:pPr indent="0" lvl="0" marL="0" rtl="0" algn="l">
              <a:lnSpc>
                <a:spcPct val="115000"/>
              </a:lnSpc>
              <a:spcBef>
                <a:spcPts val="0"/>
              </a:spcBef>
              <a:spcAft>
                <a:spcPts val="0"/>
              </a:spcAft>
              <a:buNone/>
            </a:pPr>
            <a:r>
              <a:t/>
            </a:r>
            <a:endParaRPr sz="1100">
              <a:solidFill>
                <a:schemeClr val="lt1"/>
              </a:solidFill>
            </a:endParaRPr>
          </a:p>
          <a:p>
            <a:pPr indent="0" lvl="0" marL="0" rtl="0" algn="l">
              <a:lnSpc>
                <a:spcPct val="115000"/>
              </a:lnSpc>
              <a:spcBef>
                <a:spcPts val="0"/>
              </a:spcBef>
              <a:spcAft>
                <a:spcPts val="0"/>
              </a:spcAft>
              <a:buNone/>
            </a:pPr>
            <a:r>
              <a:t/>
            </a:r>
            <a:endParaRPr sz="1100">
              <a:solidFill>
                <a:schemeClr val="lt1"/>
              </a:solidFill>
            </a:endParaRPr>
          </a:p>
        </p:txBody>
      </p:sp>
      <p:sp>
        <p:nvSpPr>
          <p:cNvPr id="1394" name="Google Shape;1394;g35251cc313b_0_1885"/>
          <p:cNvSpPr txBox="1"/>
          <p:nvPr/>
        </p:nvSpPr>
        <p:spPr>
          <a:xfrm>
            <a:off x="464912" y="3611574"/>
            <a:ext cx="5635500" cy="753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t/>
            </a: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 sz="1100">
                <a:solidFill>
                  <a:schemeClr val="lt1"/>
                </a:solidFill>
              </a:rPr>
              <a:t>Service Manager</a:t>
            </a:r>
            <a:endParaRPr sz="1100">
              <a:solidFill>
                <a:schemeClr val="lt1"/>
              </a:solidFill>
            </a:endParaRPr>
          </a:p>
          <a:p>
            <a:pPr indent="0" lvl="0" marL="0" rtl="0" algn="l">
              <a:lnSpc>
                <a:spcPct val="115000"/>
              </a:lnSpc>
              <a:spcBef>
                <a:spcPts val="0"/>
              </a:spcBef>
              <a:spcAft>
                <a:spcPts val="0"/>
              </a:spcAft>
              <a:buNone/>
            </a:pPr>
            <a:r>
              <a:t/>
            </a:r>
            <a:endParaRPr sz="1100">
              <a:solidFill>
                <a:schemeClr val="lt1"/>
              </a:solidFill>
            </a:endParaRPr>
          </a:p>
          <a:p>
            <a:pPr indent="0" lvl="0" marL="0" rtl="0" algn="l">
              <a:lnSpc>
                <a:spcPct val="115000"/>
              </a:lnSpc>
              <a:spcBef>
                <a:spcPts val="0"/>
              </a:spcBef>
              <a:spcAft>
                <a:spcPts val="0"/>
              </a:spcAft>
              <a:buNone/>
            </a:pPr>
            <a:r>
              <a:t/>
            </a:r>
            <a:endParaRPr sz="1100">
              <a:solidFill>
                <a:schemeClr val="lt1"/>
              </a:solidFill>
            </a:endParaRPr>
          </a:p>
        </p:txBody>
      </p:sp>
      <p:sp>
        <p:nvSpPr>
          <p:cNvPr id="1395" name="Google Shape;1395;g35251cc313b_0_1885"/>
          <p:cNvSpPr txBox="1"/>
          <p:nvPr/>
        </p:nvSpPr>
        <p:spPr>
          <a:xfrm>
            <a:off x="495530" y="4372153"/>
            <a:ext cx="5635500" cy="363900"/>
          </a:xfrm>
          <a:prstGeom prst="rect">
            <a:avLst/>
          </a:prstGeom>
          <a:noFill/>
          <a:ln>
            <a:noFill/>
          </a:ln>
        </p:spPr>
        <p:txBody>
          <a:bodyPr anchorCtr="0" anchor="t" bIns="0" lIns="0" spcFirstLastPara="1" rIns="0" wrap="square" tIns="0">
            <a:spAutoFit/>
          </a:bodyPr>
          <a:lstStyle/>
          <a:p>
            <a:pPr indent="-298450" lvl="0" marL="457200" marR="0" rtl="0" algn="l">
              <a:lnSpc>
                <a:spcPct val="115000"/>
              </a:lnSpc>
              <a:spcBef>
                <a:spcPts val="0"/>
              </a:spcBef>
              <a:spcAft>
                <a:spcPts val="0"/>
              </a:spcAft>
              <a:buClr>
                <a:srgbClr val="FFFFFF"/>
              </a:buClr>
              <a:buSzPts val="1100"/>
              <a:buChar char="●"/>
            </a:pPr>
            <a:r>
              <a:rPr lang="en" sz="1100">
                <a:solidFill>
                  <a:srgbClr val="FFFFFF"/>
                </a:solidFill>
              </a:rPr>
              <a:t>Destilo mi propio Gin.</a:t>
            </a:r>
            <a:endParaRPr sz="1100">
              <a:solidFill>
                <a:srgbClr val="FFFFFF"/>
              </a:solidFill>
            </a:endParaRPr>
          </a:p>
          <a:p>
            <a:pPr indent="0" lvl="0" marL="0" marR="0" rtl="0" algn="l">
              <a:lnSpc>
                <a:spcPct val="115000"/>
              </a:lnSpc>
              <a:spcBef>
                <a:spcPts val="0"/>
              </a:spcBef>
              <a:spcAft>
                <a:spcPts val="0"/>
              </a:spcAft>
              <a:buNone/>
            </a:pPr>
            <a:r>
              <a:t/>
            </a:r>
            <a:endParaRPr sz="1100">
              <a:solidFill>
                <a:srgbClr val="FFFFFF"/>
              </a:solidFill>
            </a:endParaRPr>
          </a:p>
        </p:txBody>
      </p:sp>
      <p:sp>
        <p:nvSpPr>
          <p:cNvPr id="1396" name="Google Shape;1396;g35251cc313b_0_1885"/>
          <p:cNvSpPr txBox="1"/>
          <p:nvPr/>
        </p:nvSpPr>
        <p:spPr>
          <a:xfrm>
            <a:off x="-65180" y="3972386"/>
            <a:ext cx="5635500" cy="558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t/>
            </a:r>
            <a:endParaRPr sz="1100">
              <a:solidFill>
                <a:srgbClr val="FFFFFF"/>
              </a:solidFill>
            </a:endParaRPr>
          </a:p>
          <a:p>
            <a:pPr indent="-298450" lvl="0" marL="457200" rtl="0" algn="l">
              <a:lnSpc>
                <a:spcPct val="115000"/>
              </a:lnSpc>
              <a:spcBef>
                <a:spcPts val="0"/>
              </a:spcBef>
              <a:spcAft>
                <a:spcPts val="0"/>
              </a:spcAft>
              <a:buClr>
                <a:schemeClr val="lt1"/>
              </a:buClr>
              <a:buSzPts val="1100"/>
              <a:buChar char="●"/>
            </a:pPr>
            <a:r>
              <a:rPr lang="en" sz="1100" u="sng">
                <a:solidFill>
                  <a:schemeClr val="lt1"/>
                </a:solidFill>
              </a:rPr>
              <a:t>Hobbies:</a:t>
            </a:r>
            <a:endParaRPr sz="1100">
              <a:solidFill>
                <a:schemeClr val="lt1"/>
              </a:solidFill>
            </a:endParaRPr>
          </a:p>
          <a:p>
            <a:pPr indent="0" lvl="0" marL="0" rtl="0" algn="l">
              <a:lnSpc>
                <a:spcPct val="115000"/>
              </a:lnSpc>
              <a:spcBef>
                <a:spcPts val="0"/>
              </a:spcBef>
              <a:spcAft>
                <a:spcPts val="0"/>
              </a:spcAft>
              <a:buNone/>
            </a:pPr>
            <a:r>
              <a:t/>
            </a:r>
            <a:endParaRPr sz="1100">
              <a:solidFill>
                <a:schemeClr val="lt1"/>
              </a:solidFill>
            </a:endParaRPr>
          </a:p>
        </p:txBody>
      </p:sp>
      <p:sp>
        <p:nvSpPr>
          <p:cNvPr id="1397" name="Google Shape;1397;g35251cc313b_0_1885"/>
          <p:cNvSpPr txBox="1"/>
          <p:nvPr/>
        </p:nvSpPr>
        <p:spPr>
          <a:xfrm>
            <a:off x="491038" y="4541514"/>
            <a:ext cx="5635500" cy="3639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0"/>
              </a:spcBef>
              <a:spcAft>
                <a:spcPts val="0"/>
              </a:spcAft>
              <a:buClr>
                <a:srgbClr val="FFFFFF"/>
              </a:buClr>
              <a:buSzPts val="1100"/>
              <a:buChar char="●"/>
            </a:pPr>
            <a:r>
              <a:rPr lang="en" sz="1100">
                <a:solidFill>
                  <a:schemeClr val="lt1"/>
                </a:solidFill>
              </a:rPr>
              <a:t>Piloto de Drones.</a:t>
            </a:r>
            <a:endParaRPr sz="1100">
              <a:solidFill>
                <a:srgbClr val="FFFFFF"/>
              </a:solidFill>
            </a:endParaRPr>
          </a:p>
          <a:p>
            <a:pPr indent="0" lvl="0" marL="0" marR="0" rtl="0" algn="l">
              <a:lnSpc>
                <a:spcPct val="115000"/>
              </a:lnSpc>
              <a:spcBef>
                <a:spcPts val="0"/>
              </a:spcBef>
              <a:spcAft>
                <a:spcPts val="0"/>
              </a:spcAft>
              <a:buNone/>
            </a:pPr>
            <a:r>
              <a:t/>
            </a:r>
            <a:endParaRPr sz="1100">
              <a:solidFill>
                <a:srgbClr val="FFFFFF"/>
              </a:solidFill>
            </a:endParaRPr>
          </a:p>
        </p:txBody>
      </p:sp>
      <p:sp>
        <p:nvSpPr>
          <p:cNvPr id="1398" name="Google Shape;1398;g35251cc313b_0_1885"/>
          <p:cNvSpPr txBox="1"/>
          <p:nvPr/>
        </p:nvSpPr>
        <p:spPr>
          <a:xfrm>
            <a:off x="495027" y="4715116"/>
            <a:ext cx="5635500" cy="3639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0"/>
              </a:spcBef>
              <a:spcAft>
                <a:spcPts val="0"/>
              </a:spcAft>
              <a:buClr>
                <a:schemeClr val="lt1"/>
              </a:buClr>
              <a:buSzPts val="1100"/>
              <a:buChar char="●"/>
            </a:pPr>
            <a:r>
              <a:rPr lang="en" sz="1100">
                <a:solidFill>
                  <a:schemeClr val="lt1"/>
                </a:solidFill>
              </a:rPr>
              <a:t>Cultivo mis Hongos.</a:t>
            </a:r>
            <a:endParaRPr sz="1100">
              <a:solidFill>
                <a:schemeClr val="lt1"/>
              </a:solidFill>
            </a:endParaRPr>
          </a:p>
          <a:p>
            <a:pPr indent="0" lvl="0" marL="0" marR="0" rtl="0" algn="l">
              <a:lnSpc>
                <a:spcPct val="115000"/>
              </a:lnSpc>
              <a:spcBef>
                <a:spcPts val="0"/>
              </a:spcBef>
              <a:spcAft>
                <a:spcPts val="0"/>
              </a:spcAft>
              <a:buNone/>
            </a:pPr>
            <a:r>
              <a:t/>
            </a:r>
            <a:endParaRPr sz="1100">
              <a:solidFill>
                <a:srgbClr val="FFFFFF"/>
              </a:solidFill>
            </a:endParaRPr>
          </a:p>
        </p:txBody>
      </p:sp>
      <p:sp>
        <p:nvSpPr>
          <p:cNvPr id="1399" name="Google Shape;1399;g35251cc313b_0_1885"/>
          <p:cNvSpPr txBox="1"/>
          <p:nvPr/>
        </p:nvSpPr>
        <p:spPr>
          <a:xfrm>
            <a:off x="499017" y="4909919"/>
            <a:ext cx="5635500" cy="3639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0"/>
              </a:spcBef>
              <a:spcAft>
                <a:spcPts val="0"/>
              </a:spcAft>
              <a:buClr>
                <a:schemeClr val="lt1"/>
              </a:buClr>
              <a:buSzPts val="1100"/>
              <a:buChar char="●"/>
            </a:pPr>
            <a:r>
              <a:rPr lang="en" sz="1100">
                <a:solidFill>
                  <a:schemeClr val="lt1"/>
                </a:solidFill>
              </a:rPr>
              <a:t>Lectura / Viajar / Impresión 3d / Fotografía.</a:t>
            </a:r>
            <a:endParaRPr sz="1100">
              <a:solidFill>
                <a:schemeClr val="lt1"/>
              </a:solidFill>
            </a:endParaRPr>
          </a:p>
          <a:p>
            <a:pPr indent="0" lvl="0" marL="0" marR="0" rtl="0" algn="l">
              <a:lnSpc>
                <a:spcPct val="115000"/>
              </a:lnSpc>
              <a:spcBef>
                <a:spcPts val="0"/>
              </a:spcBef>
              <a:spcAft>
                <a:spcPts val="0"/>
              </a:spcAft>
              <a:buNone/>
            </a:pPr>
            <a:r>
              <a:t/>
            </a:r>
            <a:endParaRPr sz="11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84"/>
                                        </p:tgtEl>
                                        <p:attrNameLst>
                                          <p:attrName>style.visibility</p:attrName>
                                        </p:attrNameLst>
                                      </p:cBhvr>
                                      <p:to>
                                        <p:strVal val="visible"/>
                                      </p:to>
                                    </p:set>
                                    <p:anim calcmode="lin" valueType="num">
                                      <p:cBhvr additive="base">
                                        <p:cTn dur="1000"/>
                                        <p:tgtEl>
                                          <p:spTgt spid="138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85"/>
                                        </p:tgtEl>
                                        <p:attrNameLst>
                                          <p:attrName>style.visibility</p:attrName>
                                        </p:attrNameLst>
                                      </p:cBhvr>
                                      <p:to>
                                        <p:strVal val="visible"/>
                                      </p:to>
                                    </p:set>
                                    <p:anim calcmode="lin" valueType="num">
                                      <p:cBhvr additive="base">
                                        <p:cTn dur="1000"/>
                                        <p:tgtEl>
                                          <p:spTgt spid="138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386"/>
                                        </p:tgtEl>
                                        <p:attrNameLst>
                                          <p:attrName>style.visibility</p:attrName>
                                        </p:attrNameLst>
                                      </p:cBhvr>
                                      <p:to>
                                        <p:strVal val="visible"/>
                                      </p:to>
                                    </p:set>
                                    <p:anim calcmode="lin" valueType="num">
                                      <p:cBhvr additive="base">
                                        <p:cTn dur="1000"/>
                                        <p:tgtEl>
                                          <p:spTgt spid="138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8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87"/>
                                        </p:tgtEl>
                                        <p:attrNameLst>
                                          <p:attrName>style.visibility</p:attrName>
                                        </p:attrNameLst>
                                      </p:cBhvr>
                                      <p:to>
                                        <p:strVal val="visible"/>
                                      </p:to>
                                    </p:set>
                                    <p:anim calcmode="lin" valueType="num">
                                      <p:cBhvr additive="base">
                                        <p:cTn dur="1000"/>
                                        <p:tgtEl>
                                          <p:spTgt spid="138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88"/>
                                        </p:tgtEl>
                                        <p:attrNameLst>
                                          <p:attrName>style.visibility</p:attrName>
                                        </p:attrNameLst>
                                      </p:cBhvr>
                                      <p:to>
                                        <p:strVal val="visible"/>
                                      </p:to>
                                    </p:set>
                                    <p:anim calcmode="lin" valueType="num">
                                      <p:cBhvr additive="base">
                                        <p:cTn dur="1000"/>
                                        <p:tgtEl>
                                          <p:spTgt spid="138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89"/>
                                        </p:tgtEl>
                                        <p:attrNameLst>
                                          <p:attrName>style.visibility</p:attrName>
                                        </p:attrNameLst>
                                      </p:cBhvr>
                                      <p:to>
                                        <p:strVal val="visible"/>
                                      </p:to>
                                    </p:set>
                                    <p:anim calcmode="lin" valueType="num">
                                      <p:cBhvr additive="base">
                                        <p:cTn dur="1000"/>
                                        <p:tgtEl>
                                          <p:spTgt spid="138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0"/>
                                        </p:tgtEl>
                                        <p:attrNameLst>
                                          <p:attrName>style.visibility</p:attrName>
                                        </p:attrNameLst>
                                      </p:cBhvr>
                                      <p:to>
                                        <p:strVal val="visible"/>
                                      </p:to>
                                    </p:set>
                                    <p:anim calcmode="lin" valueType="num">
                                      <p:cBhvr additive="base">
                                        <p:cTn dur="1000"/>
                                        <p:tgtEl>
                                          <p:spTgt spid="139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1"/>
                                        </p:tgtEl>
                                        <p:attrNameLst>
                                          <p:attrName>style.visibility</p:attrName>
                                        </p:attrNameLst>
                                      </p:cBhvr>
                                      <p:to>
                                        <p:strVal val="visible"/>
                                      </p:to>
                                    </p:set>
                                    <p:anim calcmode="lin" valueType="num">
                                      <p:cBhvr additive="base">
                                        <p:cTn dur="1000"/>
                                        <p:tgtEl>
                                          <p:spTgt spid="139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2"/>
                                        </p:tgtEl>
                                        <p:attrNameLst>
                                          <p:attrName>style.visibility</p:attrName>
                                        </p:attrNameLst>
                                      </p:cBhvr>
                                      <p:to>
                                        <p:strVal val="visible"/>
                                      </p:to>
                                    </p:set>
                                    <p:anim calcmode="lin" valueType="num">
                                      <p:cBhvr additive="base">
                                        <p:cTn dur="1000"/>
                                        <p:tgtEl>
                                          <p:spTgt spid="139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3"/>
                                        </p:tgtEl>
                                        <p:attrNameLst>
                                          <p:attrName>style.visibility</p:attrName>
                                        </p:attrNameLst>
                                      </p:cBhvr>
                                      <p:to>
                                        <p:strVal val="visible"/>
                                      </p:to>
                                    </p:set>
                                    <p:anim calcmode="lin" valueType="num">
                                      <p:cBhvr additive="base">
                                        <p:cTn dur="1000"/>
                                        <p:tgtEl>
                                          <p:spTgt spid="139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4"/>
                                        </p:tgtEl>
                                        <p:attrNameLst>
                                          <p:attrName>style.visibility</p:attrName>
                                        </p:attrNameLst>
                                      </p:cBhvr>
                                      <p:to>
                                        <p:strVal val="visible"/>
                                      </p:to>
                                    </p:set>
                                    <p:anim calcmode="lin" valueType="num">
                                      <p:cBhvr additive="base">
                                        <p:cTn dur="1000"/>
                                        <p:tgtEl>
                                          <p:spTgt spid="139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6"/>
                                        </p:tgtEl>
                                        <p:attrNameLst>
                                          <p:attrName>style.visibility</p:attrName>
                                        </p:attrNameLst>
                                      </p:cBhvr>
                                      <p:to>
                                        <p:strVal val="visible"/>
                                      </p:to>
                                    </p:set>
                                    <p:anim calcmode="lin" valueType="num">
                                      <p:cBhvr additive="base">
                                        <p:cTn dur="1000"/>
                                        <p:tgtEl>
                                          <p:spTgt spid="139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5"/>
                                        </p:tgtEl>
                                        <p:attrNameLst>
                                          <p:attrName>style.visibility</p:attrName>
                                        </p:attrNameLst>
                                      </p:cBhvr>
                                      <p:to>
                                        <p:strVal val="visible"/>
                                      </p:to>
                                    </p:set>
                                    <p:anim calcmode="lin" valueType="num">
                                      <p:cBhvr additive="base">
                                        <p:cTn dur="1000"/>
                                        <p:tgtEl>
                                          <p:spTgt spid="139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7"/>
                                        </p:tgtEl>
                                        <p:attrNameLst>
                                          <p:attrName>style.visibility</p:attrName>
                                        </p:attrNameLst>
                                      </p:cBhvr>
                                      <p:to>
                                        <p:strVal val="visible"/>
                                      </p:to>
                                    </p:set>
                                    <p:anim calcmode="lin" valueType="num">
                                      <p:cBhvr additive="base">
                                        <p:cTn dur="1000"/>
                                        <p:tgtEl>
                                          <p:spTgt spid="139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8"/>
                                        </p:tgtEl>
                                        <p:attrNameLst>
                                          <p:attrName>style.visibility</p:attrName>
                                        </p:attrNameLst>
                                      </p:cBhvr>
                                      <p:to>
                                        <p:strVal val="visible"/>
                                      </p:to>
                                    </p:set>
                                    <p:anim calcmode="lin" valueType="num">
                                      <p:cBhvr additive="base">
                                        <p:cTn dur="1000"/>
                                        <p:tgtEl>
                                          <p:spTgt spid="139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9"/>
                                        </p:tgtEl>
                                        <p:attrNameLst>
                                          <p:attrName>style.visibility</p:attrName>
                                        </p:attrNameLst>
                                      </p:cBhvr>
                                      <p:to>
                                        <p:strVal val="visible"/>
                                      </p:to>
                                    </p:set>
                                    <p:anim calcmode="lin" valueType="num">
                                      <p:cBhvr additive="base">
                                        <p:cTn dur="1000"/>
                                        <p:tgtEl>
                                          <p:spTgt spid="139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3" name="Shape 1403"/>
        <p:cNvGrpSpPr/>
        <p:nvPr/>
      </p:nvGrpSpPr>
      <p:grpSpPr>
        <a:xfrm>
          <a:off x="0" y="0"/>
          <a:ext cx="0" cy="0"/>
          <a:chOff x="0" y="0"/>
          <a:chExt cx="0" cy="0"/>
        </a:xfrm>
      </p:grpSpPr>
      <p:pic>
        <p:nvPicPr>
          <p:cNvPr id="1404" name="Google Shape;1404;g359c69846d0_1_806"/>
          <p:cNvPicPr preferRelativeResize="0"/>
          <p:nvPr/>
        </p:nvPicPr>
        <p:blipFill rotWithShape="1">
          <a:blip r:embed="rId3">
            <a:alphaModFix/>
          </a:blip>
          <a:srcRect b="7819" l="0" r="0" t="7828"/>
          <a:stretch/>
        </p:blipFill>
        <p:spPr>
          <a:xfrm>
            <a:off x="-163612" y="22250"/>
            <a:ext cx="9144000" cy="5143499"/>
          </a:xfrm>
          <a:prstGeom prst="rect">
            <a:avLst/>
          </a:prstGeom>
          <a:noFill/>
          <a:ln>
            <a:noFill/>
          </a:ln>
        </p:spPr>
      </p:pic>
      <p:graphicFrame>
        <p:nvGraphicFramePr>
          <p:cNvPr id="1405" name="Google Shape;1405;g359c69846d0_1_806"/>
          <p:cNvGraphicFramePr/>
          <p:nvPr/>
        </p:nvGraphicFramePr>
        <p:xfrm>
          <a:off x="491928" y="1627904"/>
          <a:ext cx="3000000" cy="3000000"/>
        </p:xfrm>
        <a:graphic>
          <a:graphicData uri="http://schemas.openxmlformats.org/drawingml/2006/table">
            <a:tbl>
              <a:tblPr>
                <a:noFill/>
                <a:tableStyleId>{CE97FE31-C952-4B6C-B665-93E81085855E}</a:tableStyleId>
              </a:tblPr>
              <a:tblGrid>
                <a:gridCol w="2712575"/>
                <a:gridCol w="2712575"/>
                <a:gridCol w="2712575"/>
              </a:tblGrid>
              <a:tr h="1500625">
                <a:tc>
                  <a:txBody>
                    <a:bodyPr/>
                    <a:lstStyle/>
                    <a:p>
                      <a:pPr indent="0" lvl="0" marL="0" marR="0" rtl="0" algn="ctr">
                        <a:lnSpc>
                          <a:spcPct val="140013"/>
                        </a:lnSpc>
                        <a:spcBef>
                          <a:spcPts val="0"/>
                        </a:spcBef>
                        <a:spcAft>
                          <a:spcPts val="0"/>
                        </a:spcAft>
                        <a:buNone/>
                      </a:pPr>
                      <a:r>
                        <a:rPr b="1" lang="en" sz="1500">
                          <a:solidFill>
                            <a:srgbClr val="6CE5E8"/>
                          </a:solidFill>
                          <a:latin typeface="Teko"/>
                          <a:ea typeface="Teko"/>
                          <a:cs typeface="Teko"/>
                          <a:sym typeface="Teko"/>
                        </a:rPr>
                        <a:t>EL LADO OSCURO DE LA FUERZA </a:t>
                      </a:r>
                      <a:endParaRPr sz="600" u="none" cap="none" strike="noStrike"/>
                    </a:p>
                    <a:p>
                      <a:pPr indent="0" lvl="0" marL="0" marR="0" rtl="0" algn="ctr">
                        <a:lnSpc>
                          <a:spcPct val="140000"/>
                        </a:lnSpc>
                        <a:spcBef>
                          <a:spcPts val="0"/>
                        </a:spcBef>
                        <a:spcAft>
                          <a:spcPts val="0"/>
                        </a:spcAft>
                        <a:buNone/>
                      </a:pPr>
                      <a:r>
                        <a:rPr lang="en" sz="1100">
                          <a:solidFill>
                            <a:srgbClr val="60B3DD"/>
                          </a:solidFill>
                          <a:latin typeface="Montserrat"/>
                          <a:ea typeface="Montserrat"/>
                          <a:cs typeface="Montserrat"/>
                          <a:sym typeface="Montserrat"/>
                        </a:rPr>
                        <a:t>Dark Web, un poder oculto que pocos comprenden y muchos temen.</a:t>
                      </a:r>
                      <a:endParaRPr sz="700"/>
                    </a:p>
                  </a:txBody>
                  <a:tcPr marT="95250" marB="95250" marR="95250" marL="95250" anchor="ctr">
                    <a:lnL cap="flat" cmpd="sng" w="38100">
                      <a:solidFill>
                        <a:srgbClr val="60B3DD"/>
                      </a:solidFill>
                      <a:prstDash val="solid"/>
                      <a:round/>
                      <a:headEnd len="sm" w="sm" type="none"/>
                      <a:tailEnd len="sm" w="sm" type="none"/>
                    </a:lnL>
                    <a:lnR cap="flat" cmpd="sng" w="38100">
                      <a:solidFill>
                        <a:srgbClr val="60B3DD"/>
                      </a:solidFill>
                      <a:prstDash val="solid"/>
                      <a:round/>
                      <a:headEnd len="sm" w="sm" type="none"/>
                      <a:tailEnd len="sm" w="sm" type="none"/>
                    </a:lnR>
                    <a:lnT cap="flat" cmpd="sng" w="38100">
                      <a:solidFill>
                        <a:srgbClr val="60B3DD"/>
                      </a:solidFill>
                      <a:prstDash val="solid"/>
                      <a:round/>
                      <a:headEnd len="sm" w="sm" type="none"/>
                      <a:tailEnd len="sm" w="sm" type="none"/>
                    </a:lnT>
                    <a:lnB cap="flat" cmpd="sng" w="38100">
                      <a:solidFill>
                        <a:srgbClr val="60B3DD"/>
                      </a:solidFill>
                      <a:prstDash val="solid"/>
                      <a:round/>
                      <a:headEnd len="sm" w="sm" type="none"/>
                      <a:tailEnd len="sm" w="sm" type="none"/>
                    </a:lnB>
                  </a:tcPr>
                </a:tc>
                <a:tc>
                  <a:txBody>
                    <a:bodyPr/>
                    <a:lstStyle/>
                    <a:p>
                      <a:pPr indent="0" lvl="0" marL="0" rtl="0" algn="ctr">
                        <a:lnSpc>
                          <a:spcPct val="140013"/>
                        </a:lnSpc>
                        <a:spcBef>
                          <a:spcPts val="0"/>
                        </a:spcBef>
                        <a:spcAft>
                          <a:spcPts val="0"/>
                        </a:spcAft>
                        <a:buNone/>
                      </a:pPr>
                      <a:r>
                        <a:rPr b="1" lang="en" sz="1500">
                          <a:solidFill>
                            <a:srgbClr val="6CE5E8"/>
                          </a:solidFill>
                          <a:latin typeface="Teko"/>
                          <a:ea typeface="Teko"/>
                          <a:cs typeface="Teko"/>
                          <a:sym typeface="Teko"/>
                        </a:rPr>
                        <a:t>TECNOLOGÍAS SUBYACENTES</a:t>
                      </a:r>
                      <a:endParaRPr b="1" sz="1500">
                        <a:solidFill>
                          <a:srgbClr val="6CE5E8"/>
                        </a:solidFill>
                        <a:latin typeface="Teko"/>
                        <a:ea typeface="Teko"/>
                        <a:cs typeface="Teko"/>
                        <a:sym typeface="Teko"/>
                      </a:endParaRPr>
                    </a:p>
                    <a:p>
                      <a:pPr indent="0" lvl="0" marL="0" rtl="0" algn="ctr">
                        <a:lnSpc>
                          <a:spcPct val="140000"/>
                        </a:lnSpc>
                        <a:spcBef>
                          <a:spcPts val="0"/>
                        </a:spcBef>
                        <a:spcAft>
                          <a:spcPts val="0"/>
                        </a:spcAft>
                        <a:buNone/>
                      </a:pPr>
                      <a:r>
                        <a:rPr lang="en" sz="1100">
                          <a:solidFill>
                            <a:srgbClr val="60B3DD"/>
                          </a:solidFill>
                          <a:latin typeface="Montserrat"/>
                          <a:ea typeface="Montserrat"/>
                          <a:cs typeface="Montserrat"/>
                          <a:sym typeface="Montserrat"/>
                        </a:rPr>
                        <a:t>Tecnologías Principales. Formas de Acceso. Riesgos Básicos y Medidas de Precaución.</a:t>
                      </a:r>
                      <a:endParaRPr/>
                    </a:p>
                  </a:txBody>
                  <a:tcPr marT="95250" marB="95250" marR="95250" marL="95250" anchor="ctr">
                    <a:lnL cap="flat" cmpd="sng" w="38100">
                      <a:solidFill>
                        <a:srgbClr val="60B3DD"/>
                      </a:solidFill>
                      <a:prstDash val="solid"/>
                      <a:round/>
                      <a:headEnd len="sm" w="sm" type="none"/>
                      <a:tailEnd len="sm" w="sm" type="none"/>
                    </a:lnL>
                    <a:lnR cap="flat" cmpd="sng" w="38100">
                      <a:solidFill>
                        <a:srgbClr val="60B3DD"/>
                      </a:solidFill>
                      <a:prstDash val="solid"/>
                      <a:round/>
                      <a:headEnd len="sm" w="sm" type="none"/>
                      <a:tailEnd len="sm" w="sm" type="none"/>
                    </a:lnR>
                    <a:lnT cap="flat" cmpd="sng" w="38100">
                      <a:solidFill>
                        <a:srgbClr val="60B3DD"/>
                      </a:solidFill>
                      <a:prstDash val="solid"/>
                      <a:round/>
                      <a:headEnd len="sm" w="sm" type="none"/>
                      <a:tailEnd len="sm" w="sm" type="none"/>
                    </a:lnT>
                    <a:lnB cap="flat" cmpd="sng" w="38100">
                      <a:solidFill>
                        <a:srgbClr val="60B3DD"/>
                      </a:solidFill>
                      <a:prstDash val="solid"/>
                      <a:round/>
                      <a:headEnd len="sm" w="sm" type="none"/>
                      <a:tailEnd len="sm" w="sm" type="none"/>
                    </a:lnB>
                  </a:tcPr>
                </a:tc>
                <a:tc>
                  <a:txBody>
                    <a:bodyPr/>
                    <a:lstStyle/>
                    <a:p>
                      <a:pPr indent="0" lvl="0" marL="0" rtl="0" algn="ctr">
                        <a:lnSpc>
                          <a:spcPct val="140013"/>
                        </a:lnSpc>
                        <a:spcBef>
                          <a:spcPts val="0"/>
                        </a:spcBef>
                        <a:spcAft>
                          <a:spcPts val="0"/>
                        </a:spcAft>
                        <a:buClr>
                          <a:schemeClr val="dk1"/>
                        </a:buClr>
                        <a:buSzPts val="1100"/>
                        <a:buFont typeface="Arial"/>
                        <a:buNone/>
                      </a:pPr>
                      <a:r>
                        <a:rPr b="1" lang="en" sz="1500">
                          <a:solidFill>
                            <a:srgbClr val="6CE5E8"/>
                          </a:solidFill>
                          <a:latin typeface="Teko"/>
                          <a:ea typeface="Teko"/>
                          <a:cs typeface="Teko"/>
                          <a:sym typeface="Teko"/>
                        </a:rPr>
                        <a:t>CIBERDELINCUENCIA</a:t>
                      </a:r>
                      <a:endParaRPr sz="600">
                        <a:solidFill>
                          <a:schemeClr val="dk1"/>
                        </a:solidFill>
                      </a:endParaRPr>
                    </a:p>
                    <a:p>
                      <a:pPr indent="0" lvl="0" marL="0" rtl="0" algn="just">
                        <a:lnSpc>
                          <a:spcPct val="140000"/>
                        </a:lnSpc>
                        <a:spcBef>
                          <a:spcPts val="0"/>
                        </a:spcBef>
                        <a:spcAft>
                          <a:spcPts val="0"/>
                        </a:spcAft>
                        <a:buClr>
                          <a:schemeClr val="dk1"/>
                        </a:buClr>
                        <a:buSzPts val="1100"/>
                        <a:buFont typeface="Arial"/>
                        <a:buNone/>
                      </a:pPr>
                      <a:r>
                        <a:rPr lang="en" sz="1100">
                          <a:solidFill>
                            <a:srgbClr val="60B3DD"/>
                          </a:solidFill>
                          <a:latin typeface="Montserrat"/>
                          <a:ea typeface="Montserrat"/>
                          <a:cs typeface="Montserrat"/>
                          <a:sym typeface="Montserrat"/>
                        </a:rPr>
                        <a:t>Tipologías de ciberdelitos en la Dark Web. Estructura y funcionamiento de los mercados criminales Ciberdelincuencia organizada y transnacional</a:t>
                      </a:r>
                      <a:endParaRPr sz="1100">
                        <a:solidFill>
                          <a:srgbClr val="60B3DD"/>
                        </a:solidFill>
                        <a:latin typeface="Montserrat"/>
                        <a:ea typeface="Montserrat"/>
                        <a:cs typeface="Montserrat"/>
                        <a:sym typeface="Montserrat"/>
                      </a:endParaRPr>
                    </a:p>
                  </a:txBody>
                  <a:tcPr marT="95250" marB="95250" marR="95250" marL="95250" anchor="ctr">
                    <a:lnL cap="flat" cmpd="sng" w="38100">
                      <a:solidFill>
                        <a:srgbClr val="60B3DD"/>
                      </a:solidFill>
                      <a:prstDash val="solid"/>
                      <a:round/>
                      <a:headEnd len="sm" w="sm" type="none"/>
                      <a:tailEnd len="sm" w="sm" type="none"/>
                    </a:lnL>
                    <a:lnR cap="flat" cmpd="sng" w="38100">
                      <a:solidFill>
                        <a:srgbClr val="60B3DD"/>
                      </a:solidFill>
                      <a:prstDash val="solid"/>
                      <a:round/>
                      <a:headEnd len="sm" w="sm" type="none"/>
                      <a:tailEnd len="sm" w="sm" type="none"/>
                    </a:lnR>
                    <a:lnT cap="flat" cmpd="sng" w="38100">
                      <a:solidFill>
                        <a:srgbClr val="60B3DD"/>
                      </a:solidFill>
                      <a:prstDash val="solid"/>
                      <a:round/>
                      <a:headEnd len="sm" w="sm" type="none"/>
                      <a:tailEnd len="sm" w="sm" type="none"/>
                    </a:lnT>
                    <a:lnB cap="flat" cmpd="sng" w="38100">
                      <a:solidFill>
                        <a:srgbClr val="60B3DD"/>
                      </a:solidFill>
                      <a:prstDash val="solid"/>
                      <a:round/>
                      <a:headEnd len="sm" w="sm" type="none"/>
                      <a:tailEnd len="sm" w="sm" type="none"/>
                    </a:lnB>
                  </a:tcPr>
                </a:tc>
              </a:tr>
              <a:tr h="1500625">
                <a:tc>
                  <a:txBody>
                    <a:bodyPr/>
                    <a:lstStyle/>
                    <a:p>
                      <a:pPr indent="0" lvl="0" marL="0" rtl="0" algn="ctr">
                        <a:lnSpc>
                          <a:spcPct val="140013"/>
                        </a:lnSpc>
                        <a:spcBef>
                          <a:spcPts val="0"/>
                        </a:spcBef>
                        <a:spcAft>
                          <a:spcPts val="0"/>
                        </a:spcAft>
                        <a:buClr>
                          <a:schemeClr val="dk1"/>
                        </a:buClr>
                        <a:buFont typeface="Arial"/>
                        <a:buNone/>
                      </a:pPr>
                      <a:r>
                        <a:rPr b="1" lang="en" sz="1500">
                          <a:solidFill>
                            <a:srgbClr val="6CE5E8"/>
                          </a:solidFill>
                          <a:latin typeface="Teko"/>
                          <a:ea typeface="Teko"/>
                          <a:cs typeface="Teko"/>
                          <a:sym typeface="Teko"/>
                        </a:rPr>
                        <a:t>PERSPECTIVA DE LAS FFSS / ESTADO</a:t>
                      </a:r>
                      <a:endParaRPr sz="600">
                        <a:solidFill>
                          <a:schemeClr val="dk1"/>
                        </a:solidFill>
                      </a:endParaRPr>
                    </a:p>
                    <a:p>
                      <a:pPr indent="0" lvl="0" marL="0" rtl="0" algn="ctr">
                        <a:lnSpc>
                          <a:spcPct val="140000"/>
                        </a:lnSpc>
                        <a:spcBef>
                          <a:spcPts val="0"/>
                        </a:spcBef>
                        <a:spcAft>
                          <a:spcPts val="0"/>
                        </a:spcAft>
                        <a:buClr>
                          <a:schemeClr val="dk1"/>
                        </a:buClr>
                        <a:buSzPts val="1100"/>
                        <a:buFont typeface="Arial"/>
                        <a:buNone/>
                      </a:pPr>
                      <a:r>
                        <a:rPr lang="en" sz="1100">
                          <a:solidFill>
                            <a:srgbClr val="60B3DD"/>
                          </a:solidFill>
                          <a:latin typeface="Montserrat"/>
                          <a:ea typeface="Montserrat"/>
                          <a:cs typeface="Montserrat"/>
                          <a:sym typeface="Montserrat"/>
                        </a:rPr>
                        <a:t>El rol del estado en la Dark Web. Hitos importantes.</a:t>
                      </a:r>
                      <a:endParaRPr sz="700"/>
                    </a:p>
                  </a:txBody>
                  <a:tcPr marT="95250" marB="95250" marR="95250" marL="95250" anchor="ctr">
                    <a:lnL cap="flat" cmpd="sng" w="38100">
                      <a:solidFill>
                        <a:srgbClr val="60B3DD"/>
                      </a:solidFill>
                      <a:prstDash val="solid"/>
                      <a:round/>
                      <a:headEnd len="sm" w="sm" type="none"/>
                      <a:tailEnd len="sm" w="sm" type="none"/>
                    </a:lnL>
                    <a:lnR cap="flat" cmpd="sng" w="38100">
                      <a:solidFill>
                        <a:srgbClr val="60B3DD"/>
                      </a:solidFill>
                      <a:prstDash val="solid"/>
                      <a:round/>
                      <a:headEnd len="sm" w="sm" type="none"/>
                      <a:tailEnd len="sm" w="sm" type="none"/>
                    </a:lnR>
                    <a:lnT cap="flat" cmpd="sng" w="38100">
                      <a:solidFill>
                        <a:srgbClr val="60B3DD"/>
                      </a:solidFill>
                      <a:prstDash val="solid"/>
                      <a:round/>
                      <a:headEnd len="sm" w="sm" type="none"/>
                      <a:tailEnd len="sm" w="sm" type="none"/>
                    </a:lnT>
                    <a:lnB cap="flat" cmpd="sng" w="38100">
                      <a:solidFill>
                        <a:srgbClr val="60B3DD"/>
                      </a:solidFill>
                      <a:prstDash val="solid"/>
                      <a:round/>
                      <a:headEnd len="sm" w="sm" type="none"/>
                      <a:tailEnd len="sm" w="sm" type="none"/>
                    </a:lnB>
                  </a:tcPr>
                </a:tc>
                <a:tc>
                  <a:txBody>
                    <a:bodyPr/>
                    <a:lstStyle/>
                    <a:p>
                      <a:pPr indent="0" lvl="0" marL="0" rtl="0" algn="ctr">
                        <a:lnSpc>
                          <a:spcPct val="140013"/>
                        </a:lnSpc>
                        <a:spcBef>
                          <a:spcPts val="0"/>
                        </a:spcBef>
                        <a:spcAft>
                          <a:spcPts val="0"/>
                        </a:spcAft>
                        <a:buClr>
                          <a:schemeClr val="dk1"/>
                        </a:buClr>
                        <a:buFont typeface="Arial"/>
                        <a:buNone/>
                      </a:pPr>
                      <a:r>
                        <a:rPr b="1" lang="en" sz="1500">
                          <a:solidFill>
                            <a:srgbClr val="6CE5E8"/>
                          </a:solidFill>
                          <a:latin typeface="Teko"/>
                          <a:ea typeface="Teko"/>
                          <a:cs typeface="Teko"/>
                          <a:sym typeface="Teko"/>
                        </a:rPr>
                        <a:t>INVESTIGACIÓN</a:t>
                      </a:r>
                      <a:r>
                        <a:rPr b="1" lang="en" sz="1500">
                          <a:solidFill>
                            <a:srgbClr val="6CE5E8"/>
                          </a:solidFill>
                          <a:latin typeface="Teko"/>
                          <a:ea typeface="Teko"/>
                          <a:cs typeface="Teko"/>
                          <a:sym typeface="Teko"/>
                        </a:rPr>
                        <a:t> EN LA DARKWEB</a:t>
                      </a:r>
                      <a:endParaRPr sz="600">
                        <a:solidFill>
                          <a:schemeClr val="dk1"/>
                        </a:solidFill>
                      </a:endParaRPr>
                    </a:p>
                    <a:p>
                      <a:pPr indent="0" lvl="0" marL="0" rtl="0" algn="l">
                        <a:lnSpc>
                          <a:spcPct val="140000"/>
                        </a:lnSpc>
                        <a:spcBef>
                          <a:spcPts val="0"/>
                        </a:spcBef>
                        <a:spcAft>
                          <a:spcPts val="0"/>
                        </a:spcAft>
                        <a:buClr>
                          <a:schemeClr val="dk1"/>
                        </a:buClr>
                        <a:buFont typeface="Arial"/>
                        <a:buNone/>
                      </a:pPr>
                      <a:r>
                        <a:rPr lang="en" sz="1100">
                          <a:solidFill>
                            <a:srgbClr val="60B3DD"/>
                          </a:solidFill>
                          <a:latin typeface="Montserrat"/>
                          <a:ea typeface="Montserrat"/>
                          <a:cs typeface="Montserrat"/>
                          <a:sym typeface="Montserrat"/>
                        </a:rPr>
                        <a:t>Como buscar e identificar evidencias. Metodologia. DEMO: Desanonimizando Sitios. Uso de herramientas para la investigación.</a:t>
                      </a:r>
                      <a:endParaRPr sz="1100">
                        <a:solidFill>
                          <a:srgbClr val="60B3DD"/>
                        </a:solidFill>
                        <a:latin typeface="Montserrat"/>
                        <a:ea typeface="Montserrat"/>
                        <a:cs typeface="Montserrat"/>
                        <a:sym typeface="Montserrat"/>
                      </a:endParaRPr>
                    </a:p>
                    <a:p>
                      <a:pPr indent="0" lvl="0" marL="0" rtl="0" algn="ctr">
                        <a:lnSpc>
                          <a:spcPct val="140000"/>
                        </a:lnSpc>
                        <a:spcBef>
                          <a:spcPts val="0"/>
                        </a:spcBef>
                        <a:spcAft>
                          <a:spcPts val="0"/>
                        </a:spcAft>
                        <a:buClr>
                          <a:schemeClr val="dk1"/>
                        </a:buClr>
                        <a:buFont typeface="Arial"/>
                        <a:buNone/>
                      </a:pPr>
                      <a:r>
                        <a:t/>
                      </a:r>
                      <a:endParaRPr sz="1100">
                        <a:solidFill>
                          <a:srgbClr val="60B3DD"/>
                        </a:solidFill>
                        <a:latin typeface="Montserrat"/>
                        <a:ea typeface="Montserrat"/>
                        <a:cs typeface="Montserrat"/>
                        <a:sym typeface="Montserrat"/>
                      </a:endParaRPr>
                    </a:p>
                  </a:txBody>
                  <a:tcPr marT="95250" marB="95250" marR="95250" marL="95250" anchor="ctr">
                    <a:lnL cap="flat" cmpd="sng" w="38100">
                      <a:solidFill>
                        <a:srgbClr val="60B3DD"/>
                      </a:solidFill>
                      <a:prstDash val="solid"/>
                      <a:round/>
                      <a:headEnd len="sm" w="sm" type="none"/>
                      <a:tailEnd len="sm" w="sm" type="none"/>
                    </a:lnL>
                    <a:lnR cap="flat" cmpd="sng" w="38100">
                      <a:solidFill>
                        <a:srgbClr val="60B3DD"/>
                      </a:solidFill>
                      <a:prstDash val="solid"/>
                      <a:round/>
                      <a:headEnd len="sm" w="sm" type="none"/>
                      <a:tailEnd len="sm" w="sm" type="none"/>
                    </a:lnR>
                    <a:lnT cap="flat" cmpd="sng" w="38100">
                      <a:solidFill>
                        <a:srgbClr val="60B3DD"/>
                      </a:solidFill>
                      <a:prstDash val="solid"/>
                      <a:round/>
                      <a:headEnd len="sm" w="sm" type="none"/>
                      <a:tailEnd len="sm" w="sm" type="none"/>
                    </a:lnT>
                    <a:lnB cap="flat" cmpd="sng" w="38100">
                      <a:solidFill>
                        <a:srgbClr val="60B3DD"/>
                      </a:solidFill>
                      <a:prstDash val="solid"/>
                      <a:round/>
                      <a:headEnd len="sm" w="sm" type="none"/>
                      <a:tailEnd len="sm" w="sm" type="none"/>
                    </a:lnB>
                  </a:tcPr>
                </a:tc>
                <a:tc>
                  <a:txBody>
                    <a:bodyPr/>
                    <a:lstStyle/>
                    <a:p>
                      <a:pPr indent="0" lvl="0" marL="0" rtl="0" algn="l">
                        <a:lnSpc>
                          <a:spcPct val="140000"/>
                        </a:lnSpc>
                        <a:spcBef>
                          <a:spcPts val="0"/>
                        </a:spcBef>
                        <a:spcAft>
                          <a:spcPts val="0"/>
                        </a:spcAft>
                        <a:buNone/>
                      </a:pPr>
                      <a:r>
                        <a:rPr b="1" lang="en" sz="1500">
                          <a:solidFill>
                            <a:srgbClr val="6CE5E8"/>
                          </a:solidFill>
                          <a:latin typeface="Teko"/>
                          <a:ea typeface="Teko"/>
                          <a:cs typeface="Teko"/>
                          <a:sym typeface="Teko"/>
                        </a:rPr>
                        <a:t>       CONSIDERACIONES LEGALES</a:t>
                      </a:r>
                      <a:endParaRPr sz="600">
                        <a:solidFill>
                          <a:schemeClr val="dk1"/>
                        </a:solidFill>
                      </a:endParaRPr>
                    </a:p>
                    <a:p>
                      <a:pPr indent="0" lvl="0" marL="0" rtl="0" algn="ctr">
                        <a:lnSpc>
                          <a:spcPct val="140000"/>
                        </a:lnSpc>
                        <a:spcBef>
                          <a:spcPts val="0"/>
                        </a:spcBef>
                        <a:spcAft>
                          <a:spcPts val="0"/>
                        </a:spcAft>
                        <a:buClr>
                          <a:schemeClr val="dk1"/>
                        </a:buClr>
                        <a:buFont typeface="Arial"/>
                        <a:buNone/>
                      </a:pPr>
                      <a:r>
                        <a:rPr lang="en" sz="1100">
                          <a:solidFill>
                            <a:srgbClr val="60B3DD"/>
                          </a:solidFill>
                          <a:latin typeface="Montserrat"/>
                          <a:ea typeface="Montserrat"/>
                          <a:cs typeface="Montserrat"/>
                          <a:sym typeface="Montserrat"/>
                        </a:rPr>
                        <a:t>Cuestiones a tener en cuanto al momento de entrar a la Dark Web.</a:t>
                      </a:r>
                      <a:endParaRPr b="1" sz="1500">
                        <a:solidFill>
                          <a:srgbClr val="6CE5E8"/>
                        </a:solidFill>
                        <a:latin typeface="Teko"/>
                        <a:ea typeface="Teko"/>
                        <a:cs typeface="Teko"/>
                        <a:sym typeface="Teko"/>
                      </a:endParaRPr>
                    </a:p>
                  </a:txBody>
                  <a:tcPr marT="95250" marB="95250" marR="95250" marL="95250" anchor="ctr">
                    <a:lnL cap="flat" cmpd="sng" w="38100">
                      <a:solidFill>
                        <a:srgbClr val="60B3DD"/>
                      </a:solidFill>
                      <a:prstDash val="solid"/>
                      <a:round/>
                      <a:headEnd len="sm" w="sm" type="none"/>
                      <a:tailEnd len="sm" w="sm" type="none"/>
                    </a:lnL>
                    <a:lnR cap="flat" cmpd="sng" w="38100">
                      <a:solidFill>
                        <a:srgbClr val="60B3DD"/>
                      </a:solidFill>
                      <a:prstDash val="solid"/>
                      <a:round/>
                      <a:headEnd len="sm" w="sm" type="none"/>
                      <a:tailEnd len="sm" w="sm" type="none"/>
                    </a:lnR>
                    <a:lnT cap="flat" cmpd="sng" w="38100">
                      <a:solidFill>
                        <a:srgbClr val="60B3DD"/>
                      </a:solidFill>
                      <a:prstDash val="solid"/>
                      <a:round/>
                      <a:headEnd len="sm" w="sm" type="none"/>
                      <a:tailEnd len="sm" w="sm" type="none"/>
                    </a:lnT>
                    <a:lnB cap="flat" cmpd="sng" w="38100">
                      <a:solidFill>
                        <a:srgbClr val="60B3DD"/>
                      </a:solidFill>
                      <a:prstDash val="solid"/>
                      <a:round/>
                      <a:headEnd len="sm" w="sm" type="none"/>
                      <a:tailEnd len="sm" w="sm" type="none"/>
                    </a:lnB>
                  </a:tcPr>
                </a:tc>
              </a:tr>
            </a:tbl>
          </a:graphicData>
        </a:graphic>
      </p:graphicFrame>
      <p:sp>
        <p:nvSpPr>
          <p:cNvPr id="1406" name="Google Shape;1406;g359c69846d0_1_806"/>
          <p:cNvSpPr txBox="1"/>
          <p:nvPr/>
        </p:nvSpPr>
        <p:spPr>
          <a:xfrm>
            <a:off x="2406193" y="458794"/>
            <a:ext cx="3582000" cy="923400"/>
          </a:xfrm>
          <a:prstGeom prst="rect">
            <a:avLst/>
          </a:prstGeom>
          <a:noFill/>
          <a:ln>
            <a:noFill/>
          </a:ln>
          <a:effectLst>
            <a:outerShdw blurRad="828675" rotWithShape="0" algn="bl" dir="840000" dist="19050">
              <a:srgbClr val="6CE5E8">
                <a:alpha val="9500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 sz="6000">
                <a:solidFill>
                  <a:schemeClr val="lt1"/>
                </a:solidFill>
                <a:latin typeface="Teko Medium"/>
                <a:ea typeface="Teko Medium"/>
                <a:cs typeface="Teko Medium"/>
                <a:sym typeface="Teko Medium"/>
              </a:rPr>
              <a:t>Programa</a:t>
            </a:r>
            <a:endParaRPr sz="700"/>
          </a:p>
        </p:txBody>
      </p:sp>
      <p:cxnSp>
        <p:nvCxnSpPr>
          <p:cNvPr id="1407" name="Google Shape;1407;g359c69846d0_1_806"/>
          <p:cNvCxnSpPr/>
          <p:nvPr/>
        </p:nvCxnSpPr>
        <p:spPr>
          <a:xfrm rot="-29635">
            <a:off x="492016" y="920588"/>
            <a:ext cx="1879270" cy="0"/>
          </a:xfrm>
          <a:prstGeom prst="straightConnector1">
            <a:avLst/>
          </a:prstGeom>
          <a:noFill/>
          <a:ln cap="flat" cmpd="sng" w="57150">
            <a:solidFill>
              <a:srgbClr val="41B8D5"/>
            </a:solidFill>
            <a:prstDash val="solid"/>
            <a:round/>
            <a:headEnd len="sm" w="sm" type="none"/>
            <a:tailEnd len="sm" w="sm" type="none"/>
          </a:ln>
        </p:spPr>
      </p:cxnSp>
      <p:cxnSp>
        <p:nvCxnSpPr>
          <p:cNvPr id="1408" name="Google Shape;1408;g359c69846d0_1_806"/>
          <p:cNvCxnSpPr/>
          <p:nvPr/>
        </p:nvCxnSpPr>
        <p:spPr>
          <a:xfrm rot="-29635">
            <a:off x="6750200" y="942995"/>
            <a:ext cx="1879270" cy="0"/>
          </a:xfrm>
          <a:prstGeom prst="straightConnector1">
            <a:avLst/>
          </a:prstGeom>
          <a:noFill/>
          <a:ln cap="flat" cmpd="sng" w="57150">
            <a:solidFill>
              <a:srgbClr val="41B8D5"/>
            </a:solidFill>
            <a:prstDash val="solid"/>
            <a:round/>
            <a:headEnd len="sm" w="sm" type="none"/>
            <a:tailEnd len="sm" w="sm" type="none"/>
          </a:ln>
        </p:spPr>
      </p:cxnSp>
      <p:pic>
        <p:nvPicPr>
          <p:cNvPr id="1409" name="Google Shape;1409;g359c69846d0_1_806"/>
          <p:cNvPicPr preferRelativeResize="0"/>
          <p:nvPr/>
        </p:nvPicPr>
        <p:blipFill>
          <a:blip r:embed="rId4">
            <a:alphaModFix/>
          </a:blip>
          <a:stretch>
            <a:fillRect/>
          </a:stretch>
        </p:blipFill>
        <p:spPr>
          <a:xfrm>
            <a:off x="5530475" y="142525"/>
            <a:ext cx="1128126" cy="1412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6"/>
                                        </p:tgtEl>
                                        <p:attrNameLst>
                                          <p:attrName>style.visibility</p:attrName>
                                        </p:attrNameLst>
                                      </p:cBhvr>
                                      <p:to>
                                        <p:strVal val="visible"/>
                                      </p:to>
                                    </p:set>
                                    <p:animEffect filter="fade" transition="in">
                                      <p:cBhvr>
                                        <p:cTn dur="500"/>
                                        <p:tgtEl>
                                          <p:spTgt spid="14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413" name="Shape 1413"/>
        <p:cNvGrpSpPr/>
        <p:nvPr/>
      </p:nvGrpSpPr>
      <p:grpSpPr>
        <a:xfrm>
          <a:off x="0" y="0"/>
          <a:ext cx="0" cy="0"/>
          <a:chOff x="0" y="0"/>
          <a:chExt cx="0" cy="0"/>
        </a:xfrm>
      </p:grpSpPr>
      <p:pic>
        <p:nvPicPr>
          <p:cNvPr id="1414" name="Google Shape;1414;g3521f1ef629_0_103" title="Capitulo 1.png"/>
          <p:cNvPicPr preferRelativeResize="0"/>
          <p:nvPr/>
        </p:nvPicPr>
        <p:blipFill>
          <a:blip r:embed="rId3">
            <a:alphaModFix/>
          </a:blip>
          <a:stretch>
            <a:fillRect/>
          </a:stretch>
        </p:blipFill>
        <p:spPr>
          <a:xfrm>
            <a:off x="0" y="0"/>
            <a:ext cx="9144000" cy="49910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418" name="Shape 1418"/>
        <p:cNvGrpSpPr/>
        <p:nvPr/>
      </p:nvGrpSpPr>
      <p:grpSpPr>
        <a:xfrm>
          <a:off x="0" y="0"/>
          <a:ext cx="0" cy="0"/>
          <a:chOff x="0" y="0"/>
          <a:chExt cx="0" cy="0"/>
        </a:xfrm>
      </p:grpSpPr>
      <p:grpSp>
        <p:nvGrpSpPr>
          <p:cNvPr id="1419" name="Google Shape;1419;g34d93292148_1_17"/>
          <p:cNvGrpSpPr/>
          <p:nvPr/>
        </p:nvGrpSpPr>
        <p:grpSpPr>
          <a:xfrm>
            <a:off x="0" y="0"/>
            <a:ext cx="9144000" cy="5143500"/>
            <a:chOff x="0" y="0"/>
            <a:chExt cx="24384000" cy="13716000"/>
          </a:xfrm>
        </p:grpSpPr>
        <p:sp>
          <p:nvSpPr>
            <p:cNvPr id="1420" name="Google Shape;1420;g34d93292148_1_17"/>
            <p:cNvSpPr/>
            <p:nvPr/>
          </p:nvSpPr>
          <p:spPr>
            <a:xfrm rot="5400000">
              <a:off x="8503696" y="-8503696"/>
              <a:ext cx="7376608" cy="24384000"/>
            </a:xfrm>
            <a:custGeom>
              <a:rect b="b" l="l" r="r" t="t"/>
              <a:pathLst>
                <a:path extrusionOk="0" h="24384000" w="7376608">
                  <a:moveTo>
                    <a:pt x="0" y="0"/>
                  </a:moveTo>
                  <a:lnTo>
                    <a:pt x="7376608" y="0"/>
                  </a:lnTo>
                  <a:lnTo>
                    <a:pt x="7376608" y="24384000"/>
                  </a:lnTo>
                  <a:lnTo>
                    <a:pt x="0" y="24384000"/>
                  </a:lnTo>
                  <a:lnTo>
                    <a:pt x="0" y="0"/>
                  </a:lnTo>
                  <a:close/>
                </a:path>
              </a:pathLst>
            </a:custGeom>
            <a:blipFill rotWithShape="1">
              <a:blip r:embed="rId3">
                <a:alphaModFix/>
              </a:blip>
              <a:stretch>
                <a:fillRect b="0" l="-25549" r="-205008" t="0"/>
              </a:stretch>
            </a:blipFill>
            <a:ln>
              <a:noFill/>
            </a:ln>
          </p:spPr>
        </p:sp>
        <p:sp>
          <p:nvSpPr>
            <p:cNvPr id="1421" name="Google Shape;1421;g34d93292148_1_17"/>
            <p:cNvSpPr/>
            <p:nvPr/>
          </p:nvSpPr>
          <p:spPr>
            <a:xfrm flipH="1" rot="5400000">
              <a:off x="9022304" y="-1645696"/>
              <a:ext cx="6339392" cy="24384000"/>
            </a:xfrm>
            <a:custGeom>
              <a:rect b="b" l="l" r="r" t="t"/>
              <a:pathLst>
                <a:path extrusionOk="0" h="24384000" w="6339392">
                  <a:moveTo>
                    <a:pt x="0" y="24384000"/>
                  </a:moveTo>
                  <a:lnTo>
                    <a:pt x="6339392" y="24384000"/>
                  </a:lnTo>
                  <a:lnTo>
                    <a:pt x="6339392" y="0"/>
                  </a:lnTo>
                  <a:lnTo>
                    <a:pt x="0" y="0"/>
                  </a:lnTo>
                  <a:lnTo>
                    <a:pt x="0" y="24384000"/>
                  </a:lnTo>
                  <a:close/>
                </a:path>
              </a:pathLst>
            </a:custGeom>
            <a:blipFill rotWithShape="1">
              <a:blip r:embed="rId3">
                <a:alphaModFix/>
              </a:blip>
              <a:stretch>
                <a:fillRect b="0" l="-29732" r="-254898" t="0"/>
              </a:stretch>
            </a:blipFill>
            <a:ln>
              <a:noFill/>
            </a:ln>
          </p:spPr>
        </p:sp>
      </p:grpSp>
      <p:grpSp>
        <p:nvGrpSpPr>
          <p:cNvPr id="1422" name="Google Shape;1422;g34d93292148_1_17"/>
          <p:cNvGrpSpPr/>
          <p:nvPr/>
        </p:nvGrpSpPr>
        <p:grpSpPr>
          <a:xfrm>
            <a:off x="385139" y="322813"/>
            <a:ext cx="8385817" cy="4387149"/>
            <a:chOff x="0" y="-47625"/>
            <a:chExt cx="4417075" cy="2310850"/>
          </a:xfrm>
        </p:grpSpPr>
        <p:sp>
          <p:nvSpPr>
            <p:cNvPr id="1423" name="Google Shape;1423;g34d93292148_1_17"/>
            <p:cNvSpPr/>
            <p:nvPr/>
          </p:nvSpPr>
          <p:spPr>
            <a:xfrm>
              <a:off x="0" y="0"/>
              <a:ext cx="4417075" cy="2263225"/>
            </a:xfrm>
            <a:custGeom>
              <a:rect b="b" l="l" r="r" t="t"/>
              <a:pathLst>
                <a:path extrusionOk="0" h="2263225" w="4417075">
                  <a:moveTo>
                    <a:pt x="0" y="0"/>
                  </a:moveTo>
                  <a:lnTo>
                    <a:pt x="4417075" y="0"/>
                  </a:lnTo>
                  <a:lnTo>
                    <a:pt x="4417075" y="2263225"/>
                  </a:lnTo>
                  <a:lnTo>
                    <a:pt x="0" y="2263225"/>
                  </a:lnTo>
                  <a:close/>
                </a:path>
              </a:pathLst>
            </a:custGeom>
            <a:solidFill>
              <a:srgbClr val="0F1A38"/>
            </a:solidFill>
            <a:ln>
              <a:noFill/>
            </a:ln>
          </p:spPr>
        </p:sp>
        <p:sp>
          <p:nvSpPr>
            <p:cNvPr id="1424" name="Google Shape;1424;g34d93292148_1_17"/>
            <p:cNvSpPr txBox="1"/>
            <p:nvPr/>
          </p:nvSpPr>
          <p:spPr>
            <a:xfrm>
              <a:off x="0" y="-47625"/>
              <a:ext cx="812700" cy="8604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425" name="Google Shape;1425;g34d93292148_1_17"/>
          <p:cNvSpPr txBox="1"/>
          <p:nvPr/>
        </p:nvSpPr>
        <p:spPr>
          <a:xfrm>
            <a:off x="3463675" y="1839225"/>
            <a:ext cx="2590800" cy="25245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 sz="1100" u="sng">
                <a:solidFill>
                  <a:srgbClr val="FFFFFF"/>
                </a:solidFill>
              </a:rPr>
              <a:t>Privacidad:</a:t>
            </a:r>
            <a:r>
              <a:rPr lang="en" sz="1100">
                <a:solidFill>
                  <a:srgbClr val="FFFFFF"/>
                </a:solidFill>
              </a:rPr>
              <a:t> Periodistas y denunciantes la utilizan para comunicarse sin ser rastreados, como SecureDrop, empleado por medios como The New York Times y The Guardian.</a:t>
            </a:r>
            <a:endParaRPr sz="1100">
              <a:solidFill>
                <a:srgbClr val="FFFFFF"/>
              </a:solidFill>
            </a:endParaRPr>
          </a:p>
          <a:p>
            <a:pPr indent="0" lvl="0" marL="0" marR="0" rtl="0" algn="just">
              <a:lnSpc>
                <a:spcPct val="140000"/>
              </a:lnSpc>
              <a:spcBef>
                <a:spcPts val="0"/>
              </a:spcBef>
              <a:spcAft>
                <a:spcPts val="0"/>
              </a:spcAft>
              <a:buNone/>
            </a:pPr>
            <a:r>
              <a:t/>
            </a:r>
            <a:endParaRPr sz="1100">
              <a:solidFill>
                <a:srgbClr val="FFFFFF"/>
              </a:solidFill>
            </a:endParaRPr>
          </a:p>
          <a:p>
            <a:pPr indent="0" lvl="0" marL="0" marR="0" rtl="0" algn="just">
              <a:lnSpc>
                <a:spcPct val="140000"/>
              </a:lnSpc>
              <a:spcBef>
                <a:spcPts val="0"/>
              </a:spcBef>
              <a:spcAft>
                <a:spcPts val="0"/>
              </a:spcAft>
              <a:buNone/>
            </a:pPr>
            <a:r>
              <a:rPr lang="en" sz="1100" u="sng">
                <a:solidFill>
                  <a:srgbClr val="FFFFFF"/>
                </a:solidFill>
              </a:rPr>
              <a:t>Acceso a información:</a:t>
            </a:r>
            <a:r>
              <a:rPr lang="en" sz="1100">
                <a:solidFill>
                  <a:srgbClr val="FFFFFF"/>
                </a:solidFill>
              </a:rPr>
              <a:t> En países con censura, permite acceder a contenido bloqueado. (China, Irán, Rusia, Bielorrusia y Turkmenistán).</a:t>
            </a:r>
            <a:endParaRPr sz="1100">
              <a:solidFill>
                <a:srgbClr val="FFFFFF"/>
              </a:solidFill>
            </a:endParaRPr>
          </a:p>
          <a:p>
            <a:pPr indent="0" lvl="0" marL="0" marR="0" rtl="0" algn="l">
              <a:lnSpc>
                <a:spcPct val="140000"/>
              </a:lnSpc>
              <a:spcBef>
                <a:spcPts val="0"/>
              </a:spcBef>
              <a:spcAft>
                <a:spcPts val="0"/>
              </a:spcAft>
              <a:buNone/>
            </a:pPr>
            <a:r>
              <a:t/>
            </a:r>
            <a:endParaRPr sz="1000">
              <a:solidFill>
                <a:srgbClr val="FFFFFF"/>
              </a:solidFill>
            </a:endParaRPr>
          </a:p>
        </p:txBody>
      </p:sp>
      <p:sp>
        <p:nvSpPr>
          <p:cNvPr id="1426" name="Google Shape;1426;g34d93292148_1_17"/>
          <p:cNvSpPr txBox="1"/>
          <p:nvPr/>
        </p:nvSpPr>
        <p:spPr>
          <a:xfrm>
            <a:off x="779281" y="557374"/>
            <a:ext cx="7435200" cy="5388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lang="en" sz="3500">
                <a:solidFill>
                  <a:srgbClr val="FFFFFF"/>
                </a:solidFill>
                <a:latin typeface="Archivo Black"/>
                <a:ea typeface="Archivo Black"/>
                <a:cs typeface="Archivo Black"/>
                <a:sym typeface="Archivo Black"/>
              </a:rPr>
              <a:t>Dark Web</a:t>
            </a:r>
            <a:endParaRPr sz="700"/>
          </a:p>
        </p:txBody>
      </p:sp>
      <p:sp>
        <p:nvSpPr>
          <p:cNvPr id="1427" name="Google Shape;1427;g34d93292148_1_17"/>
          <p:cNvSpPr txBox="1"/>
          <p:nvPr/>
        </p:nvSpPr>
        <p:spPr>
          <a:xfrm>
            <a:off x="395574" y="1839225"/>
            <a:ext cx="2590800" cy="25398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 sz="1100">
                <a:solidFill>
                  <a:srgbClr val="FFFFFF"/>
                </a:solidFill>
              </a:rPr>
              <a:t>Pequeña porción de Internet que no está indexada por motores de búsqueda. Ofrece anonimato mediante técnicas como el enrutamiento en cebolla (onion routing). Los sitios </a:t>
            </a:r>
            <a:r>
              <a:rPr lang="en" sz="1100">
                <a:solidFill>
                  <a:srgbClr val="FFFFFF"/>
                </a:solidFill>
              </a:rPr>
              <a:t>están</a:t>
            </a:r>
            <a:r>
              <a:rPr lang="en" sz="1100">
                <a:solidFill>
                  <a:srgbClr val="FFFFFF"/>
                </a:solidFill>
              </a:rPr>
              <a:t> identificados por dominios ".onion", son accesibles únicamente a través de navegadores como Tor, que encripta y redirige el tráfico a través de múltiples servidores para ocultar la identidad y ubicación del usuario.</a:t>
            </a:r>
            <a:endParaRPr sz="700"/>
          </a:p>
        </p:txBody>
      </p:sp>
      <p:sp>
        <p:nvSpPr>
          <p:cNvPr id="1428" name="Google Shape;1428;g34d93292148_1_17"/>
          <p:cNvSpPr txBox="1"/>
          <p:nvPr/>
        </p:nvSpPr>
        <p:spPr>
          <a:xfrm>
            <a:off x="779281" y="1331700"/>
            <a:ext cx="2570700" cy="277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 sz="1800">
                <a:solidFill>
                  <a:srgbClr val="71CBEF"/>
                </a:solidFill>
              </a:rPr>
              <a:t>Definicion</a:t>
            </a:r>
            <a:endParaRPr sz="700"/>
          </a:p>
        </p:txBody>
      </p:sp>
      <p:sp>
        <p:nvSpPr>
          <p:cNvPr id="1429" name="Google Shape;1429;g34d93292148_1_17"/>
          <p:cNvSpPr txBox="1"/>
          <p:nvPr/>
        </p:nvSpPr>
        <p:spPr>
          <a:xfrm>
            <a:off x="3726170" y="1331700"/>
            <a:ext cx="2570700" cy="277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 sz="1800">
                <a:solidFill>
                  <a:srgbClr val="71CBEF"/>
                </a:solidFill>
              </a:rPr>
              <a:t>Usos</a:t>
            </a:r>
            <a:r>
              <a:rPr b="1" lang="en" sz="1800">
                <a:solidFill>
                  <a:srgbClr val="71CBEF"/>
                </a:solidFill>
              </a:rPr>
              <a:t> </a:t>
            </a:r>
            <a:endParaRPr sz="700"/>
          </a:p>
        </p:txBody>
      </p:sp>
      <p:sp>
        <p:nvSpPr>
          <p:cNvPr id="1430" name="Google Shape;1430;g34d93292148_1_17"/>
          <p:cNvSpPr txBox="1"/>
          <p:nvPr/>
        </p:nvSpPr>
        <p:spPr>
          <a:xfrm>
            <a:off x="6395700" y="2156725"/>
            <a:ext cx="2093700" cy="643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100">
                <a:solidFill>
                  <a:srgbClr val="FFFFFF"/>
                </a:solidFill>
              </a:rPr>
              <a:t>Mercados negros (drogas, armas), fraudes, y contenido ilegal.</a:t>
            </a:r>
            <a:endParaRPr sz="1000">
              <a:solidFill>
                <a:srgbClr val="FFFFFF"/>
              </a:solidFill>
            </a:endParaRPr>
          </a:p>
        </p:txBody>
      </p:sp>
      <p:sp>
        <p:nvSpPr>
          <p:cNvPr id="1431" name="Google Shape;1431;g34d93292148_1_17"/>
          <p:cNvSpPr txBox="1"/>
          <p:nvPr/>
        </p:nvSpPr>
        <p:spPr>
          <a:xfrm>
            <a:off x="6395699" y="1331700"/>
            <a:ext cx="2570700" cy="277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 sz="1800">
                <a:solidFill>
                  <a:srgbClr val="71CBEF"/>
                </a:solidFill>
              </a:rPr>
              <a:t>Usos Ilicitos</a:t>
            </a:r>
            <a:endParaRPr sz="700"/>
          </a:p>
        </p:txBody>
      </p:sp>
      <p:cxnSp>
        <p:nvCxnSpPr>
          <p:cNvPr id="1432" name="Google Shape;1432;g34d93292148_1_17"/>
          <p:cNvCxnSpPr/>
          <p:nvPr/>
        </p:nvCxnSpPr>
        <p:spPr>
          <a:xfrm>
            <a:off x="3330882" y="1661183"/>
            <a:ext cx="9600" cy="2747700"/>
          </a:xfrm>
          <a:prstGeom prst="straightConnector1">
            <a:avLst/>
          </a:prstGeom>
          <a:noFill/>
          <a:ln cap="flat" cmpd="sng" w="38100">
            <a:solidFill>
              <a:srgbClr val="FFFFFF"/>
            </a:solidFill>
            <a:prstDash val="solid"/>
            <a:round/>
            <a:headEnd len="sm" w="sm" type="none"/>
            <a:tailEnd len="sm" w="sm" type="none"/>
          </a:ln>
        </p:spPr>
      </p:cxnSp>
      <p:cxnSp>
        <p:nvCxnSpPr>
          <p:cNvPr id="1433" name="Google Shape;1433;g34d93292148_1_17"/>
          <p:cNvCxnSpPr/>
          <p:nvPr/>
        </p:nvCxnSpPr>
        <p:spPr>
          <a:xfrm>
            <a:off x="6158258" y="1661183"/>
            <a:ext cx="9600" cy="2747700"/>
          </a:xfrm>
          <a:prstGeom prst="straightConnector1">
            <a:avLst/>
          </a:prstGeom>
          <a:noFill/>
          <a:ln cap="flat" cmpd="sng" w="38100">
            <a:solidFill>
              <a:srgbClr val="FFFFFF"/>
            </a:solidFill>
            <a:prstDash val="solid"/>
            <a:round/>
            <a:headEnd len="sm" w="sm" type="none"/>
            <a:tailEnd len="sm" w="sm" type="none"/>
          </a:ln>
        </p:spPr>
      </p:cxnSp>
      <p:pic>
        <p:nvPicPr>
          <p:cNvPr id="1434" name="Google Shape;1434;g34d93292148_1_17" title="pngwing.com.png"/>
          <p:cNvPicPr preferRelativeResize="0"/>
          <p:nvPr/>
        </p:nvPicPr>
        <p:blipFill>
          <a:blip r:embed="rId4">
            <a:alphaModFix/>
          </a:blip>
          <a:stretch>
            <a:fillRect/>
          </a:stretch>
        </p:blipFill>
        <p:spPr>
          <a:xfrm flipH="1">
            <a:off x="3284747" y="500700"/>
            <a:ext cx="731825" cy="7318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438" name="Shape 1438"/>
        <p:cNvGrpSpPr/>
        <p:nvPr/>
      </p:nvGrpSpPr>
      <p:grpSpPr>
        <a:xfrm>
          <a:off x="0" y="0"/>
          <a:ext cx="0" cy="0"/>
          <a:chOff x="0" y="0"/>
          <a:chExt cx="0" cy="0"/>
        </a:xfrm>
      </p:grpSpPr>
      <p:pic>
        <p:nvPicPr>
          <p:cNvPr id="1439" name="Google Shape;1439;g3521f1ef629_0_128" title="Black White Modern Coming Soon Instagram Story.jpg"/>
          <p:cNvPicPr preferRelativeResize="0"/>
          <p:nvPr/>
        </p:nvPicPr>
        <p:blipFill>
          <a:blip r:embed="rId3">
            <a:alphaModFix/>
          </a:blip>
          <a:stretch>
            <a:fillRect/>
          </a:stretch>
        </p:blipFill>
        <p:spPr>
          <a:xfrm>
            <a:off x="0" y="0"/>
            <a:ext cx="9144000" cy="5143500"/>
          </a:xfrm>
          <a:prstGeom prst="rect">
            <a:avLst/>
          </a:prstGeom>
          <a:noFill/>
          <a:ln>
            <a:noFill/>
          </a:ln>
        </p:spPr>
      </p:pic>
      <p:sp>
        <p:nvSpPr>
          <p:cNvPr id="1440" name="Google Shape;1440;g3521f1ef629_0_128"/>
          <p:cNvSpPr txBox="1"/>
          <p:nvPr/>
        </p:nvSpPr>
        <p:spPr>
          <a:xfrm>
            <a:off x="2426675" y="-294925"/>
            <a:ext cx="78792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FFFFFF"/>
              </a:solidFill>
              <a:latin typeface="Arial"/>
              <a:ea typeface="Arial"/>
              <a:cs typeface="Arial"/>
              <a:sym typeface="Arial"/>
            </a:endParaRPr>
          </a:p>
        </p:txBody>
      </p:sp>
      <p:pic>
        <p:nvPicPr>
          <p:cNvPr id="1441" name="Google Shape;1441;g3521f1ef629_0_128"/>
          <p:cNvPicPr preferRelativeResize="0"/>
          <p:nvPr/>
        </p:nvPicPr>
        <p:blipFill>
          <a:blip r:embed="rId4">
            <a:alphaModFix/>
          </a:blip>
          <a:stretch>
            <a:fillRect/>
          </a:stretch>
        </p:blipFill>
        <p:spPr>
          <a:xfrm>
            <a:off x="7440093" y="0"/>
            <a:ext cx="1703900" cy="1722374"/>
          </a:xfrm>
          <a:prstGeom prst="rect">
            <a:avLst/>
          </a:prstGeom>
          <a:noFill/>
          <a:ln>
            <a:noFill/>
          </a:ln>
        </p:spPr>
      </p:pic>
      <p:pic>
        <p:nvPicPr>
          <p:cNvPr id="1442" name="Google Shape;1442;g3521f1ef629_0_128"/>
          <p:cNvPicPr preferRelativeResize="0"/>
          <p:nvPr/>
        </p:nvPicPr>
        <p:blipFill>
          <a:blip r:embed="rId5">
            <a:alphaModFix/>
          </a:blip>
          <a:stretch>
            <a:fillRect/>
          </a:stretch>
        </p:blipFill>
        <p:spPr>
          <a:xfrm>
            <a:off x="7409475" y="1722375"/>
            <a:ext cx="1703900" cy="1612750"/>
          </a:xfrm>
          <a:prstGeom prst="rect">
            <a:avLst/>
          </a:prstGeom>
          <a:noFill/>
          <a:ln>
            <a:noFill/>
          </a:ln>
        </p:spPr>
      </p:pic>
      <p:pic>
        <p:nvPicPr>
          <p:cNvPr id="1443" name="Google Shape;1443;g3521f1ef629_0_128"/>
          <p:cNvPicPr preferRelativeResize="0"/>
          <p:nvPr/>
        </p:nvPicPr>
        <p:blipFill>
          <a:blip r:embed="rId6">
            <a:alphaModFix/>
          </a:blip>
          <a:stretch>
            <a:fillRect/>
          </a:stretch>
        </p:blipFill>
        <p:spPr>
          <a:xfrm>
            <a:off x="7484433" y="3335125"/>
            <a:ext cx="1583367" cy="1612749"/>
          </a:xfrm>
          <a:prstGeom prst="rect">
            <a:avLst/>
          </a:prstGeom>
          <a:noFill/>
          <a:ln>
            <a:noFill/>
          </a:ln>
        </p:spPr>
      </p:pic>
      <p:pic>
        <p:nvPicPr>
          <p:cNvPr id="1444" name="Google Shape;1444;g3521f1ef629_0_128"/>
          <p:cNvPicPr preferRelativeResize="0"/>
          <p:nvPr/>
        </p:nvPicPr>
        <p:blipFill>
          <a:blip r:embed="rId7">
            <a:alphaModFix/>
          </a:blip>
          <a:stretch>
            <a:fillRect/>
          </a:stretch>
        </p:blipFill>
        <p:spPr>
          <a:xfrm>
            <a:off x="1126125" y="706400"/>
            <a:ext cx="5376877" cy="4132300"/>
          </a:xfrm>
          <a:prstGeom prst="rect">
            <a:avLst/>
          </a:prstGeom>
          <a:noFill/>
          <a:ln>
            <a:noFill/>
          </a:ln>
        </p:spPr>
      </p:pic>
      <p:pic>
        <p:nvPicPr>
          <p:cNvPr id="1445" name="Google Shape;1445;g3521f1ef629_0_128"/>
          <p:cNvPicPr preferRelativeResize="0"/>
          <p:nvPr/>
        </p:nvPicPr>
        <p:blipFill>
          <a:blip r:embed="rId8">
            <a:alphaModFix/>
          </a:blip>
          <a:stretch>
            <a:fillRect/>
          </a:stretch>
        </p:blipFill>
        <p:spPr>
          <a:xfrm>
            <a:off x="23100" y="1617725"/>
            <a:ext cx="1103025" cy="1496649"/>
          </a:xfrm>
          <a:prstGeom prst="rect">
            <a:avLst/>
          </a:prstGeom>
          <a:noFill/>
          <a:ln>
            <a:noFill/>
          </a:ln>
        </p:spPr>
      </p:pic>
      <p:sp>
        <p:nvSpPr>
          <p:cNvPr id="1446" name="Google Shape;1446;g3521f1ef629_0_128"/>
          <p:cNvSpPr txBox="1"/>
          <p:nvPr/>
        </p:nvSpPr>
        <p:spPr>
          <a:xfrm>
            <a:off x="-20350" y="671425"/>
            <a:ext cx="6849000" cy="1120500"/>
          </a:xfrm>
          <a:prstGeom prst="rect">
            <a:avLst/>
          </a:prstGeom>
          <a:noFill/>
          <a:ln>
            <a:noFill/>
          </a:ln>
        </p:spPr>
        <p:txBody>
          <a:bodyPr anchorCtr="0" anchor="t" bIns="91425" lIns="91425" spcFirstLastPara="1" rIns="91425" wrap="square" tIns="91425">
            <a:spAutoFit/>
          </a:bodyPr>
          <a:lstStyle/>
          <a:p>
            <a:pPr indent="-307975" lvl="1" marL="914400" rtl="0" algn="l">
              <a:lnSpc>
                <a:spcPct val="115000"/>
              </a:lnSpc>
              <a:spcBef>
                <a:spcPts val="100"/>
              </a:spcBef>
              <a:spcAft>
                <a:spcPts val="0"/>
              </a:spcAft>
              <a:buClr>
                <a:srgbClr val="FFFFFF"/>
              </a:buClr>
              <a:buSzPts val="1250"/>
              <a:buFont typeface="Verdana"/>
              <a:buChar char="-"/>
            </a:pPr>
            <a:r>
              <a:t/>
            </a:r>
            <a:endParaRPr sz="1250">
              <a:solidFill>
                <a:srgbClr val="FFFFFF"/>
              </a:solidFill>
              <a:latin typeface="Verdana"/>
              <a:ea typeface="Verdana"/>
              <a:cs typeface="Verdana"/>
              <a:sym typeface="Verdana"/>
            </a:endParaRPr>
          </a:p>
          <a:p>
            <a:pPr indent="0" lvl="0" marL="0" rtl="0" algn="l">
              <a:lnSpc>
                <a:spcPct val="115000"/>
              </a:lnSpc>
              <a:spcBef>
                <a:spcPts val="100"/>
              </a:spcBef>
              <a:spcAft>
                <a:spcPts val="0"/>
              </a:spcAft>
              <a:buNone/>
            </a:pPr>
            <a:r>
              <a:t/>
            </a:r>
            <a:endParaRPr sz="1250">
              <a:solidFill>
                <a:srgbClr val="FFFFFF"/>
              </a:solidFill>
              <a:latin typeface="Verdana"/>
              <a:ea typeface="Verdana"/>
              <a:cs typeface="Verdana"/>
              <a:sym typeface="Verdana"/>
            </a:endParaRPr>
          </a:p>
          <a:p>
            <a:pPr indent="0" lvl="0" marL="457200" rtl="0" algn="l">
              <a:lnSpc>
                <a:spcPct val="115000"/>
              </a:lnSpc>
              <a:spcBef>
                <a:spcPts val="100"/>
              </a:spcBef>
              <a:spcAft>
                <a:spcPts val="0"/>
              </a:spcAft>
              <a:buNone/>
            </a:pPr>
            <a:r>
              <a:t/>
            </a:r>
            <a:endParaRPr sz="1250">
              <a:solidFill>
                <a:srgbClr val="FFFFF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000"/>
              <a:buFont typeface="Arial"/>
              <a:buNone/>
            </a:pPr>
            <a:r>
              <a:t/>
            </a:r>
            <a:endParaRPr b="1" sz="1600">
              <a:solidFill>
                <a:srgbClr val="FFFFFF"/>
              </a:solidFill>
            </a:endParaRPr>
          </a:p>
        </p:txBody>
      </p:sp>
      <p:pic>
        <p:nvPicPr>
          <p:cNvPr id="1447" name="Google Shape;1447;g3521f1ef629_0_128" title="Formas de uso.png"/>
          <p:cNvPicPr preferRelativeResize="0"/>
          <p:nvPr/>
        </p:nvPicPr>
        <p:blipFill>
          <a:blip r:embed="rId9">
            <a:alphaModFix/>
          </a:blip>
          <a:stretch>
            <a:fillRect/>
          </a:stretch>
        </p:blipFill>
        <p:spPr>
          <a:xfrm>
            <a:off x="1341975" y="809825"/>
            <a:ext cx="4952999" cy="3860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451" name="Shape 1451"/>
        <p:cNvGrpSpPr/>
        <p:nvPr/>
      </p:nvGrpSpPr>
      <p:grpSpPr>
        <a:xfrm>
          <a:off x="0" y="0"/>
          <a:ext cx="0" cy="0"/>
          <a:chOff x="0" y="0"/>
          <a:chExt cx="0" cy="0"/>
        </a:xfrm>
      </p:grpSpPr>
      <p:pic>
        <p:nvPicPr>
          <p:cNvPr id="1452" name="Google Shape;1452;g35251cc313b_0_1439"/>
          <p:cNvPicPr preferRelativeResize="0"/>
          <p:nvPr/>
        </p:nvPicPr>
        <p:blipFill>
          <a:blip r:embed="rId3">
            <a:alphaModFix/>
          </a:blip>
          <a:stretch>
            <a:fillRect/>
          </a:stretch>
        </p:blipFill>
        <p:spPr>
          <a:xfrm>
            <a:off x="-319691" y="0"/>
            <a:ext cx="9506412" cy="5291652"/>
          </a:xfrm>
          <a:prstGeom prst="rect">
            <a:avLst/>
          </a:prstGeom>
          <a:noFill/>
          <a:ln>
            <a:noFill/>
          </a:ln>
        </p:spPr>
      </p:pic>
      <p:grpSp>
        <p:nvGrpSpPr>
          <p:cNvPr id="1453" name="Google Shape;1453;g35251cc313b_0_1439"/>
          <p:cNvGrpSpPr/>
          <p:nvPr/>
        </p:nvGrpSpPr>
        <p:grpSpPr>
          <a:xfrm rot="5400000">
            <a:off x="6054570" y="1996501"/>
            <a:ext cx="1404925" cy="204895"/>
            <a:chOff x="0" y="-47625"/>
            <a:chExt cx="812800" cy="118539"/>
          </a:xfrm>
        </p:grpSpPr>
        <p:sp>
          <p:nvSpPr>
            <p:cNvPr id="1454" name="Google Shape;1454;g35251cc313b_0_1439"/>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1455" name="Google Shape;1455;g35251cc313b_0_1439"/>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456" name="Google Shape;1456;g35251cc313b_0_1439"/>
          <p:cNvGrpSpPr/>
          <p:nvPr/>
        </p:nvGrpSpPr>
        <p:grpSpPr>
          <a:xfrm rot="5400000">
            <a:off x="1754854" y="1996501"/>
            <a:ext cx="1404925" cy="204895"/>
            <a:chOff x="0" y="-47625"/>
            <a:chExt cx="812800" cy="118539"/>
          </a:xfrm>
        </p:grpSpPr>
        <p:sp>
          <p:nvSpPr>
            <p:cNvPr id="1457" name="Google Shape;1457;g35251cc313b_0_1439"/>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1458" name="Google Shape;1458;g35251cc313b_0_1439"/>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459" name="Google Shape;1459;g35251cc313b_0_1439"/>
          <p:cNvSpPr/>
          <p:nvPr/>
        </p:nvSpPr>
        <p:spPr>
          <a:xfrm>
            <a:off x="883713" y="1735445"/>
            <a:ext cx="734775" cy="736113"/>
          </a:xfrm>
          <a:custGeom>
            <a:rect b="b" l="l" r="r" t="t"/>
            <a:pathLst>
              <a:path extrusionOk="0" h="1472226" w="1469549">
                <a:moveTo>
                  <a:pt x="0" y="0"/>
                </a:moveTo>
                <a:lnTo>
                  <a:pt x="1469549" y="0"/>
                </a:lnTo>
                <a:lnTo>
                  <a:pt x="1469549" y="1472226"/>
                </a:lnTo>
                <a:lnTo>
                  <a:pt x="0" y="1472226"/>
                </a:lnTo>
                <a:lnTo>
                  <a:pt x="0" y="0"/>
                </a:lnTo>
                <a:close/>
              </a:path>
            </a:pathLst>
          </a:custGeom>
          <a:blipFill rotWithShape="1">
            <a:blip r:embed="rId4">
              <a:alphaModFix/>
            </a:blip>
            <a:stretch>
              <a:fillRect b="0" l="0" r="0" t="0"/>
            </a:stretch>
          </a:blipFill>
          <a:ln>
            <a:noFill/>
          </a:ln>
        </p:spPr>
      </p:sp>
      <p:pic>
        <p:nvPicPr>
          <p:cNvPr id="1460" name="Google Shape;1460;g35251cc313b_0_1439"/>
          <p:cNvPicPr preferRelativeResize="0"/>
          <p:nvPr/>
        </p:nvPicPr>
        <p:blipFill>
          <a:blip r:embed="rId5">
            <a:alphaModFix/>
          </a:blip>
          <a:stretch>
            <a:fillRect/>
          </a:stretch>
        </p:blipFill>
        <p:spPr>
          <a:xfrm>
            <a:off x="-92167" y="-17625"/>
            <a:ext cx="3940269" cy="1874137"/>
          </a:xfrm>
          <a:prstGeom prst="rect">
            <a:avLst/>
          </a:prstGeom>
          <a:noFill/>
          <a:ln>
            <a:noFill/>
          </a:ln>
        </p:spPr>
      </p:pic>
      <p:pic>
        <p:nvPicPr>
          <p:cNvPr id="1461" name="Google Shape;1461;g35251cc313b_0_1439"/>
          <p:cNvPicPr preferRelativeResize="0"/>
          <p:nvPr/>
        </p:nvPicPr>
        <p:blipFill>
          <a:blip r:embed="rId6">
            <a:alphaModFix/>
          </a:blip>
          <a:stretch>
            <a:fillRect/>
          </a:stretch>
        </p:blipFill>
        <p:spPr>
          <a:xfrm>
            <a:off x="5786575" y="-291289"/>
            <a:ext cx="4077138" cy="859600"/>
          </a:xfrm>
          <a:prstGeom prst="rect">
            <a:avLst/>
          </a:prstGeom>
          <a:noFill/>
          <a:ln>
            <a:noFill/>
          </a:ln>
        </p:spPr>
      </p:pic>
      <p:pic>
        <p:nvPicPr>
          <p:cNvPr id="1462" name="Google Shape;1462;g35251cc313b_0_1439" title="Glaciar Infografia.png"/>
          <p:cNvPicPr preferRelativeResize="0"/>
          <p:nvPr/>
        </p:nvPicPr>
        <p:blipFill>
          <a:blip r:embed="rId7">
            <a:alphaModFix/>
          </a:blip>
          <a:stretch>
            <a:fillRect/>
          </a:stretch>
        </p:blipFill>
        <p:spPr>
          <a:xfrm>
            <a:off x="491450" y="912700"/>
            <a:ext cx="8161100" cy="3998375"/>
          </a:xfrm>
          <a:prstGeom prst="rect">
            <a:avLst/>
          </a:prstGeom>
          <a:noFill/>
          <a:ln>
            <a:noFill/>
          </a:ln>
        </p:spPr>
      </p:pic>
      <p:sp>
        <p:nvSpPr>
          <p:cNvPr id="1463" name="Google Shape;1463;g35251cc313b_0_1439"/>
          <p:cNvSpPr txBox="1"/>
          <p:nvPr/>
        </p:nvSpPr>
        <p:spPr>
          <a:xfrm>
            <a:off x="1145050" y="-14125"/>
            <a:ext cx="7253100" cy="5388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lang="en" sz="3500">
                <a:solidFill>
                  <a:srgbClr val="FFFFFF"/>
                </a:solidFill>
                <a:latin typeface="Archivo Black"/>
                <a:ea typeface="Archivo Black"/>
                <a:cs typeface="Archivo Black"/>
                <a:sym typeface="Archivo Black"/>
              </a:rPr>
              <a:t>Las Capas de la Maldad</a:t>
            </a:r>
            <a:endParaRPr sz="700"/>
          </a:p>
        </p:txBody>
      </p:sp>
      <p:pic>
        <p:nvPicPr>
          <p:cNvPr id="1464" name="Google Shape;1464;g35251cc313b_0_1439"/>
          <p:cNvPicPr preferRelativeResize="0"/>
          <p:nvPr/>
        </p:nvPicPr>
        <p:blipFill>
          <a:blip r:embed="rId8">
            <a:alphaModFix/>
          </a:blip>
          <a:stretch>
            <a:fillRect/>
          </a:stretch>
        </p:blipFill>
        <p:spPr>
          <a:xfrm flipH="1">
            <a:off x="61800" y="3"/>
            <a:ext cx="605401" cy="850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468" name="Shape 1468"/>
        <p:cNvGrpSpPr/>
        <p:nvPr/>
      </p:nvGrpSpPr>
      <p:grpSpPr>
        <a:xfrm>
          <a:off x="0" y="0"/>
          <a:ext cx="0" cy="0"/>
          <a:chOff x="0" y="0"/>
          <a:chExt cx="0" cy="0"/>
        </a:xfrm>
      </p:grpSpPr>
      <p:pic>
        <p:nvPicPr>
          <p:cNvPr id="1469" name="Google Shape;1469;g34d93292148_1_71"/>
          <p:cNvPicPr preferRelativeResize="0"/>
          <p:nvPr/>
        </p:nvPicPr>
        <p:blipFill>
          <a:blip r:embed="rId3">
            <a:alphaModFix/>
          </a:blip>
          <a:stretch>
            <a:fillRect/>
          </a:stretch>
        </p:blipFill>
        <p:spPr>
          <a:xfrm>
            <a:off x="-203783" y="-14325"/>
            <a:ext cx="9554524" cy="5318439"/>
          </a:xfrm>
          <a:prstGeom prst="rect">
            <a:avLst/>
          </a:prstGeom>
          <a:noFill/>
          <a:ln>
            <a:noFill/>
          </a:ln>
        </p:spPr>
      </p:pic>
      <p:pic>
        <p:nvPicPr>
          <p:cNvPr id="1470" name="Google Shape;1470;g34d93292148_1_71"/>
          <p:cNvPicPr preferRelativeResize="0"/>
          <p:nvPr/>
        </p:nvPicPr>
        <p:blipFill>
          <a:blip r:embed="rId4">
            <a:alphaModFix/>
          </a:blip>
          <a:stretch>
            <a:fillRect/>
          </a:stretch>
        </p:blipFill>
        <p:spPr>
          <a:xfrm>
            <a:off x="297100" y="246988"/>
            <a:ext cx="11829279" cy="5048237"/>
          </a:xfrm>
          <a:prstGeom prst="rect">
            <a:avLst/>
          </a:prstGeom>
          <a:noFill/>
          <a:ln>
            <a:noFill/>
          </a:ln>
        </p:spPr>
      </p:pic>
      <p:grpSp>
        <p:nvGrpSpPr>
          <p:cNvPr id="1471" name="Google Shape;1471;g34d93292148_1_71"/>
          <p:cNvGrpSpPr/>
          <p:nvPr/>
        </p:nvGrpSpPr>
        <p:grpSpPr>
          <a:xfrm rot="5400000">
            <a:off x="-176019" y="2428185"/>
            <a:ext cx="1404925" cy="204895"/>
            <a:chOff x="0" y="-47625"/>
            <a:chExt cx="812800" cy="118539"/>
          </a:xfrm>
        </p:grpSpPr>
        <p:sp>
          <p:nvSpPr>
            <p:cNvPr id="1472" name="Google Shape;1472;g34d93292148_1_71"/>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1473" name="Google Shape;1473;g34d93292148_1_71"/>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474" name="Google Shape;1474;g34d93292148_1_71"/>
          <p:cNvGrpSpPr/>
          <p:nvPr/>
        </p:nvGrpSpPr>
        <p:grpSpPr>
          <a:xfrm rot="5400000">
            <a:off x="2798948" y="2428185"/>
            <a:ext cx="1404925" cy="204895"/>
            <a:chOff x="0" y="-47625"/>
            <a:chExt cx="812800" cy="118539"/>
          </a:xfrm>
        </p:grpSpPr>
        <p:sp>
          <p:nvSpPr>
            <p:cNvPr id="1475" name="Google Shape;1475;g34d93292148_1_71"/>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1476" name="Google Shape;1476;g34d93292148_1_71"/>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477" name="Google Shape;1477;g34d93292148_1_71"/>
          <p:cNvSpPr txBox="1"/>
          <p:nvPr/>
        </p:nvSpPr>
        <p:spPr>
          <a:xfrm>
            <a:off x="4856073" y="879945"/>
            <a:ext cx="3101400" cy="9234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 sz="6000">
                <a:solidFill>
                  <a:srgbClr val="FFFFFF"/>
                </a:solidFill>
                <a:latin typeface="Teko"/>
                <a:ea typeface="Teko"/>
                <a:cs typeface="Teko"/>
                <a:sym typeface="Teko"/>
              </a:rPr>
              <a:t>HISTORIA</a:t>
            </a:r>
            <a:endParaRPr sz="700"/>
          </a:p>
        </p:txBody>
      </p:sp>
      <p:sp>
        <p:nvSpPr>
          <p:cNvPr id="1478" name="Google Shape;1478;g34d93292148_1_71"/>
          <p:cNvSpPr txBox="1"/>
          <p:nvPr/>
        </p:nvSpPr>
        <p:spPr>
          <a:xfrm>
            <a:off x="3993725" y="1775300"/>
            <a:ext cx="4937700" cy="3223200"/>
          </a:xfrm>
          <a:prstGeom prst="rect">
            <a:avLst/>
          </a:prstGeom>
          <a:noFill/>
          <a:ln>
            <a:noFill/>
          </a:ln>
        </p:spPr>
        <p:txBody>
          <a:bodyPr anchorCtr="0" anchor="t" bIns="0" lIns="0" spcFirstLastPara="1" rIns="0" wrap="square" tIns="0">
            <a:spAutoFit/>
          </a:bodyPr>
          <a:lstStyle/>
          <a:p>
            <a:pPr indent="0" lvl="1" marL="0" marR="0" rtl="0" algn="l">
              <a:lnSpc>
                <a:spcPct val="115000"/>
              </a:lnSpc>
              <a:spcBef>
                <a:spcPts val="0"/>
              </a:spcBef>
              <a:spcAft>
                <a:spcPts val="0"/>
              </a:spcAft>
              <a:buNone/>
            </a:pPr>
            <a:r>
              <a:rPr lang="en" sz="1100" u="sng">
                <a:solidFill>
                  <a:srgbClr val="FFFFFF"/>
                </a:solidFill>
              </a:rPr>
              <a:t>Freenet (1999):</a:t>
            </a:r>
            <a:endParaRPr sz="1100" u="sng">
              <a:solidFill>
                <a:srgbClr val="FFFFFF"/>
              </a:solidFill>
            </a:endParaRPr>
          </a:p>
          <a:p>
            <a:pPr indent="0" lvl="1" marL="0" marR="0" rtl="0" algn="just">
              <a:lnSpc>
                <a:spcPct val="115000"/>
              </a:lnSpc>
              <a:spcBef>
                <a:spcPts val="0"/>
              </a:spcBef>
              <a:spcAft>
                <a:spcPts val="0"/>
              </a:spcAft>
              <a:buNone/>
            </a:pPr>
            <a:r>
              <a:rPr lang="en" sz="1100">
                <a:solidFill>
                  <a:schemeClr val="lt1"/>
                </a:solidFill>
              </a:rPr>
              <a:t>Desarrollado por Ian Clarke en la Universidad de Edimburgo, Freenet fue una de las primeras redes peer-to-peer diseñadas para comunicación anónima y publicación resistente a la censura. Su objetivo era garantizar la libertad de expresión en internet mediante un sistema descentralizado de almacenamiento y recuperación de información. </a:t>
            </a:r>
            <a:r>
              <a:rPr lang="en" sz="1100">
                <a:solidFill>
                  <a:srgbClr val="FFFFFF"/>
                </a:solidFill>
              </a:rPr>
              <a:t> Utiliza un sistema de almacenamiento distribuido para proteger la identidad de los usuarios. ​</a:t>
            </a:r>
            <a:endParaRPr sz="1100">
              <a:solidFill>
                <a:srgbClr val="FFFFFF"/>
              </a:solidFill>
            </a:endParaRPr>
          </a:p>
          <a:p>
            <a:pPr indent="0" lvl="1" marL="0" marR="0" rtl="0" algn="l">
              <a:lnSpc>
                <a:spcPct val="115000"/>
              </a:lnSpc>
              <a:spcBef>
                <a:spcPts val="0"/>
              </a:spcBef>
              <a:spcAft>
                <a:spcPts val="0"/>
              </a:spcAft>
              <a:buNone/>
            </a:pPr>
            <a:r>
              <a:t/>
            </a:r>
            <a:endParaRPr sz="1100">
              <a:solidFill>
                <a:srgbClr val="FFFFFF"/>
              </a:solidFill>
            </a:endParaRPr>
          </a:p>
          <a:p>
            <a:pPr indent="0" lvl="1" marL="0" marR="0" rtl="0" algn="l">
              <a:lnSpc>
                <a:spcPct val="115000"/>
              </a:lnSpc>
              <a:spcBef>
                <a:spcPts val="0"/>
              </a:spcBef>
              <a:spcAft>
                <a:spcPts val="0"/>
              </a:spcAft>
              <a:buNone/>
            </a:pPr>
            <a:r>
              <a:rPr lang="en" sz="1100">
                <a:solidFill>
                  <a:srgbClr val="FFFFFF"/>
                </a:solidFill>
              </a:rPr>
              <a:t> </a:t>
            </a:r>
            <a:r>
              <a:rPr lang="en" sz="1100" u="sng">
                <a:solidFill>
                  <a:srgbClr val="FFFFFF"/>
                </a:solidFill>
              </a:rPr>
              <a:t>Tor (The Onion Router) (2002):</a:t>
            </a:r>
            <a:endParaRPr sz="1100" u="sng">
              <a:solidFill>
                <a:srgbClr val="FFFFFF"/>
              </a:solidFill>
            </a:endParaRPr>
          </a:p>
          <a:p>
            <a:pPr indent="0" lvl="1" marL="0" marR="0" rtl="0" algn="just">
              <a:lnSpc>
                <a:spcPct val="115000"/>
              </a:lnSpc>
              <a:spcBef>
                <a:spcPts val="0"/>
              </a:spcBef>
              <a:spcAft>
                <a:spcPts val="0"/>
              </a:spcAft>
              <a:buNone/>
            </a:pPr>
            <a:r>
              <a:rPr lang="en" sz="1100">
                <a:solidFill>
                  <a:srgbClr val="FFFFFF"/>
                </a:solidFill>
              </a:rPr>
              <a:t>Desarrollado  por la Marina de EE. UU. para proteger las comunicaciones de inteligencia. Tor se lanzó como software de código abierto en 2004, gestionado por la organización sin fines de lucro Tor Project </a:t>
            </a:r>
            <a:r>
              <a:rPr lang="en" sz="1100">
                <a:solidFill>
                  <a:schemeClr val="lt1"/>
                </a:solidFill>
              </a:rPr>
              <a:t>ha</a:t>
            </a:r>
            <a:r>
              <a:rPr lang="en" sz="1100">
                <a:solidFill>
                  <a:schemeClr val="lt1"/>
                </a:solidFill>
              </a:rPr>
              <a:t> sido fundamental en la creación y expansión de la Dark Web.</a:t>
            </a:r>
            <a:endParaRPr sz="1100">
              <a:solidFill>
                <a:srgbClr val="FFFFFF"/>
              </a:solidFill>
            </a:endParaRPr>
          </a:p>
          <a:p>
            <a:pPr indent="0" lvl="1"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a:p>
            <a:pPr indent="0" lvl="1"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a:p>
            <a:pPr indent="0" lvl="0" marL="0" marR="0" rtl="0" algn="l">
              <a:lnSpc>
                <a:spcPct val="115000"/>
              </a:lnSpc>
              <a:spcBef>
                <a:spcPts val="0"/>
              </a:spcBef>
              <a:spcAft>
                <a:spcPts val="0"/>
              </a:spcAft>
              <a:buNone/>
            </a:pPr>
            <a:r>
              <a:t/>
            </a:r>
            <a:endParaRPr b="0" i="0" sz="1100" u="none" cap="none" strike="noStrike">
              <a:solidFill>
                <a:srgbClr val="FFFFFF"/>
              </a:solidFill>
              <a:latin typeface="Montserrat"/>
              <a:ea typeface="Montserrat"/>
              <a:cs typeface="Montserrat"/>
              <a:sym typeface="Montserrat"/>
            </a:endParaRPr>
          </a:p>
          <a:p>
            <a:pPr indent="0" lvl="1" marL="0" marR="0" rtl="0" algn="l">
              <a:lnSpc>
                <a:spcPct val="115000"/>
              </a:lnSpc>
              <a:spcBef>
                <a:spcPts val="0"/>
              </a:spcBef>
              <a:spcAft>
                <a:spcPts val="0"/>
              </a:spcAft>
              <a:buNone/>
            </a:pPr>
            <a:r>
              <a:t/>
            </a:r>
            <a:endParaRPr sz="700"/>
          </a:p>
        </p:txBody>
      </p:sp>
      <p:sp>
        <p:nvSpPr>
          <p:cNvPr id="1479" name="Google Shape;1479;g34d93292148_1_71"/>
          <p:cNvSpPr/>
          <p:nvPr/>
        </p:nvSpPr>
        <p:spPr>
          <a:xfrm>
            <a:off x="3901730" y="678697"/>
            <a:ext cx="734775" cy="736113"/>
          </a:xfrm>
          <a:custGeom>
            <a:rect b="b" l="l" r="r" t="t"/>
            <a:pathLst>
              <a:path extrusionOk="0" h="1472226" w="1469549">
                <a:moveTo>
                  <a:pt x="0" y="0"/>
                </a:moveTo>
                <a:lnTo>
                  <a:pt x="1469549" y="0"/>
                </a:lnTo>
                <a:lnTo>
                  <a:pt x="1469549" y="1472226"/>
                </a:lnTo>
                <a:lnTo>
                  <a:pt x="0" y="1472226"/>
                </a:lnTo>
                <a:lnTo>
                  <a:pt x="0" y="0"/>
                </a:lnTo>
                <a:close/>
              </a:path>
            </a:pathLst>
          </a:custGeom>
          <a:blipFill rotWithShape="1">
            <a:blip r:embed="rId5">
              <a:alphaModFix/>
            </a:blip>
            <a:stretch>
              <a:fillRect b="0" l="0" r="0" t="0"/>
            </a:stretch>
          </a:blipFill>
          <a:ln>
            <a:noFill/>
          </a:ln>
        </p:spPr>
      </p:sp>
      <p:pic>
        <p:nvPicPr>
          <p:cNvPr id="1480" name="Google Shape;1480;g34d93292148_1_71"/>
          <p:cNvPicPr preferRelativeResize="0"/>
          <p:nvPr/>
        </p:nvPicPr>
        <p:blipFill>
          <a:blip r:embed="rId6">
            <a:alphaModFix/>
          </a:blip>
          <a:stretch>
            <a:fillRect/>
          </a:stretch>
        </p:blipFill>
        <p:spPr>
          <a:xfrm>
            <a:off x="714600" y="1418925"/>
            <a:ext cx="2583950" cy="2259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484" name="Shape 1484"/>
        <p:cNvGrpSpPr/>
        <p:nvPr/>
      </p:nvGrpSpPr>
      <p:grpSpPr>
        <a:xfrm>
          <a:off x="0" y="0"/>
          <a:ext cx="0" cy="0"/>
          <a:chOff x="0" y="0"/>
          <a:chExt cx="0" cy="0"/>
        </a:xfrm>
      </p:grpSpPr>
      <p:pic>
        <p:nvPicPr>
          <p:cNvPr id="1485" name="Google Shape;1485;g358087a55f5_0_0"/>
          <p:cNvPicPr preferRelativeResize="0"/>
          <p:nvPr/>
        </p:nvPicPr>
        <p:blipFill>
          <a:blip r:embed="rId3">
            <a:alphaModFix/>
          </a:blip>
          <a:stretch>
            <a:fillRect/>
          </a:stretch>
        </p:blipFill>
        <p:spPr>
          <a:xfrm>
            <a:off x="-203783" y="-14325"/>
            <a:ext cx="9554524" cy="5318439"/>
          </a:xfrm>
          <a:prstGeom prst="rect">
            <a:avLst/>
          </a:prstGeom>
          <a:noFill/>
          <a:ln>
            <a:noFill/>
          </a:ln>
        </p:spPr>
      </p:pic>
      <p:pic>
        <p:nvPicPr>
          <p:cNvPr id="1486" name="Google Shape;1486;g358087a55f5_0_0" title="evoli.jpg"/>
          <p:cNvPicPr preferRelativeResize="0"/>
          <p:nvPr/>
        </p:nvPicPr>
        <p:blipFill>
          <a:blip r:embed="rId4">
            <a:alphaModFix/>
          </a:blip>
          <a:stretch>
            <a:fillRect/>
          </a:stretch>
        </p:blipFill>
        <p:spPr>
          <a:xfrm>
            <a:off x="2399299" y="190075"/>
            <a:ext cx="4581401" cy="4909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490" name="Shape 1490"/>
        <p:cNvGrpSpPr/>
        <p:nvPr/>
      </p:nvGrpSpPr>
      <p:grpSpPr>
        <a:xfrm>
          <a:off x="0" y="0"/>
          <a:ext cx="0" cy="0"/>
          <a:chOff x="0" y="0"/>
          <a:chExt cx="0" cy="0"/>
        </a:xfrm>
      </p:grpSpPr>
      <p:grpSp>
        <p:nvGrpSpPr>
          <p:cNvPr id="1491" name="Google Shape;1491;g34e68280d8a_0_45"/>
          <p:cNvGrpSpPr/>
          <p:nvPr/>
        </p:nvGrpSpPr>
        <p:grpSpPr>
          <a:xfrm>
            <a:off x="0" y="0"/>
            <a:ext cx="9144000" cy="5143500"/>
            <a:chOff x="0" y="0"/>
            <a:chExt cx="24384000" cy="13716000"/>
          </a:xfrm>
        </p:grpSpPr>
        <p:sp>
          <p:nvSpPr>
            <p:cNvPr id="1492" name="Google Shape;1492;g34e68280d8a_0_45"/>
            <p:cNvSpPr/>
            <p:nvPr/>
          </p:nvSpPr>
          <p:spPr>
            <a:xfrm rot="5400000">
              <a:off x="8503696" y="-8503696"/>
              <a:ext cx="7376608" cy="24384000"/>
            </a:xfrm>
            <a:custGeom>
              <a:rect b="b" l="l" r="r" t="t"/>
              <a:pathLst>
                <a:path extrusionOk="0" h="24384000" w="7376608">
                  <a:moveTo>
                    <a:pt x="0" y="0"/>
                  </a:moveTo>
                  <a:lnTo>
                    <a:pt x="7376608" y="0"/>
                  </a:lnTo>
                  <a:lnTo>
                    <a:pt x="7376608" y="24384000"/>
                  </a:lnTo>
                  <a:lnTo>
                    <a:pt x="0" y="24384000"/>
                  </a:lnTo>
                  <a:lnTo>
                    <a:pt x="0" y="0"/>
                  </a:lnTo>
                  <a:close/>
                </a:path>
              </a:pathLst>
            </a:custGeom>
            <a:blipFill rotWithShape="1">
              <a:blip r:embed="rId3">
                <a:alphaModFix/>
              </a:blip>
              <a:stretch>
                <a:fillRect b="0" l="-25549" r="-205008" t="0"/>
              </a:stretch>
            </a:blipFill>
            <a:ln>
              <a:noFill/>
            </a:ln>
          </p:spPr>
        </p:sp>
        <p:sp>
          <p:nvSpPr>
            <p:cNvPr id="1493" name="Google Shape;1493;g34e68280d8a_0_45"/>
            <p:cNvSpPr/>
            <p:nvPr/>
          </p:nvSpPr>
          <p:spPr>
            <a:xfrm flipH="1" rot="5400000">
              <a:off x="9022304" y="-1645696"/>
              <a:ext cx="6339392" cy="24384000"/>
            </a:xfrm>
            <a:custGeom>
              <a:rect b="b" l="l" r="r" t="t"/>
              <a:pathLst>
                <a:path extrusionOk="0" h="24384000" w="6339392">
                  <a:moveTo>
                    <a:pt x="0" y="24384000"/>
                  </a:moveTo>
                  <a:lnTo>
                    <a:pt x="6339392" y="24384000"/>
                  </a:lnTo>
                  <a:lnTo>
                    <a:pt x="6339392" y="0"/>
                  </a:lnTo>
                  <a:lnTo>
                    <a:pt x="0" y="0"/>
                  </a:lnTo>
                  <a:lnTo>
                    <a:pt x="0" y="24384000"/>
                  </a:lnTo>
                  <a:close/>
                </a:path>
              </a:pathLst>
            </a:custGeom>
            <a:blipFill rotWithShape="1">
              <a:blip r:embed="rId3">
                <a:alphaModFix/>
              </a:blip>
              <a:stretch>
                <a:fillRect b="0" l="-29732" r="-254898" t="0"/>
              </a:stretch>
            </a:blipFill>
            <a:ln>
              <a:noFill/>
            </a:ln>
          </p:spPr>
        </p:sp>
      </p:grpSp>
      <p:grpSp>
        <p:nvGrpSpPr>
          <p:cNvPr id="1494" name="Google Shape;1494;g34e68280d8a_0_45"/>
          <p:cNvGrpSpPr/>
          <p:nvPr/>
        </p:nvGrpSpPr>
        <p:grpSpPr>
          <a:xfrm>
            <a:off x="385139" y="399013"/>
            <a:ext cx="8385817" cy="4387149"/>
            <a:chOff x="0" y="-47625"/>
            <a:chExt cx="4417075" cy="2310850"/>
          </a:xfrm>
        </p:grpSpPr>
        <p:sp>
          <p:nvSpPr>
            <p:cNvPr id="1495" name="Google Shape;1495;g34e68280d8a_0_45"/>
            <p:cNvSpPr/>
            <p:nvPr/>
          </p:nvSpPr>
          <p:spPr>
            <a:xfrm>
              <a:off x="0" y="0"/>
              <a:ext cx="4417075" cy="2263225"/>
            </a:xfrm>
            <a:custGeom>
              <a:rect b="b" l="l" r="r" t="t"/>
              <a:pathLst>
                <a:path extrusionOk="0" h="2263225" w="4417075">
                  <a:moveTo>
                    <a:pt x="0" y="0"/>
                  </a:moveTo>
                  <a:lnTo>
                    <a:pt x="4417075" y="0"/>
                  </a:lnTo>
                  <a:lnTo>
                    <a:pt x="4417075" y="2263225"/>
                  </a:lnTo>
                  <a:lnTo>
                    <a:pt x="0" y="2263225"/>
                  </a:lnTo>
                  <a:close/>
                </a:path>
              </a:pathLst>
            </a:custGeom>
            <a:solidFill>
              <a:srgbClr val="0F1A38"/>
            </a:solidFill>
            <a:ln>
              <a:noFill/>
            </a:ln>
          </p:spPr>
        </p:sp>
        <p:sp>
          <p:nvSpPr>
            <p:cNvPr id="1496" name="Google Shape;1496;g34e68280d8a_0_45"/>
            <p:cNvSpPr txBox="1"/>
            <p:nvPr/>
          </p:nvSpPr>
          <p:spPr>
            <a:xfrm>
              <a:off x="0" y="-47625"/>
              <a:ext cx="812700" cy="8604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497" name="Google Shape;1497;g34e68280d8a_0_45"/>
          <p:cNvSpPr txBox="1"/>
          <p:nvPr/>
        </p:nvSpPr>
        <p:spPr>
          <a:xfrm>
            <a:off x="465606" y="648500"/>
            <a:ext cx="2570700" cy="277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 sz="1800">
                <a:solidFill>
                  <a:srgbClr val="71CBEF"/>
                </a:solidFill>
                <a:latin typeface="Noto Sans"/>
                <a:ea typeface="Noto Sans"/>
                <a:cs typeface="Noto Sans"/>
                <a:sym typeface="Noto Sans"/>
              </a:rPr>
              <a:t>Creencia Comun</a:t>
            </a:r>
            <a:endParaRPr sz="700"/>
          </a:p>
        </p:txBody>
      </p:sp>
      <p:sp>
        <p:nvSpPr>
          <p:cNvPr id="1498" name="Google Shape;1498;g34e68280d8a_0_45"/>
          <p:cNvSpPr txBox="1"/>
          <p:nvPr/>
        </p:nvSpPr>
        <p:spPr>
          <a:xfrm>
            <a:off x="3345170" y="645900"/>
            <a:ext cx="2570700" cy="277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 sz="1800">
                <a:solidFill>
                  <a:srgbClr val="71CBEF"/>
                </a:solidFill>
                <a:latin typeface="Noto Sans"/>
                <a:ea typeface="Noto Sans"/>
                <a:cs typeface="Noto Sans"/>
                <a:sym typeface="Noto Sans"/>
              </a:rPr>
              <a:t>Mito</a:t>
            </a:r>
            <a:endParaRPr sz="700"/>
          </a:p>
        </p:txBody>
      </p:sp>
      <p:sp>
        <p:nvSpPr>
          <p:cNvPr id="1499" name="Google Shape;1499;g34e68280d8a_0_45"/>
          <p:cNvSpPr txBox="1"/>
          <p:nvPr/>
        </p:nvSpPr>
        <p:spPr>
          <a:xfrm>
            <a:off x="6395700" y="645900"/>
            <a:ext cx="2114700" cy="277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 sz="1800">
                <a:solidFill>
                  <a:srgbClr val="71CBEF"/>
                </a:solidFill>
                <a:latin typeface="Noto Sans"/>
                <a:ea typeface="Noto Sans"/>
                <a:cs typeface="Noto Sans"/>
                <a:sym typeface="Noto Sans"/>
              </a:rPr>
              <a:t>Realidad</a:t>
            </a:r>
            <a:endParaRPr sz="700"/>
          </a:p>
        </p:txBody>
      </p:sp>
      <p:cxnSp>
        <p:nvCxnSpPr>
          <p:cNvPr id="1500" name="Google Shape;1500;g34e68280d8a_0_45"/>
          <p:cNvCxnSpPr/>
          <p:nvPr/>
        </p:nvCxnSpPr>
        <p:spPr>
          <a:xfrm flipH="1">
            <a:off x="5253350" y="1020925"/>
            <a:ext cx="11100" cy="3387900"/>
          </a:xfrm>
          <a:prstGeom prst="straightConnector1">
            <a:avLst/>
          </a:prstGeom>
          <a:noFill/>
          <a:ln cap="flat" cmpd="sng" w="38100">
            <a:solidFill>
              <a:srgbClr val="FFFFFF"/>
            </a:solidFill>
            <a:prstDash val="solid"/>
            <a:round/>
            <a:headEnd len="sm" w="sm" type="none"/>
            <a:tailEnd len="sm" w="sm" type="none"/>
          </a:ln>
        </p:spPr>
      </p:cxnSp>
      <p:sp>
        <p:nvSpPr>
          <p:cNvPr id="1501" name="Google Shape;1501;g34e68280d8a_0_45"/>
          <p:cNvSpPr txBox="1"/>
          <p:nvPr/>
        </p:nvSpPr>
        <p:spPr>
          <a:xfrm>
            <a:off x="779281" y="1229622"/>
            <a:ext cx="2207100" cy="153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FFFFFF"/>
                </a:solidFill>
              </a:rPr>
              <a:t>Accesibilidad</a:t>
            </a:r>
            <a:endParaRPr sz="700"/>
          </a:p>
        </p:txBody>
      </p:sp>
      <p:sp>
        <p:nvSpPr>
          <p:cNvPr id="1502" name="Google Shape;1502;g34e68280d8a_0_45"/>
          <p:cNvSpPr txBox="1"/>
          <p:nvPr/>
        </p:nvSpPr>
        <p:spPr>
          <a:xfrm>
            <a:off x="2558275" y="1229625"/>
            <a:ext cx="2570700" cy="369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FFFFFF"/>
                </a:solidFill>
              </a:rPr>
              <a:t>La DarkWeb es ilegal y entrar ya es delito.	</a:t>
            </a:r>
            <a:endParaRPr sz="700"/>
          </a:p>
        </p:txBody>
      </p:sp>
      <p:sp>
        <p:nvSpPr>
          <p:cNvPr id="1503" name="Google Shape;1503;g34e68280d8a_0_45"/>
          <p:cNvSpPr txBox="1"/>
          <p:nvPr/>
        </p:nvSpPr>
        <p:spPr>
          <a:xfrm>
            <a:off x="5374325" y="1229625"/>
            <a:ext cx="3493200" cy="369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FFFFFF"/>
                </a:solidFill>
              </a:rPr>
              <a:t>❌ Falso. Acceder a la Dark Web, no es ilegal. Lo ilegal es realizar actividades delictivas dentro.</a:t>
            </a:r>
            <a:endParaRPr sz="700"/>
          </a:p>
        </p:txBody>
      </p:sp>
      <p:sp>
        <p:nvSpPr>
          <p:cNvPr id="1504" name="Google Shape;1504;g34e68280d8a_0_45"/>
          <p:cNvSpPr txBox="1"/>
          <p:nvPr/>
        </p:nvSpPr>
        <p:spPr>
          <a:xfrm>
            <a:off x="779281" y="1763022"/>
            <a:ext cx="2207100" cy="153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FFFFFF"/>
                </a:solidFill>
              </a:rPr>
              <a:t>Contenido predominante</a:t>
            </a:r>
            <a:endParaRPr sz="700"/>
          </a:p>
        </p:txBody>
      </p:sp>
      <p:sp>
        <p:nvSpPr>
          <p:cNvPr id="1505" name="Google Shape;1505;g34e68280d8a_0_45"/>
          <p:cNvSpPr txBox="1"/>
          <p:nvPr/>
        </p:nvSpPr>
        <p:spPr>
          <a:xfrm>
            <a:off x="2558275" y="1763025"/>
            <a:ext cx="2570700" cy="153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FFFFFF"/>
                </a:solidFill>
              </a:rPr>
              <a:t>Todo lo que hay en la DarkWeb es criminal.</a:t>
            </a:r>
            <a:endParaRPr sz="700"/>
          </a:p>
        </p:txBody>
      </p:sp>
      <p:sp>
        <p:nvSpPr>
          <p:cNvPr id="1506" name="Google Shape;1506;g34e68280d8a_0_45"/>
          <p:cNvSpPr txBox="1"/>
          <p:nvPr/>
        </p:nvSpPr>
        <p:spPr>
          <a:xfrm>
            <a:off x="5374325" y="1763025"/>
            <a:ext cx="3493200" cy="369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FFFFFF"/>
                </a:solidFill>
              </a:rPr>
              <a:t>❌ No todo. Hay foros de privacidad, activismo político, periodismo, bibliotecas y plataformas de denuncia anónima.</a:t>
            </a:r>
            <a:endParaRPr sz="700"/>
          </a:p>
        </p:txBody>
      </p:sp>
      <p:sp>
        <p:nvSpPr>
          <p:cNvPr id="1507" name="Google Shape;1507;g34e68280d8a_0_45"/>
          <p:cNvSpPr txBox="1"/>
          <p:nvPr/>
        </p:nvSpPr>
        <p:spPr>
          <a:xfrm>
            <a:off x="779281" y="2296422"/>
            <a:ext cx="2207100" cy="153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FFFFFF"/>
                </a:solidFill>
              </a:rPr>
              <a:t>Habilidades Requeridas	</a:t>
            </a:r>
            <a:endParaRPr sz="700"/>
          </a:p>
        </p:txBody>
      </p:sp>
      <p:sp>
        <p:nvSpPr>
          <p:cNvPr id="1508" name="Google Shape;1508;g34e68280d8a_0_45"/>
          <p:cNvSpPr txBox="1"/>
          <p:nvPr/>
        </p:nvSpPr>
        <p:spPr>
          <a:xfrm>
            <a:off x="2558275" y="2296425"/>
            <a:ext cx="2570700" cy="153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FFFFFF"/>
                </a:solidFill>
              </a:rPr>
              <a:t>Solo expertos pueden acceder.</a:t>
            </a:r>
            <a:endParaRPr sz="700"/>
          </a:p>
        </p:txBody>
      </p:sp>
      <p:sp>
        <p:nvSpPr>
          <p:cNvPr id="1509" name="Google Shape;1509;g34e68280d8a_0_45"/>
          <p:cNvSpPr txBox="1"/>
          <p:nvPr/>
        </p:nvSpPr>
        <p:spPr>
          <a:xfrm>
            <a:off x="5374325" y="2296425"/>
            <a:ext cx="3493200" cy="153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FFFFFF"/>
                </a:solidFill>
              </a:rPr>
              <a:t>❌ Falso. Cualquiera puede acceder con Tor.</a:t>
            </a:r>
            <a:endParaRPr sz="700"/>
          </a:p>
        </p:txBody>
      </p:sp>
      <p:sp>
        <p:nvSpPr>
          <p:cNvPr id="1510" name="Google Shape;1510;g34e68280d8a_0_45"/>
          <p:cNvSpPr txBox="1"/>
          <p:nvPr/>
        </p:nvSpPr>
        <p:spPr>
          <a:xfrm>
            <a:off x="779281" y="2601222"/>
            <a:ext cx="2207100" cy="153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FFFFFF"/>
                </a:solidFill>
              </a:rPr>
              <a:t>Tamaño y Estructura</a:t>
            </a:r>
            <a:endParaRPr sz="700"/>
          </a:p>
        </p:txBody>
      </p:sp>
      <p:sp>
        <p:nvSpPr>
          <p:cNvPr id="1511" name="Google Shape;1511;g34e68280d8a_0_45"/>
          <p:cNvSpPr txBox="1"/>
          <p:nvPr/>
        </p:nvSpPr>
        <p:spPr>
          <a:xfrm>
            <a:off x="2558275" y="2601225"/>
            <a:ext cx="2570700" cy="153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FFFFFF"/>
                </a:solidFill>
              </a:rPr>
              <a:t>Todo su contenido no esta indexado.</a:t>
            </a:r>
            <a:endParaRPr sz="700"/>
          </a:p>
        </p:txBody>
      </p:sp>
      <p:sp>
        <p:nvSpPr>
          <p:cNvPr id="1512" name="Google Shape;1512;g34e68280d8a_0_45"/>
          <p:cNvSpPr txBox="1"/>
          <p:nvPr/>
        </p:nvSpPr>
        <p:spPr>
          <a:xfrm>
            <a:off x="5374325" y="2601225"/>
            <a:ext cx="3493200" cy="369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FFFFFF"/>
                </a:solidFill>
              </a:rPr>
              <a:t>✅ Verdadero. Hay motores de búsqueda que facilitan el acceso pero la mayoria no esta indexado.</a:t>
            </a:r>
            <a:endParaRPr sz="700"/>
          </a:p>
        </p:txBody>
      </p:sp>
      <p:sp>
        <p:nvSpPr>
          <p:cNvPr id="1513" name="Google Shape;1513;g34e68280d8a_0_45"/>
          <p:cNvSpPr txBox="1"/>
          <p:nvPr/>
        </p:nvSpPr>
        <p:spPr>
          <a:xfrm>
            <a:off x="779281" y="3134622"/>
            <a:ext cx="2207100" cy="153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FFFFFF"/>
                </a:solidFill>
              </a:rPr>
              <a:t>Monitoreo del estado</a:t>
            </a:r>
            <a:endParaRPr sz="700"/>
          </a:p>
        </p:txBody>
      </p:sp>
      <p:sp>
        <p:nvSpPr>
          <p:cNvPr id="1514" name="Google Shape;1514;g34e68280d8a_0_45"/>
          <p:cNvSpPr txBox="1"/>
          <p:nvPr/>
        </p:nvSpPr>
        <p:spPr>
          <a:xfrm>
            <a:off x="2558275" y="3134625"/>
            <a:ext cx="2570700" cy="369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FFFFFF"/>
                </a:solidFill>
              </a:rPr>
              <a:t>Las Agencias de gobierno y empresas de Ciberseguridad monitorean la DarkWeb.</a:t>
            </a:r>
            <a:endParaRPr sz="700"/>
          </a:p>
        </p:txBody>
      </p:sp>
      <p:sp>
        <p:nvSpPr>
          <p:cNvPr id="1515" name="Google Shape;1515;g34e68280d8a_0_45"/>
          <p:cNvSpPr txBox="1"/>
          <p:nvPr/>
        </p:nvSpPr>
        <p:spPr>
          <a:xfrm>
            <a:off x="5374325" y="3134625"/>
            <a:ext cx="3493200" cy="369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FFFFFF"/>
                </a:solidFill>
              </a:rPr>
              <a:t>✅ Verdadero. Las fuerzas Jedi monitorean y han desmantelado múltiples mercados.</a:t>
            </a:r>
            <a:endParaRPr sz="700"/>
          </a:p>
        </p:txBody>
      </p:sp>
      <p:sp>
        <p:nvSpPr>
          <p:cNvPr id="1516" name="Google Shape;1516;g34e68280d8a_0_45"/>
          <p:cNvSpPr txBox="1"/>
          <p:nvPr/>
        </p:nvSpPr>
        <p:spPr>
          <a:xfrm>
            <a:off x="779281" y="3668021"/>
            <a:ext cx="2207100" cy="153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FFFFFF"/>
                </a:solidFill>
              </a:rPr>
              <a:t>Rastreo de usuarios</a:t>
            </a:r>
            <a:endParaRPr sz="700"/>
          </a:p>
        </p:txBody>
      </p:sp>
      <p:sp>
        <p:nvSpPr>
          <p:cNvPr id="1517" name="Google Shape;1517;g34e68280d8a_0_45"/>
          <p:cNvSpPr txBox="1"/>
          <p:nvPr/>
        </p:nvSpPr>
        <p:spPr>
          <a:xfrm>
            <a:off x="2558275" y="3668025"/>
            <a:ext cx="2570700" cy="153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FFFFFF"/>
                </a:solidFill>
              </a:rPr>
              <a:t>No se puede rastrear a nadie en la DarkWeb.</a:t>
            </a:r>
            <a:endParaRPr sz="700"/>
          </a:p>
        </p:txBody>
      </p:sp>
      <p:sp>
        <p:nvSpPr>
          <p:cNvPr id="1518" name="Google Shape;1518;g34e68280d8a_0_45"/>
          <p:cNvSpPr txBox="1"/>
          <p:nvPr/>
        </p:nvSpPr>
        <p:spPr>
          <a:xfrm>
            <a:off x="5374325" y="3668025"/>
            <a:ext cx="3493200" cy="369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FFFFFF"/>
                </a:solidFill>
              </a:rPr>
              <a:t>❌ Falso. Con errores operacionales (OPSEC), o vulnerabilidades, los usuarios pueden ser rastreados.</a:t>
            </a:r>
            <a:endParaRPr sz="700"/>
          </a:p>
        </p:txBody>
      </p:sp>
      <p:cxnSp>
        <p:nvCxnSpPr>
          <p:cNvPr id="1519" name="Google Shape;1519;g34e68280d8a_0_45"/>
          <p:cNvCxnSpPr/>
          <p:nvPr/>
        </p:nvCxnSpPr>
        <p:spPr>
          <a:xfrm flipH="1">
            <a:off x="2357750" y="1020925"/>
            <a:ext cx="11100" cy="3387900"/>
          </a:xfrm>
          <a:prstGeom prst="straightConnector1">
            <a:avLst/>
          </a:prstGeom>
          <a:noFill/>
          <a:ln cap="flat" cmpd="sng" w="38100">
            <a:solidFill>
              <a:srgbClr val="FFFFFF"/>
            </a:solidFill>
            <a:prstDash val="solid"/>
            <a:round/>
            <a:headEnd len="sm" w="sm" type="none"/>
            <a:tailEnd len="sm" w="sm" type="none"/>
          </a:ln>
        </p:spPr>
      </p:cxnSp>
      <p:sp>
        <p:nvSpPr>
          <p:cNvPr id="1520" name="Google Shape;1520;g34e68280d8a_0_45"/>
          <p:cNvSpPr txBox="1"/>
          <p:nvPr/>
        </p:nvSpPr>
        <p:spPr>
          <a:xfrm>
            <a:off x="779281" y="4201422"/>
            <a:ext cx="2207100" cy="153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FFFFFF"/>
                </a:solidFill>
              </a:rPr>
              <a:t>Tamaño y alcance</a:t>
            </a:r>
            <a:endParaRPr sz="700"/>
          </a:p>
        </p:txBody>
      </p:sp>
      <p:sp>
        <p:nvSpPr>
          <p:cNvPr id="1521" name="Google Shape;1521;g34e68280d8a_0_45"/>
          <p:cNvSpPr txBox="1"/>
          <p:nvPr/>
        </p:nvSpPr>
        <p:spPr>
          <a:xfrm>
            <a:off x="2558275" y="4201425"/>
            <a:ext cx="2570700" cy="369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FFFFFF"/>
                </a:solidFill>
              </a:rPr>
              <a:t>La DarkWeb es más grande que la ClearWeb.</a:t>
            </a:r>
            <a:endParaRPr sz="700"/>
          </a:p>
        </p:txBody>
      </p:sp>
      <p:sp>
        <p:nvSpPr>
          <p:cNvPr id="1522" name="Google Shape;1522;g34e68280d8a_0_45"/>
          <p:cNvSpPr txBox="1"/>
          <p:nvPr/>
        </p:nvSpPr>
        <p:spPr>
          <a:xfrm>
            <a:off x="5374325" y="4201425"/>
            <a:ext cx="3493200" cy="369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FFFFFF"/>
                </a:solidFill>
              </a:rPr>
              <a:t>❌ Falso. La Dark Web representa una porción mucho </a:t>
            </a:r>
            <a:endParaRPr sz="1000">
              <a:solidFill>
                <a:srgbClr val="FFFFFF"/>
              </a:solidFill>
            </a:endParaRPr>
          </a:p>
          <a:p>
            <a:pPr indent="0" lvl="0" marL="0" marR="0" rtl="0" algn="l">
              <a:lnSpc>
                <a:spcPct val="140000"/>
              </a:lnSpc>
              <a:spcBef>
                <a:spcPts val="0"/>
              </a:spcBef>
              <a:spcAft>
                <a:spcPts val="0"/>
              </a:spcAft>
              <a:buNone/>
            </a:pPr>
            <a:r>
              <a:rPr lang="en" sz="1000">
                <a:solidFill>
                  <a:srgbClr val="FFFFFF"/>
                </a:solidFill>
              </a:rPr>
              <a:t>menor del total.</a:t>
            </a:r>
            <a:endParaRPr sz="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502">
                                            <p:txEl>
                                              <p:pRg end="0" st="0"/>
                                            </p:txEl>
                                          </p:spTgt>
                                        </p:tgtEl>
                                        <p:attrNameLst>
                                          <p:attrName>style.visibility</p:attrName>
                                        </p:attrNameLst>
                                      </p:cBhvr>
                                      <p:to>
                                        <p:strVal val="visible"/>
                                      </p:to>
                                    </p:set>
                                    <p:anim calcmode="lin" valueType="num">
                                      <p:cBhvr additive="base">
                                        <p:cTn dur="1000"/>
                                        <p:tgtEl>
                                          <p:spTgt spid="150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03"/>
                                        </p:tgtEl>
                                        <p:attrNameLst>
                                          <p:attrName>style.visibility</p:attrName>
                                        </p:attrNameLst>
                                      </p:cBhvr>
                                      <p:to>
                                        <p:strVal val="visible"/>
                                      </p:to>
                                    </p:set>
                                    <p:anim calcmode="lin" valueType="num">
                                      <p:cBhvr additive="base">
                                        <p:cTn dur="1000"/>
                                        <p:tgtEl>
                                          <p:spTgt spid="150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505">
                                            <p:txEl>
                                              <p:pRg end="0" st="0"/>
                                            </p:txEl>
                                          </p:spTgt>
                                        </p:tgtEl>
                                        <p:attrNameLst>
                                          <p:attrName>style.visibility</p:attrName>
                                        </p:attrNameLst>
                                      </p:cBhvr>
                                      <p:to>
                                        <p:strVal val="visible"/>
                                      </p:to>
                                    </p:set>
                                    <p:anim calcmode="lin" valueType="num">
                                      <p:cBhvr additive="base">
                                        <p:cTn dur="1000"/>
                                        <p:tgtEl>
                                          <p:spTgt spid="150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06"/>
                                        </p:tgtEl>
                                        <p:attrNameLst>
                                          <p:attrName>style.visibility</p:attrName>
                                        </p:attrNameLst>
                                      </p:cBhvr>
                                      <p:to>
                                        <p:strVal val="visible"/>
                                      </p:to>
                                    </p:set>
                                    <p:anim calcmode="lin" valueType="num">
                                      <p:cBhvr additive="base">
                                        <p:cTn dur="1000"/>
                                        <p:tgtEl>
                                          <p:spTgt spid="150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508">
                                            <p:txEl>
                                              <p:pRg end="0" st="0"/>
                                            </p:txEl>
                                          </p:spTgt>
                                        </p:tgtEl>
                                        <p:attrNameLst>
                                          <p:attrName>style.visibility</p:attrName>
                                        </p:attrNameLst>
                                      </p:cBhvr>
                                      <p:to>
                                        <p:strVal val="visible"/>
                                      </p:to>
                                    </p:set>
                                    <p:anim calcmode="lin" valueType="num">
                                      <p:cBhvr additive="base">
                                        <p:cTn dur="1000"/>
                                        <p:tgtEl>
                                          <p:spTgt spid="150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09"/>
                                        </p:tgtEl>
                                        <p:attrNameLst>
                                          <p:attrName>style.visibility</p:attrName>
                                        </p:attrNameLst>
                                      </p:cBhvr>
                                      <p:to>
                                        <p:strVal val="visible"/>
                                      </p:to>
                                    </p:set>
                                    <p:anim calcmode="lin" valueType="num">
                                      <p:cBhvr additive="base">
                                        <p:cTn dur="1000"/>
                                        <p:tgtEl>
                                          <p:spTgt spid="150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511">
                                            <p:txEl>
                                              <p:pRg end="0" st="0"/>
                                            </p:txEl>
                                          </p:spTgt>
                                        </p:tgtEl>
                                        <p:attrNameLst>
                                          <p:attrName>style.visibility</p:attrName>
                                        </p:attrNameLst>
                                      </p:cBhvr>
                                      <p:to>
                                        <p:strVal val="visible"/>
                                      </p:to>
                                    </p:set>
                                    <p:anim calcmode="lin" valueType="num">
                                      <p:cBhvr additive="base">
                                        <p:cTn dur="1000"/>
                                        <p:tgtEl>
                                          <p:spTgt spid="151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2"/>
                                        </p:tgtEl>
                                        <p:attrNameLst>
                                          <p:attrName>style.visibility</p:attrName>
                                        </p:attrNameLst>
                                      </p:cBhvr>
                                      <p:to>
                                        <p:strVal val="visible"/>
                                      </p:to>
                                    </p:set>
                                    <p:anim calcmode="lin" valueType="num">
                                      <p:cBhvr additive="base">
                                        <p:cTn dur="1000"/>
                                        <p:tgtEl>
                                          <p:spTgt spid="151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3"/>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1514">
                                            <p:txEl>
                                              <p:pRg end="0" st="0"/>
                                            </p:txEl>
                                          </p:spTgt>
                                        </p:tgtEl>
                                        <p:attrNameLst>
                                          <p:attrName>style.visibility</p:attrName>
                                        </p:attrNameLst>
                                      </p:cBhvr>
                                      <p:to>
                                        <p:strVal val="visible"/>
                                      </p:to>
                                    </p:set>
                                    <p:anim calcmode="lin" valueType="num">
                                      <p:cBhvr additive="base">
                                        <p:cTn dur="1000"/>
                                        <p:tgtEl>
                                          <p:spTgt spid="151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5"/>
                                        </p:tgtEl>
                                        <p:attrNameLst>
                                          <p:attrName>style.visibility</p:attrName>
                                        </p:attrNameLst>
                                      </p:cBhvr>
                                      <p:to>
                                        <p:strVal val="visible"/>
                                      </p:to>
                                    </p:set>
                                    <p:anim calcmode="lin" valueType="num">
                                      <p:cBhvr additive="base">
                                        <p:cTn dur="1000"/>
                                        <p:tgtEl>
                                          <p:spTgt spid="151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517">
                                            <p:txEl>
                                              <p:pRg end="0" st="0"/>
                                            </p:txEl>
                                          </p:spTgt>
                                        </p:tgtEl>
                                        <p:attrNameLst>
                                          <p:attrName>style.visibility</p:attrName>
                                        </p:attrNameLst>
                                      </p:cBhvr>
                                      <p:to>
                                        <p:strVal val="visible"/>
                                      </p:to>
                                    </p:set>
                                    <p:anim calcmode="lin" valueType="num">
                                      <p:cBhvr additive="base">
                                        <p:cTn dur="1000"/>
                                        <p:tgtEl>
                                          <p:spTgt spid="151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8"/>
                                        </p:tgtEl>
                                        <p:attrNameLst>
                                          <p:attrName>style.visibility</p:attrName>
                                        </p:attrNameLst>
                                      </p:cBhvr>
                                      <p:to>
                                        <p:strVal val="visible"/>
                                      </p:to>
                                    </p:set>
                                    <p:anim calcmode="lin" valueType="num">
                                      <p:cBhvr additive="base">
                                        <p:cTn dur="1000"/>
                                        <p:tgtEl>
                                          <p:spTgt spid="151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521">
                                            <p:txEl>
                                              <p:pRg end="0" st="0"/>
                                            </p:txEl>
                                          </p:spTgt>
                                        </p:tgtEl>
                                        <p:attrNameLst>
                                          <p:attrName>style.visibility</p:attrName>
                                        </p:attrNameLst>
                                      </p:cBhvr>
                                      <p:to>
                                        <p:strVal val="visible"/>
                                      </p:to>
                                    </p:set>
                                    <p:anim calcmode="lin" valueType="num">
                                      <p:cBhvr additive="base">
                                        <p:cTn dur="1000"/>
                                        <p:tgtEl>
                                          <p:spTgt spid="152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22"/>
                                        </p:tgtEl>
                                        <p:attrNameLst>
                                          <p:attrName>style.visibility</p:attrName>
                                        </p:attrNameLst>
                                      </p:cBhvr>
                                      <p:to>
                                        <p:strVal val="visible"/>
                                      </p:to>
                                    </p:set>
                                    <p:anim calcmode="lin" valueType="num">
                                      <p:cBhvr additive="base">
                                        <p:cTn dur="1000"/>
                                        <p:tgtEl>
                                          <p:spTgt spid="152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526" name="Shape 1526"/>
        <p:cNvGrpSpPr/>
        <p:nvPr/>
      </p:nvGrpSpPr>
      <p:grpSpPr>
        <a:xfrm>
          <a:off x="0" y="0"/>
          <a:ext cx="0" cy="0"/>
          <a:chOff x="0" y="0"/>
          <a:chExt cx="0" cy="0"/>
        </a:xfrm>
      </p:grpSpPr>
      <p:grpSp>
        <p:nvGrpSpPr>
          <p:cNvPr id="1527" name="Google Shape;1527;g359c7b0364d_0_3073"/>
          <p:cNvGrpSpPr/>
          <p:nvPr/>
        </p:nvGrpSpPr>
        <p:grpSpPr>
          <a:xfrm>
            <a:off x="0" y="0"/>
            <a:ext cx="9144000" cy="5143500"/>
            <a:chOff x="0" y="0"/>
            <a:chExt cx="24384000" cy="13716000"/>
          </a:xfrm>
        </p:grpSpPr>
        <p:sp>
          <p:nvSpPr>
            <p:cNvPr id="1528" name="Google Shape;1528;g359c7b0364d_0_3073"/>
            <p:cNvSpPr/>
            <p:nvPr/>
          </p:nvSpPr>
          <p:spPr>
            <a:xfrm rot="5400000">
              <a:off x="8503696" y="-8503696"/>
              <a:ext cx="7376608" cy="24384000"/>
            </a:xfrm>
            <a:custGeom>
              <a:rect b="b" l="l" r="r" t="t"/>
              <a:pathLst>
                <a:path extrusionOk="0" h="24384000" w="7376608">
                  <a:moveTo>
                    <a:pt x="0" y="0"/>
                  </a:moveTo>
                  <a:lnTo>
                    <a:pt x="7376608" y="0"/>
                  </a:lnTo>
                  <a:lnTo>
                    <a:pt x="7376608" y="24384000"/>
                  </a:lnTo>
                  <a:lnTo>
                    <a:pt x="0" y="24384000"/>
                  </a:lnTo>
                  <a:lnTo>
                    <a:pt x="0" y="0"/>
                  </a:lnTo>
                  <a:close/>
                </a:path>
              </a:pathLst>
            </a:custGeom>
            <a:blipFill rotWithShape="1">
              <a:blip r:embed="rId3">
                <a:alphaModFix/>
              </a:blip>
              <a:stretch>
                <a:fillRect b="0" l="-25549" r="-205008" t="0"/>
              </a:stretch>
            </a:blipFill>
            <a:ln>
              <a:noFill/>
            </a:ln>
          </p:spPr>
        </p:sp>
        <p:sp>
          <p:nvSpPr>
            <p:cNvPr id="1529" name="Google Shape;1529;g359c7b0364d_0_3073"/>
            <p:cNvSpPr/>
            <p:nvPr/>
          </p:nvSpPr>
          <p:spPr>
            <a:xfrm flipH="1" rot="5400000">
              <a:off x="9022304" y="-1645696"/>
              <a:ext cx="6339392" cy="24384000"/>
            </a:xfrm>
            <a:custGeom>
              <a:rect b="b" l="l" r="r" t="t"/>
              <a:pathLst>
                <a:path extrusionOk="0" h="24384000" w="6339392">
                  <a:moveTo>
                    <a:pt x="0" y="24384000"/>
                  </a:moveTo>
                  <a:lnTo>
                    <a:pt x="6339392" y="24384000"/>
                  </a:lnTo>
                  <a:lnTo>
                    <a:pt x="6339392" y="0"/>
                  </a:lnTo>
                  <a:lnTo>
                    <a:pt x="0" y="0"/>
                  </a:lnTo>
                  <a:lnTo>
                    <a:pt x="0" y="24384000"/>
                  </a:lnTo>
                  <a:close/>
                </a:path>
              </a:pathLst>
            </a:custGeom>
            <a:blipFill rotWithShape="1">
              <a:blip r:embed="rId3">
                <a:alphaModFix/>
              </a:blip>
              <a:stretch>
                <a:fillRect b="0" l="-29732" r="-254898" t="0"/>
              </a:stretch>
            </a:blipFill>
            <a:ln>
              <a:noFill/>
            </a:ln>
          </p:spPr>
        </p:sp>
      </p:grpSp>
      <p:grpSp>
        <p:nvGrpSpPr>
          <p:cNvPr id="1530" name="Google Shape;1530;g359c7b0364d_0_3073"/>
          <p:cNvGrpSpPr/>
          <p:nvPr/>
        </p:nvGrpSpPr>
        <p:grpSpPr>
          <a:xfrm>
            <a:off x="385139" y="399013"/>
            <a:ext cx="8385817" cy="4387149"/>
            <a:chOff x="0" y="-47625"/>
            <a:chExt cx="4417075" cy="2310850"/>
          </a:xfrm>
        </p:grpSpPr>
        <p:sp>
          <p:nvSpPr>
            <p:cNvPr id="1531" name="Google Shape;1531;g359c7b0364d_0_3073"/>
            <p:cNvSpPr/>
            <p:nvPr/>
          </p:nvSpPr>
          <p:spPr>
            <a:xfrm>
              <a:off x="0" y="0"/>
              <a:ext cx="4417075" cy="2263225"/>
            </a:xfrm>
            <a:custGeom>
              <a:rect b="b" l="l" r="r" t="t"/>
              <a:pathLst>
                <a:path extrusionOk="0" h="2263225" w="4417075">
                  <a:moveTo>
                    <a:pt x="0" y="0"/>
                  </a:moveTo>
                  <a:lnTo>
                    <a:pt x="4417075" y="0"/>
                  </a:lnTo>
                  <a:lnTo>
                    <a:pt x="4417075" y="2263225"/>
                  </a:lnTo>
                  <a:lnTo>
                    <a:pt x="0" y="2263225"/>
                  </a:lnTo>
                  <a:close/>
                </a:path>
              </a:pathLst>
            </a:custGeom>
            <a:solidFill>
              <a:srgbClr val="0F1A38"/>
            </a:solidFill>
            <a:ln>
              <a:noFill/>
            </a:ln>
          </p:spPr>
        </p:sp>
        <p:sp>
          <p:nvSpPr>
            <p:cNvPr id="1532" name="Google Shape;1532;g359c7b0364d_0_3073"/>
            <p:cNvSpPr txBox="1"/>
            <p:nvPr/>
          </p:nvSpPr>
          <p:spPr>
            <a:xfrm>
              <a:off x="0" y="-47625"/>
              <a:ext cx="812700" cy="8604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533" name="Google Shape;1533;g359c7b0364d_0_3073"/>
          <p:cNvSpPr txBox="1"/>
          <p:nvPr/>
        </p:nvSpPr>
        <p:spPr>
          <a:xfrm>
            <a:off x="465606" y="648500"/>
            <a:ext cx="2570700" cy="277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 sz="1800">
                <a:solidFill>
                  <a:srgbClr val="71CBEF"/>
                </a:solidFill>
                <a:latin typeface="Noto Sans"/>
                <a:ea typeface="Noto Sans"/>
                <a:cs typeface="Noto Sans"/>
                <a:sym typeface="Noto Sans"/>
              </a:rPr>
              <a:t>Creencia Comun</a:t>
            </a:r>
            <a:endParaRPr sz="700"/>
          </a:p>
        </p:txBody>
      </p:sp>
      <p:sp>
        <p:nvSpPr>
          <p:cNvPr id="1534" name="Google Shape;1534;g359c7b0364d_0_3073"/>
          <p:cNvSpPr txBox="1"/>
          <p:nvPr/>
        </p:nvSpPr>
        <p:spPr>
          <a:xfrm>
            <a:off x="3345170" y="645900"/>
            <a:ext cx="2570700" cy="277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 sz="1800">
                <a:solidFill>
                  <a:srgbClr val="71CBEF"/>
                </a:solidFill>
                <a:latin typeface="Noto Sans"/>
                <a:ea typeface="Noto Sans"/>
                <a:cs typeface="Noto Sans"/>
                <a:sym typeface="Noto Sans"/>
              </a:rPr>
              <a:t>Mito</a:t>
            </a:r>
            <a:endParaRPr sz="700"/>
          </a:p>
        </p:txBody>
      </p:sp>
      <p:sp>
        <p:nvSpPr>
          <p:cNvPr id="1535" name="Google Shape;1535;g359c7b0364d_0_3073"/>
          <p:cNvSpPr txBox="1"/>
          <p:nvPr/>
        </p:nvSpPr>
        <p:spPr>
          <a:xfrm>
            <a:off x="6395700" y="645900"/>
            <a:ext cx="2114700" cy="277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 sz="1800">
                <a:solidFill>
                  <a:srgbClr val="71CBEF"/>
                </a:solidFill>
                <a:latin typeface="Noto Sans"/>
                <a:ea typeface="Noto Sans"/>
                <a:cs typeface="Noto Sans"/>
                <a:sym typeface="Noto Sans"/>
              </a:rPr>
              <a:t>Realidad</a:t>
            </a:r>
            <a:endParaRPr sz="700"/>
          </a:p>
        </p:txBody>
      </p:sp>
      <p:cxnSp>
        <p:nvCxnSpPr>
          <p:cNvPr id="1536" name="Google Shape;1536;g359c7b0364d_0_3073"/>
          <p:cNvCxnSpPr/>
          <p:nvPr/>
        </p:nvCxnSpPr>
        <p:spPr>
          <a:xfrm flipH="1">
            <a:off x="5253350" y="1020925"/>
            <a:ext cx="11100" cy="3387900"/>
          </a:xfrm>
          <a:prstGeom prst="straightConnector1">
            <a:avLst/>
          </a:prstGeom>
          <a:noFill/>
          <a:ln cap="flat" cmpd="sng" w="38100">
            <a:solidFill>
              <a:srgbClr val="FFFFFF"/>
            </a:solidFill>
            <a:prstDash val="solid"/>
            <a:round/>
            <a:headEnd len="sm" w="sm" type="none"/>
            <a:tailEnd len="sm" w="sm" type="none"/>
          </a:ln>
        </p:spPr>
      </p:cxnSp>
      <p:sp>
        <p:nvSpPr>
          <p:cNvPr id="1537" name="Google Shape;1537;g359c7b0364d_0_3073"/>
          <p:cNvSpPr txBox="1"/>
          <p:nvPr/>
        </p:nvSpPr>
        <p:spPr>
          <a:xfrm>
            <a:off x="779281" y="1229622"/>
            <a:ext cx="2207100" cy="1539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en" sz="1000">
                <a:solidFill>
                  <a:schemeClr val="lt1"/>
                </a:solidFill>
              </a:rPr>
              <a:t>Compras	</a:t>
            </a:r>
            <a:endParaRPr sz="1000">
              <a:solidFill>
                <a:srgbClr val="FFFFFF"/>
              </a:solidFill>
            </a:endParaRPr>
          </a:p>
        </p:txBody>
      </p:sp>
      <p:sp>
        <p:nvSpPr>
          <p:cNvPr id="1538" name="Google Shape;1538;g359c7b0364d_0_3073"/>
          <p:cNvSpPr txBox="1"/>
          <p:nvPr/>
        </p:nvSpPr>
        <p:spPr>
          <a:xfrm>
            <a:off x="2558275" y="1229625"/>
            <a:ext cx="2570700" cy="3693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Clr>
                <a:schemeClr val="dk1"/>
              </a:buClr>
              <a:buSzPts val="1100"/>
              <a:buFont typeface="Arial"/>
              <a:buNone/>
            </a:pPr>
            <a:r>
              <a:rPr lang="en" sz="1000">
                <a:solidFill>
                  <a:schemeClr val="lt1"/>
                </a:solidFill>
              </a:rPr>
              <a:t>Algunos mercados están protegidos y los vendedores tienen reputación.</a:t>
            </a:r>
            <a:endParaRPr sz="700"/>
          </a:p>
        </p:txBody>
      </p:sp>
      <p:sp>
        <p:nvSpPr>
          <p:cNvPr id="1539" name="Google Shape;1539;g359c7b0364d_0_3073"/>
          <p:cNvSpPr txBox="1"/>
          <p:nvPr/>
        </p:nvSpPr>
        <p:spPr>
          <a:xfrm>
            <a:off x="5374325" y="1229625"/>
            <a:ext cx="3493200" cy="3693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Clr>
                <a:schemeClr val="dk1"/>
              </a:buClr>
              <a:buSzPts val="1100"/>
              <a:buFont typeface="Arial"/>
              <a:buNone/>
            </a:pPr>
            <a:r>
              <a:rPr lang="en" sz="1000">
                <a:solidFill>
                  <a:schemeClr val="lt1"/>
                </a:solidFill>
              </a:rPr>
              <a:t>✅ Verdadero. Algunos foros de venta poseen sistemas de </a:t>
            </a:r>
            <a:endParaRPr sz="1000">
              <a:solidFill>
                <a:schemeClr val="lt1"/>
              </a:solidFill>
            </a:endParaRPr>
          </a:p>
          <a:p>
            <a:pPr indent="0" lvl="0" marL="0" rtl="0" algn="l">
              <a:lnSpc>
                <a:spcPct val="140000"/>
              </a:lnSpc>
              <a:spcBef>
                <a:spcPts val="0"/>
              </a:spcBef>
              <a:spcAft>
                <a:spcPts val="0"/>
              </a:spcAft>
              <a:buClr>
                <a:schemeClr val="dk1"/>
              </a:buClr>
              <a:buSzPts val="1100"/>
              <a:buFont typeface="Arial"/>
              <a:buNone/>
            </a:pPr>
            <a:r>
              <a:rPr lang="en" sz="1000">
                <a:solidFill>
                  <a:schemeClr val="lt1"/>
                </a:solidFill>
              </a:rPr>
              <a:t>Puntuación de vendedores y sistemas de reembolso.</a:t>
            </a:r>
            <a:endParaRPr sz="1000">
              <a:solidFill>
                <a:srgbClr val="FFFFFF"/>
              </a:solidFill>
            </a:endParaRPr>
          </a:p>
        </p:txBody>
      </p:sp>
      <p:sp>
        <p:nvSpPr>
          <p:cNvPr id="1540" name="Google Shape;1540;g359c7b0364d_0_3073"/>
          <p:cNvSpPr txBox="1"/>
          <p:nvPr/>
        </p:nvSpPr>
        <p:spPr>
          <a:xfrm>
            <a:off x="779281" y="1763022"/>
            <a:ext cx="2207100" cy="1539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en" sz="1000">
                <a:solidFill>
                  <a:schemeClr val="lt1"/>
                </a:solidFill>
              </a:rPr>
              <a:t>Usuarios y Actividades</a:t>
            </a:r>
            <a:endParaRPr sz="1000">
              <a:solidFill>
                <a:srgbClr val="FFFFFF"/>
              </a:solidFill>
            </a:endParaRPr>
          </a:p>
        </p:txBody>
      </p:sp>
      <p:sp>
        <p:nvSpPr>
          <p:cNvPr id="1541" name="Google Shape;1541;g359c7b0364d_0_3073"/>
          <p:cNvSpPr txBox="1"/>
          <p:nvPr/>
        </p:nvSpPr>
        <p:spPr>
          <a:xfrm>
            <a:off x="2558275" y="1763025"/>
            <a:ext cx="2570700" cy="3693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Clr>
                <a:schemeClr val="dk1"/>
              </a:buClr>
              <a:buSzPts val="1100"/>
              <a:buFont typeface="Arial"/>
              <a:buNone/>
            </a:pPr>
            <a:r>
              <a:rPr lang="en" sz="1000">
                <a:solidFill>
                  <a:schemeClr val="lt1"/>
                </a:solidFill>
              </a:rPr>
              <a:t>Todos los crímenes en línea ocurren en la DarkWeb.</a:t>
            </a:r>
            <a:endParaRPr sz="700"/>
          </a:p>
        </p:txBody>
      </p:sp>
      <p:sp>
        <p:nvSpPr>
          <p:cNvPr id="1542" name="Google Shape;1542;g359c7b0364d_0_3073"/>
          <p:cNvSpPr txBox="1"/>
          <p:nvPr/>
        </p:nvSpPr>
        <p:spPr>
          <a:xfrm>
            <a:off x="5374325" y="1763025"/>
            <a:ext cx="3493200" cy="3693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Clr>
                <a:schemeClr val="dk1"/>
              </a:buClr>
              <a:buSzPts val="1100"/>
              <a:buFont typeface="Arial"/>
              <a:buNone/>
            </a:pPr>
            <a:r>
              <a:rPr lang="en" sz="1000">
                <a:solidFill>
                  <a:schemeClr val="lt1"/>
                </a:solidFill>
              </a:rPr>
              <a:t>❌ Falso. Muchos crímenes ocurren en la ClearWeb, como en redes sociales.</a:t>
            </a:r>
            <a:endParaRPr sz="700"/>
          </a:p>
        </p:txBody>
      </p:sp>
      <p:sp>
        <p:nvSpPr>
          <p:cNvPr id="1543" name="Google Shape;1543;g359c7b0364d_0_3073"/>
          <p:cNvSpPr txBox="1"/>
          <p:nvPr/>
        </p:nvSpPr>
        <p:spPr>
          <a:xfrm>
            <a:off x="779281" y="2296422"/>
            <a:ext cx="2207100" cy="1539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en" sz="1000">
                <a:solidFill>
                  <a:schemeClr val="lt1"/>
                </a:solidFill>
              </a:rPr>
              <a:t>Legalidad en las compras</a:t>
            </a:r>
            <a:endParaRPr sz="1000">
              <a:solidFill>
                <a:srgbClr val="FFFFFF"/>
              </a:solidFill>
            </a:endParaRPr>
          </a:p>
        </p:txBody>
      </p:sp>
      <p:sp>
        <p:nvSpPr>
          <p:cNvPr id="1544" name="Google Shape;1544;g359c7b0364d_0_3073"/>
          <p:cNvSpPr txBox="1"/>
          <p:nvPr/>
        </p:nvSpPr>
        <p:spPr>
          <a:xfrm>
            <a:off x="2558275" y="2296425"/>
            <a:ext cx="2570700" cy="1539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en" sz="1000">
                <a:solidFill>
                  <a:schemeClr val="lt1"/>
                </a:solidFill>
              </a:rPr>
              <a:t>Hay transacciones que son legales.</a:t>
            </a:r>
            <a:endParaRPr sz="1000">
              <a:solidFill>
                <a:srgbClr val="FFFFFF"/>
              </a:solidFill>
            </a:endParaRPr>
          </a:p>
        </p:txBody>
      </p:sp>
      <p:sp>
        <p:nvSpPr>
          <p:cNvPr id="1545" name="Google Shape;1545;g359c7b0364d_0_3073"/>
          <p:cNvSpPr txBox="1"/>
          <p:nvPr/>
        </p:nvSpPr>
        <p:spPr>
          <a:xfrm>
            <a:off x="5374325" y="2296425"/>
            <a:ext cx="3493200" cy="3693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Clr>
                <a:schemeClr val="dk1"/>
              </a:buClr>
              <a:buSzPts val="1100"/>
              <a:buFont typeface="Arial"/>
              <a:buNone/>
            </a:pPr>
            <a:r>
              <a:rPr lang="en" sz="1000">
                <a:solidFill>
                  <a:schemeClr val="lt1"/>
                </a:solidFill>
              </a:rPr>
              <a:t>✅ Verdadero. Hay servicios o activos que pueden ser </a:t>
            </a:r>
            <a:endParaRPr sz="1000">
              <a:solidFill>
                <a:schemeClr val="lt1"/>
              </a:solidFill>
            </a:endParaRPr>
          </a:p>
          <a:p>
            <a:pPr indent="0" lvl="0" marL="0" rtl="0" algn="l">
              <a:lnSpc>
                <a:spcPct val="140000"/>
              </a:lnSpc>
              <a:spcBef>
                <a:spcPts val="0"/>
              </a:spcBef>
              <a:spcAft>
                <a:spcPts val="0"/>
              </a:spcAft>
              <a:buClr>
                <a:schemeClr val="dk1"/>
              </a:buClr>
              <a:buSzPts val="1100"/>
              <a:buFont typeface="Arial"/>
              <a:buNone/>
            </a:pPr>
            <a:r>
              <a:rPr lang="en" sz="1000">
                <a:solidFill>
                  <a:schemeClr val="lt1"/>
                </a:solidFill>
              </a:rPr>
              <a:t>Comprados legalmente.</a:t>
            </a:r>
            <a:endParaRPr sz="1000">
              <a:solidFill>
                <a:srgbClr val="FFFFFF"/>
              </a:solidFill>
            </a:endParaRPr>
          </a:p>
        </p:txBody>
      </p:sp>
      <p:sp>
        <p:nvSpPr>
          <p:cNvPr id="1546" name="Google Shape;1546;g359c7b0364d_0_3073"/>
          <p:cNvSpPr txBox="1"/>
          <p:nvPr/>
        </p:nvSpPr>
        <p:spPr>
          <a:xfrm>
            <a:off x="779281" y="2906022"/>
            <a:ext cx="2207100" cy="1539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Clr>
                <a:schemeClr val="dk1"/>
              </a:buClr>
              <a:buSzPts val="1100"/>
              <a:buFont typeface="Arial"/>
              <a:buNone/>
            </a:pPr>
            <a:r>
              <a:rPr lang="en" sz="1000">
                <a:solidFill>
                  <a:schemeClr val="lt1"/>
                </a:solidFill>
              </a:rPr>
              <a:t>Anonimato y Seguridad</a:t>
            </a:r>
            <a:endParaRPr sz="700"/>
          </a:p>
        </p:txBody>
      </p:sp>
      <p:sp>
        <p:nvSpPr>
          <p:cNvPr id="1547" name="Google Shape;1547;g359c7b0364d_0_3073"/>
          <p:cNvSpPr txBox="1"/>
          <p:nvPr/>
        </p:nvSpPr>
        <p:spPr>
          <a:xfrm>
            <a:off x="2558275" y="2906025"/>
            <a:ext cx="2570700" cy="3693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Clr>
                <a:schemeClr val="dk1"/>
              </a:buClr>
              <a:buSzPts val="1100"/>
              <a:buFont typeface="Arial"/>
              <a:buNone/>
            </a:pPr>
            <a:r>
              <a:rPr lang="en" sz="1000">
                <a:solidFill>
                  <a:schemeClr val="lt1"/>
                </a:solidFill>
              </a:rPr>
              <a:t>Es la única forma de permanecer anónimo en línea.</a:t>
            </a:r>
            <a:endParaRPr sz="700"/>
          </a:p>
        </p:txBody>
      </p:sp>
      <p:sp>
        <p:nvSpPr>
          <p:cNvPr id="1548" name="Google Shape;1548;g359c7b0364d_0_3073"/>
          <p:cNvSpPr txBox="1"/>
          <p:nvPr/>
        </p:nvSpPr>
        <p:spPr>
          <a:xfrm>
            <a:off x="5374325" y="2906025"/>
            <a:ext cx="3493200" cy="1539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en" sz="1000">
                <a:solidFill>
                  <a:schemeClr val="lt1"/>
                </a:solidFill>
              </a:rPr>
              <a:t>❌ Falso. La anonimidad absoluta no existe.</a:t>
            </a:r>
            <a:endParaRPr sz="1000">
              <a:solidFill>
                <a:srgbClr val="FFFFFF"/>
              </a:solidFill>
            </a:endParaRPr>
          </a:p>
        </p:txBody>
      </p:sp>
      <p:sp>
        <p:nvSpPr>
          <p:cNvPr id="1549" name="Google Shape;1549;g359c7b0364d_0_3073"/>
          <p:cNvSpPr txBox="1"/>
          <p:nvPr/>
        </p:nvSpPr>
        <p:spPr>
          <a:xfrm>
            <a:off x="779281" y="3439421"/>
            <a:ext cx="2207100" cy="1539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Clr>
                <a:schemeClr val="dk1"/>
              </a:buClr>
              <a:buSzPts val="1100"/>
              <a:buFont typeface="Arial"/>
              <a:buNone/>
            </a:pPr>
            <a:r>
              <a:rPr lang="en" sz="1000">
                <a:solidFill>
                  <a:schemeClr val="lt1"/>
                </a:solidFill>
              </a:rPr>
              <a:t>Proposito</a:t>
            </a:r>
            <a:endParaRPr sz="700"/>
          </a:p>
        </p:txBody>
      </p:sp>
      <p:sp>
        <p:nvSpPr>
          <p:cNvPr id="1550" name="Google Shape;1550;g359c7b0364d_0_3073"/>
          <p:cNvSpPr txBox="1"/>
          <p:nvPr/>
        </p:nvSpPr>
        <p:spPr>
          <a:xfrm>
            <a:off x="2558275" y="3439425"/>
            <a:ext cx="2570700" cy="1539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en" sz="1000">
                <a:solidFill>
                  <a:schemeClr val="lt1"/>
                </a:solidFill>
              </a:rPr>
              <a:t>La DarkWeb fue creada para delincuentes.</a:t>
            </a:r>
            <a:endParaRPr sz="1000">
              <a:solidFill>
                <a:srgbClr val="FFFFFF"/>
              </a:solidFill>
            </a:endParaRPr>
          </a:p>
        </p:txBody>
      </p:sp>
      <p:sp>
        <p:nvSpPr>
          <p:cNvPr id="1551" name="Google Shape;1551;g359c7b0364d_0_3073"/>
          <p:cNvSpPr txBox="1"/>
          <p:nvPr/>
        </p:nvSpPr>
        <p:spPr>
          <a:xfrm>
            <a:off x="5374325" y="3439425"/>
            <a:ext cx="3493200" cy="5850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Clr>
                <a:schemeClr val="dk1"/>
              </a:buClr>
              <a:buSzPts val="1100"/>
              <a:buFont typeface="Arial"/>
              <a:buNone/>
            </a:pPr>
            <a:r>
              <a:rPr lang="en" sz="1000">
                <a:solidFill>
                  <a:schemeClr val="lt1"/>
                </a:solidFill>
              </a:rPr>
              <a:t>❌ Falso. Inicialmente fue desarrollada por el gobierno de EE.UU. para comunicaciones seguras, y es una herramienta para la libertad digital.</a:t>
            </a:r>
            <a:endParaRPr sz="700"/>
          </a:p>
        </p:txBody>
      </p:sp>
      <p:cxnSp>
        <p:nvCxnSpPr>
          <p:cNvPr id="1552" name="Google Shape;1552;g359c7b0364d_0_3073"/>
          <p:cNvCxnSpPr/>
          <p:nvPr/>
        </p:nvCxnSpPr>
        <p:spPr>
          <a:xfrm flipH="1">
            <a:off x="2357750" y="1020925"/>
            <a:ext cx="11100" cy="338790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538">
                                            <p:txEl>
                                              <p:pRg end="0" st="0"/>
                                            </p:txEl>
                                          </p:spTgt>
                                        </p:tgtEl>
                                        <p:attrNameLst>
                                          <p:attrName>style.visibility</p:attrName>
                                        </p:attrNameLst>
                                      </p:cBhvr>
                                      <p:to>
                                        <p:strVal val="visible"/>
                                      </p:to>
                                    </p:set>
                                    <p:anim calcmode="lin" valueType="num">
                                      <p:cBhvr additive="base">
                                        <p:cTn dur="1000"/>
                                        <p:tgtEl>
                                          <p:spTgt spid="153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9"/>
                                        </p:tgtEl>
                                        <p:attrNameLst>
                                          <p:attrName>style.visibility</p:attrName>
                                        </p:attrNameLst>
                                      </p:cBhvr>
                                      <p:to>
                                        <p:strVal val="visible"/>
                                      </p:to>
                                    </p:set>
                                    <p:anim calcmode="lin" valueType="num">
                                      <p:cBhvr additive="base">
                                        <p:cTn dur="1000"/>
                                        <p:tgtEl>
                                          <p:spTgt spid="153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541">
                                            <p:txEl>
                                              <p:pRg end="0" st="0"/>
                                            </p:txEl>
                                          </p:spTgt>
                                        </p:tgtEl>
                                        <p:attrNameLst>
                                          <p:attrName>style.visibility</p:attrName>
                                        </p:attrNameLst>
                                      </p:cBhvr>
                                      <p:to>
                                        <p:strVal val="visible"/>
                                      </p:to>
                                    </p:set>
                                    <p:anim calcmode="lin" valueType="num">
                                      <p:cBhvr additive="base">
                                        <p:cTn dur="1000"/>
                                        <p:tgtEl>
                                          <p:spTgt spid="154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42"/>
                                        </p:tgtEl>
                                        <p:attrNameLst>
                                          <p:attrName>style.visibility</p:attrName>
                                        </p:attrNameLst>
                                      </p:cBhvr>
                                      <p:to>
                                        <p:strVal val="visible"/>
                                      </p:to>
                                    </p:set>
                                    <p:anim calcmode="lin" valueType="num">
                                      <p:cBhvr additive="base">
                                        <p:cTn dur="1000"/>
                                        <p:tgtEl>
                                          <p:spTgt spid="154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544">
                                            <p:txEl>
                                              <p:pRg end="0" st="0"/>
                                            </p:txEl>
                                          </p:spTgt>
                                        </p:tgtEl>
                                        <p:attrNameLst>
                                          <p:attrName>style.visibility</p:attrName>
                                        </p:attrNameLst>
                                      </p:cBhvr>
                                      <p:to>
                                        <p:strVal val="visible"/>
                                      </p:to>
                                    </p:set>
                                    <p:anim calcmode="lin" valueType="num">
                                      <p:cBhvr additive="base">
                                        <p:cTn dur="1000"/>
                                        <p:tgtEl>
                                          <p:spTgt spid="154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45"/>
                                        </p:tgtEl>
                                        <p:attrNameLst>
                                          <p:attrName>style.visibility</p:attrName>
                                        </p:attrNameLst>
                                      </p:cBhvr>
                                      <p:to>
                                        <p:strVal val="visible"/>
                                      </p:to>
                                    </p:set>
                                    <p:anim calcmode="lin" valueType="num">
                                      <p:cBhvr additive="base">
                                        <p:cTn dur="1000"/>
                                        <p:tgtEl>
                                          <p:spTgt spid="154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547">
                                            <p:txEl>
                                              <p:pRg end="0" st="0"/>
                                            </p:txEl>
                                          </p:spTgt>
                                        </p:tgtEl>
                                        <p:attrNameLst>
                                          <p:attrName>style.visibility</p:attrName>
                                        </p:attrNameLst>
                                      </p:cBhvr>
                                      <p:to>
                                        <p:strVal val="visible"/>
                                      </p:to>
                                    </p:set>
                                    <p:anim calcmode="lin" valueType="num">
                                      <p:cBhvr additive="base">
                                        <p:cTn dur="1000"/>
                                        <p:tgtEl>
                                          <p:spTgt spid="154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48"/>
                                        </p:tgtEl>
                                        <p:attrNameLst>
                                          <p:attrName>style.visibility</p:attrName>
                                        </p:attrNameLst>
                                      </p:cBhvr>
                                      <p:to>
                                        <p:strVal val="visible"/>
                                      </p:to>
                                    </p:set>
                                    <p:anim calcmode="lin" valueType="num">
                                      <p:cBhvr additive="base">
                                        <p:cTn dur="1000"/>
                                        <p:tgtEl>
                                          <p:spTgt spid="154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9"/>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1550">
                                            <p:txEl>
                                              <p:pRg end="0" st="0"/>
                                            </p:txEl>
                                          </p:spTgt>
                                        </p:tgtEl>
                                        <p:attrNameLst>
                                          <p:attrName>style.visibility</p:attrName>
                                        </p:attrNameLst>
                                      </p:cBhvr>
                                      <p:to>
                                        <p:strVal val="visible"/>
                                      </p:to>
                                    </p:set>
                                    <p:anim calcmode="lin" valueType="num">
                                      <p:cBhvr additive="base">
                                        <p:cTn dur="1000"/>
                                        <p:tgtEl>
                                          <p:spTgt spid="155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51"/>
                                        </p:tgtEl>
                                        <p:attrNameLst>
                                          <p:attrName>style.visibility</p:attrName>
                                        </p:attrNameLst>
                                      </p:cBhvr>
                                      <p:to>
                                        <p:strVal val="visible"/>
                                      </p:to>
                                    </p:set>
                                    <p:anim calcmode="lin" valueType="num">
                                      <p:cBhvr additive="base">
                                        <p:cTn dur="1000"/>
                                        <p:tgtEl>
                                          <p:spTgt spid="155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556" name="Shape 1556"/>
        <p:cNvGrpSpPr/>
        <p:nvPr/>
      </p:nvGrpSpPr>
      <p:grpSpPr>
        <a:xfrm>
          <a:off x="0" y="0"/>
          <a:ext cx="0" cy="0"/>
          <a:chOff x="0" y="0"/>
          <a:chExt cx="0" cy="0"/>
        </a:xfrm>
      </p:grpSpPr>
      <p:pic>
        <p:nvPicPr>
          <p:cNvPr id="1557" name="Google Shape;1557;g357c580f6f6_1_10" title="klipartz.com.png"/>
          <p:cNvPicPr preferRelativeResize="0"/>
          <p:nvPr/>
        </p:nvPicPr>
        <p:blipFill>
          <a:blip r:embed="rId3">
            <a:alphaModFix/>
          </a:blip>
          <a:stretch>
            <a:fillRect/>
          </a:stretch>
        </p:blipFill>
        <p:spPr>
          <a:xfrm>
            <a:off x="5569525" y="2896325"/>
            <a:ext cx="1979175" cy="1979175"/>
          </a:xfrm>
          <a:prstGeom prst="rect">
            <a:avLst/>
          </a:prstGeom>
          <a:noFill/>
          <a:ln>
            <a:noFill/>
          </a:ln>
        </p:spPr>
      </p:pic>
      <p:pic>
        <p:nvPicPr>
          <p:cNvPr id="1558" name="Google Shape;1558;g357c580f6f6_1_10" title="Capitulo 2 PIOLA.png"/>
          <p:cNvPicPr preferRelativeResize="0"/>
          <p:nvPr/>
        </p:nvPicPr>
        <p:blipFill>
          <a:blip r:embed="rId4">
            <a:alphaModFix/>
          </a:blip>
          <a:stretch>
            <a:fillRect/>
          </a:stretch>
        </p:blipFill>
        <p:spPr>
          <a:xfrm>
            <a:off x="0" y="-646825"/>
            <a:ext cx="9144000" cy="5790326"/>
          </a:xfrm>
          <a:prstGeom prst="rect">
            <a:avLst/>
          </a:prstGeom>
          <a:noFill/>
          <a:ln>
            <a:noFill/>
          </a:ln>
        </p:spPr>
      </p:pic>
      <p:pic>
        <p:nvPicPr>
          <p:cNvPr id="1559" name="Google Shape;1559;g357c580f6f6_1_10" title="6987f7a8258d7ee62dd5515b9fa05ebc.png"/>
          <p:cNvPicPr preferRelativeResize="0"/>
          <p:nvPr/>
        </p:nvPicPr>
        <p:blipFill>
          <a:blip r:embed="rId5">
            <a:alphaModFix/>
          </a:blip>
          <a:stretch>
            <a:fillRect/>
          </a:stretch>
        </p:blipFill>
        <p:spPr>
          <a:xfrm>
            <a:off x="399374" y="2069800"/>
            <a:ext cx="892175" cy="501950"/>
          </a:xfrm>
          <a:prstGeom prst="rect">
            <a:avLst/>
          </a:prstGeom>
          <a:noFill/>
          <a:ln>
            <a:noFill/>
          </a:ln>
        </p:spPr>
      </p:pic>
      <p:pic>
        <p:nvPicPr>
          <p:cNvPr id="1560" name="Google Shape;1560;g357c580f6f6_1_10" title="215e5c639c51b39f2067609781d91c9a.png"/>
          <p:cNvPicPr preferRelativeResize="0"/>
          <p:nvPr/>
        </p:nvPicPr>
        <p:blipFill>
          <a:blip r:embed="rId6">
            <a:alphaModFix/>
          </a:blip>
          <a:stretch>
            <a:fillRect/>
          </a:stretch>
        </p:blipFill>
        <p:spPr>
          <a:xfrm>
            <a:off x="7880450" y="2693288"/>
            <a:ext cx="687375" cy="687375"/>
          </a:xfrm>
          <a:prstGeom prst="rect">
            <a:avLst/>
          </a:prstGeom>
          <a:noFill/>
          <a:ln>
            <a:noFill/>
          </a:ln>
        </p:spPr>
      </p:pic>
      <p:pic>
        <p:nvPicPr>
          <p:cNvPr id="1561" name="Google Shape;1561;g357c580f6f6_1_10" title="error-404.png"/>
          <p:cNvPicPr preferRelativeResize="0"/>
          <p:nvPr/>
        </p:nvPicPr>
        <p:blipFill>
          <a:blip r:embed="rId7">
            <a:alphaModFix/>
          </a:blip>
          <a:stretch>
            <a:fillRect/>
          </a:stretch>
        </p:blipFill>
        <p:spPr>
          <a:xfrm>
            <a:off x="501770" y="3380675"/>
            <a:ext cx="687375" cy="687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5" name="Shape 1565"/>
        <p:cNvGrpSpPr/>
        <p:nvPr/>
      </p:nvGrpSpPr>
      <p:grpSpPr>
        <a:xfrm>
          <a:off x="0" y="0"/>
          <a:ext cx="0" cy="0"/>
          <a:chOff x="0" y="0"/>
          <a:chExt cx="0" cy="0"/>
        </a:xfrm>
      </p:grpSpPr>
      <p:pic>
        <p:nvPicPr>
          <p:cNvPr id="1566" name="Google Shape;1566;g34e68280d8a_0_98"/>
          <p:cNvPicPr preferRelativeResize="0"/>
          <p:nvPr/>
        </p:nvPicPr>
        <p:blipFill rotWithShape="1">
          <a:blip r:embed="rId3">
            <a:alphaModFix/>
          </a:blip>
          <a:srcRect b="7819" l="0" r="0" t="7828"/>
          <a:stretch/>
        </p:blipFill>
        <p:spPr>
          <a:xfrm>
            <a:off x="0" y="0"/>
            <a:ext cx="9144000" cy="5143499"/>
          </a:xfrm>
          <a:prstGeom prst="rect">
            <a:avLst/>
          </a:prstGeom>
          <a:noFill/>
          <a:ln>
            <a:noFill/>
          </a:ln>
        </p:spPr>
      </p:pic>
      <p:grpSp>
        <p:nvGrpSpPr>
          <p:cNvPr id="1567" name="Google Shape;1567;g34e68280d8a_0_98"/>
          <p:cNvGrpSpPr/>
          <p:nvPr/>
        </p:nvGrpSpPr>
        <p:grpSpPr>
          <a:xfrm>
            <a:off x="4772323" y="-390815"/>
            <a:ext cx="4319260" cy="5925093"/>
            <a:chOff x="0" y="0"/>
            <a:chExt cx="4591050" cy="6297930"/>
          </a:xfrm>
        </p:grpSpPr>
        <p:sp>
          <p:nvSpPr>
            <p:cNvPr id="1568" name="Google Shape;1568;g34e68280d8a_0_98"/>
            <p:cNvSpPr/>
            <p:nvPr/>
          </p:nvSpPr>
          <p:spPr>
            <a:xfrm>
              <a:off x="0" y="0"/>
              <a:ext cx="4591050" cy="6297930"/>
            </a:xfrm>
            <a:custGeom>
              <a:rect b="b" l="l" r="r" t="t"/>
              <a:pathLst>
                <a:path extrusionOk="0" h="6297930" w="4591050">
                  <a:moveTo>
                    <a:pt x="3148330" y="1708150"/>
                  </a:moveTo>
                  <a:cubicBezTo>
                    <a:pt x="2754630" y="1708150"/>
                    <a:pt x="2396490" y="1866900"/>
                    <a:pt x="2136140" y="2124710"/>
                  </a:cubicBezTo>
                  <a:lnTo>
                    <a:pt x="1611630" y="1600200"/>
                  </a:lnTo>
                  <a:cubicBezTo>
                    <a:pt x="1778000" y="1430020"/>
                    <a:pt x="1882140" y="1197610"/>
                    <a:pt x="1882140" y="941070"/>
                  </a:cubicBezTo>
                  <a:cubicBezTo>
                    <a:pt x="1882140" y="421640"/>
                    <a:pt x="1459230" y="0"/>
                    <a:pt x="941070" y="0"/>
                  </a:cubicBezTo>
                  <a:cubicBezTo>
                    <a:pt x="422910" y="0"/>
                    <a:pt x="0" y="421640"/>
                    <a:pt x="0" y="941070"/>
                  </a:cubicBezTo>
                  <a:cubicBezTo>
                    <a:pt x="0" y="1459230"/>
                    <a:pt x="421640" y="1882140"/>
                    <a:pt x="941070" y="1882140"/>
                  </a:cubicBezTo>
                  <a:cubicBezTo>
                    <a:pt x="1160780" y="1882140"/>
                    <a:pt x="1362710" y="1805940"/>
                    <a:pt x="1524000" y="1678940"/>
                  </a:cubicBezTo>
                  <a:lnTo>
                    <a:pt x="2056130" y="2211070"/>
                  </a:lnTo>
                  <a:cubicBezTo>
                    <a:pt x="1838960" y="2463800"/>
                    <a:pt x="1708150" y="2791460"/>
                    <a:pt x="1708150" y="3148330"/>
                  </a:cubicBezTo>
                  <a:cubicBezTo>
                    <a:pt x="1708150" y="3549650"/>
                    <a:pt x="1873250" y="3914140"/>
                    <a:pt x="2139950" y="4175760"/>
                  </a:cubicBezTo>
                  <a:lnTo>
                    <a:pt x="1614170" y="4701540"/>
                  </a:lnTo>
                  <a:cubicBezTo>
                    <a:pt x="1442720" y="4526280"/>
                    <a:pt x="1203960" y="4417060"/>
                    <a:pt x="941070" y="4417060"/>
                  </a:cubicBezTo>
                  <a:cubicBezTo>
                    <a:pt x="421640" y="4415790"/>
                    <a:pt x="0" y="4838700"/>
                    <a:pt x="0" y="5356860"/>
                  </a:cubicBezTo>
                  <a:cubicBezTo>
                    <a:pt x="0" y="5875020"/>
                    <a:pt x="421640" y="6297930"/>
                    <a:pt x="941070" y="6297930"/>
                  </a:cubicBezTo>
                  <a:cubicBezTo>
                    <a:pt x="1459230" y="6297930"/>
                    <a:pt x="1882140" y="5876290"/>
                    <a:pt x="1882140" y="5356860"/>
                  </a:cubicBezTo>
                  <a:cubicBezTo>
                    <a:pt x="1882140" y="5144770"/>
                    <a:pt x="1811020" y="4947920"/>
                    <a:pt x="1692910" y="4790440"/>
                  </a:cubicBezTo>
                  <a:lnTo>
                    <a:pt x="2228850" y="4254500"/>
                  </a:lnTo>
                  <a:cubicBezTo>
                    <a:pt x="2479040" y="4462780"/>
                    <a:pt x="2800350" y="4588509"/>
                    <a:pt x="3150870" y="4588509"/>
                  </a:cubicBezTo>
                  <a:cubicBezTo>
                    <a:pt x="3945890" y="4588509"/>
                    <a:pt x="4591050" y="3942080"/>
                    <a:pt x="4591050" y="3148330"/>
                  </a:cubicBezTo>
                  <a:cubicBezTo>
                    <a:pt x="4589780" y="2354580"/>
                    <a:pt x="3943350" y="1708150"/>
                    <a:pt x="3148330" y="1708150"/>
                  </a:cubicBezTo>
                  <a:close/>
                </a:path>
              </a:pathLst>
            </a:custGeom>
            <a:solidFill>
              <a:srgbClr val="60B3D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69" name="Google Shape;1569;g34e68280d8a_0_98"/>
            <p:cNvSpPr/>
            <p:nvPr/>
          </p:nvSpPr>
          <p:spPr>
            <a:xfrm>
              <a:off x="118110" y="4533900"/>
              <a:ext cx="1645920" cy="1645920"/>
            </a:xfrm>
            <a:custGeom>
              <a:rect b="b" l="l" r="r" t="t"/>
              <a:pathLst>
                <a:path extrusionOk="0" h="1645920" w="1645920">
                  <a:moveTo>
                    <a:pt x="822960" y="1645920"/>
                  </a:moveTo>
                  <a:cubicBezTo>
                    <a:pt x="369570" y="1645920"/>
                    <a:pt x="0" y="1277620"/>
                    <a:pt x="0" y="822960"/>
                  </a:cubicBezTo>
                  <a:cubicBezTo>
                    <a:pt x="0" y="368300"/>
                    <a:pt x="368300" y="0"/>
                    <a:pt x="822960" y="0"/>
                  </a:cubicBezTo>
                  <a:cubicBezTo>
                    <a:pt x="1276350" y="0"/>
                    <a:pt x="1645920" y="368300"/>
                    <a:pt x="1645920" y="822960"/>
                  </a:cubicBezTo>
                  <a:cubicBezTo>
                    <a:pt x="1645920" y="1277620"/>
                    <a:pt x="1276350" y="1645920"/>
                    <a:pt x="822960" y="1645920"/>
                  </a:cubicBezTo>
                  <a:close/>
                </a:path>
              </a:pathLst>
            </a:custGeom>
            <a:blipFill rotWithShape="1">
              <a:blip r:embed="rId4">
                <a:alphaModFix/>
              </a:blip>
              <a:stretch>
                <a:fillRect b="0" l="-16660" r="-16670" t="0"/>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pSp>
      <p:sp>
        <p:nvSpPr>
          <p:cNvPr id="1570" name="Google Shape;1570;g34e68280d8a_0_98"/>
          <p:cNvSpPr txBox="1"/>
          <p:nvPr/>
        </p:nvSpPr>
        <p:spPr>
          <a:xfrm>
            <a:off x="514350" y="509588"/>
            <a:ext cx="4057800" cy="2031900"/>
          </a:xfrm>
          <a:prstGeom prst="rect">
            <a:avLst/>
          </a:prstGeom>
          <a:noFill/>
          <a:ln>
            <a:noFill/>
          </a:ln>
          <a:effectLst>
            <a:outerShdw blurRad="828675" rotWithShape="0" algn="bl" dir="840000" dist="19050">
              <a:srgbClr val="6CE5E8">
                <a:alpha val="9500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 sz="6000">
                <a:solidFill>
                  <a:schemeClr val="lt1"/>
                </a:solidFill>
                <a:latin typeface="Teko Medium"/>
                <a:ea typeface="Teko Medium"/>
                <a:cs typeface="Teko Medium"/>
                <a:sym typeface="Teko Medium"/>
              </a:rPr>
              <a:t>TECNOLOGIAS</a:t>
            </a:r>
            <a:endParaRPr sz="6000">
              <a:solidFill>
                <a:schemeClr val="lt1"/>
              </a:solidFill>
              <a:latin typeface="Teko Medium"/>
              <a:ea typeface="Teko Medium"/>
              <a:cs typeface="Teko Medium"/>
              <a:sym typeface="Teko Medium"/>
            </a:endParaRPr>
          </a:p>
          <a:p>
            <a:pPr indent="0" lvl="0" marL="0" marR="0" rtl="0" algn="l">
              <a:lnSpc>
                <a:spcPct val="120000"/>
              </a:lnSpc>
              <a:spcBef>
                <a:spcPts val="0"/>
              </a:spcBef>
              <a:spcAft>
                <a:spcPts val="0"/>
              </a:spcAft>
              <a:buNone/>
            </a:pPr>
            <a:r>
              <a:rPr lang="en" sz="6000">
                <a:solidFill>
                  <a:schemeClr val="lt1"/>
                </a:solidFill>
                <a:latin typeface="Teko Medium"/>
                <a:ea typeface="Teko Medium"/>
                <a:cs typeface="Teko Medium"/>
                <a:sym typeface="Teko Medium"/>
              </a:rPr>
              <a:t>PRINCIPALES</a:t>
            </a:r>
            <a:endParaRPr sz="6000">
              <a:solidFill>
                <a:schemeClr val="lt1"/>
              </a:solidFill>
              <a:latin typeface="Teko Medium"/>
              <a:ea typeface="Teko Medium"/>
              <a:cs typeface="Teko Medium"/>
              <a:sym typeface="Teko Medium"/>
            </a:endParaRPr>
          </a:p>
        </p:txBody>
      </p:sp>
      <p:sp>
        <p:nvSpPr>
          <p:cNvPr id="1571" name="Google Shape;1571;g34e68280d8a_0_98"/>
          <p:cNvSpPr txBox="1"/>
          <p:nvPr/>
        </p:nvSpPr>
        <p:spPr>
          <a:xfrm>
            <a:off x="438150" y="2897125"/>
            <a:ext cx="4983000" cy="997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lang="en" sz="1800">
                <a:solidFill>
                  <a:srgbClr val="FFFFFF"/>
                </a:solidFill>
                <a:latin typeface="Montserrat"/>
                <a:ea typeface="Montserrat"/>
                <a:cs typeface="Montserrat"/>
                <a:sym typeface="Montserrat"/>
              </a:rPr>
              <a:t>Como vimos, en la DarkWeb coexisten muchas redes...</a:t>
            </a:r>
            <a:endParaRPr sz="1800">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None/>
            </a:pPr>
            <a:r>
              <a:rPr lang="en" sz="1800">
                <a:solidFill>
                  <a:srgbClr val="FFFFFF"/>
                </a:solidFill>
                <a:latin typeface="Montserrat"/>
                <a:ea typeface="Montserrat"/>
                <a:cs typeface="Montserrat"/>
                <a:sym typeface="Montserrat"/>
              </a:rPr>
              <a:t>Sin embargo nos </a:t>
            </a:r>
            <a:r>
              <a:rPr lang="en" sz="1800">
                <a:solidFill>
                  <a:srgbClr val="FFFFFF"/>
                </a:solidFill>
                <a:latin typeface="Montserrat"/>
                <a:ea typeface="Montserrat"/>
                <a:cs typeface="Montserrat"/>
                <a:sym typeface="Montserrat"/>
              </a:rPr>
              <a:t>encontraremos</a:t>
            </a:r>
            <a:r>
              <a:rPr lang="en" sz="1800">
                <a:solidFill>
                  <a:srgbClr val="FFFFFF"/>
                </a:solidFill>
                <a:latin typeface="Montserrat"/>
                <a:ea typeface="Montserrat"/>
                <a:cs typeface="Montserrat"/>
                <a:sym typeface="Montserrat"/>
              </a:rPr>
              <a:t> en TOR.</a:t>
            </a:r>
            <a:endParaRPr sz="700"/>
          </a:p>
        </p:txBody>
      </p:sp>
      <p:cxnSp>
        <p:nvCxnSpPr>
          <p:cNvPr id="1572" name="Google Shape;1572;g34e68280d8a_0_98"/>
          <p:cNvCxnSpPr/>
          <p:nvPr/>
        </p:nvCxnSpPr>
        <p:spPr>
          <a:xfrm>
            <a:off x="222" y="4906589"/>
            <a:ext cx="3351300" cy="0"/>
          </a:xfrm>
          <a:prstGeom prst="straightConnector1">
            <a:avLst/>
          </a:prstGeom>
          <a:noFill/>
          <a:ln cap="flat" cmpd="sng" w="57150">
            <a:solidFill>
              <a:srgbClr val="41B8D5"/>
            </a:solidFill>
            <a:prstDash val="solid"/>
            <a:round/>
            <a:headEnd len="sm" w="sm" type="none"/>
            <a:tailEnd len="sm" w="sm" type="none"/>
          </a:ln>
        </p:spPr>
      </p:cxnSp>
      <p:pic>
        <p:nvPicPr>
          <p:cNvPr id="1573" name="Google Shape;1573;g34e68280d8a_0_98" title="11zon_cropped.png"/>
          <p:cNvPicPr preferRelativeResize="0"/>
          <p:nvPr/>
        </p:nvPicPr>
        <p:blipFill>
          <a:blip r:embed="rId5">
            <a:alphaModFix/>
          </a:blip>
          <a:stretch>
            <a:fillRect/>
          </a:stretch>
        </p:blipFill>
        <p:spPr>
          <a:xfrm>
            <a:off x="4817925" y="-340700"/>
            <a:ext cx="1686200" cy="1686200"/>
          </a:xfrm>
          <a:prstGeom prst="rect">
            <a:avLst/>
          </a:prstGeom>
          <a:noFill/>
          <a:ln>
            <a:noFill/>
          </a:ln>
        </p:spPr>
      </p:pic>
      <p:pic>
        <p:nvPicPr>
          <p:cNvPr id="1574" name="Google Shape;1574;g34e68280d8a_0_98" title="11zon_cropped (1).png"/>
          <p:cNvPicPr preferRelativeResize="0"/>
          <p:nvPr/>
        </p:nvPicPr>
        <p:blipFill>
          <a:blip r:embed="rId6">
            <a:alphaModFix/>
          </a:blip>
          <a:stretch>
            <a:fillRect/>
          </a:stretch>
        </p:blipFill>
        <p:spPr>
          <a:xfrm>
            <a:off x="6504125" y="1353900"/>
            <a:ext cx="2435676" cy="2435676"/>
          </a:xfrm>
          <a:prstGeom prst="rect">
            <a:avLst/>
          </a:prstGeom>
          <a:noFill/>
          <a:ln>
            <a:noFill/>
          </a:ln>
        </p:spPr>
      </p:pic>
      <p:pic>
        <p:nvPicPr>
          <p:cNvPr id="1575" name="Google Shape;1575;g34e68280d8a_0_98" title="image (4).png"/>
          <p:cNvPicPr preferRelativeResize="0"/>
          <p:nvPr/>
        </p:nvPicPr>
        <p:blipFill>
          <a:blip r:embed="rId7">
            <a:alphaModFix/>
          </a:blip>
          <a:stretch>
            <a:fillRect/>
          </a:stretch>
        </p:blipFill>
        <p:spPr>
          <a:xfrm>
            <a:off x="4864813" y="3871625"/>
            <a:ext cx="1592426" cy="1592426"/>
          </a:xfrm>
          <a:prstGeom prst="rect">
            <a:avLst/>
          </a:prstGeom>
          <a:noFill/>
          <a:ln>
            <a:noFill/>
          </a:ln>
        </p:spPr>
      </p:pic>
      <p:pic>
        <p:nvPicPr>
          <p:cNvPr id="1576" name="Google Shape;1576;g34e68280d8a_0_98" title="Untitled design (1).png"/>
          <p:cNvPicPr preferRelativeResize="0"/>
          <p:nvPr/>
        </p:nvPicPr>
        <p:blipFill>
          <a:blip r:embed="rId8">
            <a:alphaModFix amt="24000"/>
          </a:blip>
          <a:stretch>
            <a:fillRect/>
          </a:stretch>
        </p:blipFill>
        <p:spPr>
          <a:xfrm>
            <a:off x="2103425" y="149313"/>
            <a:ext cx="4762500" cy="4762500"/>
          </a:xfrm>
          <a:prstGeom prst="rect">
            <a:avLst/>
          </a:prstGeom>
          <a:noFill/>
          <a:ln>
            <a:noFill/>
          </a:ln>
        </p:spPr>
      </p:pic>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0"/>
                                        </p:tgtEl>
                                        <p:attrNameLst>
                                          <p:attrName>style.visibility</p:attrName>
                                        </p:attrNameLst>
                                      </p:cBhvr>
                                      <p:to>
                                        <p:strVal val="visible"/>
                                      </p:to>
                                    </p:set>
                                    <p:animEffect filter="fade" transition="in">
                                      <p:cBhvr>
                                        <p:cTn dur="500"/>
                                        <p:tgtEl>
                                          <p:spTgt spid="15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580" name="Shape 1580"/>
        <p:cNvGrpSpPr/>
        <p:nvPr/>
      </p:nvGrpSpPr>
      <p:grpSpPr>
        <a:xfrm>
          <a:off x="0" y="0"/>
          <a:ext cx="0" cy="0"/>
          <a:chOff x="0" y="0"/>
          <a:chExt cx="0" cy="0"/>
        </a:xfrm>
      </p:grpSpPr>
      <p:grpSp>
        <p:nvGrpSpPr>
          <p:cNvPr id="1581" name="Google Shape;1581;g34e68280d8a_0_3"/>
          <p:cNvGrpSpPr/>
          <p:nvPr/>
        </p:nvGrpSpPr>
        <p:grpSpPr>
          <a:xfrm>
            <a:off x="0" y="0"/>
            <a:ext cx="9144000" cy="5143500"/>
            <a:chOff x="0" y="0"/>
            <a:chExt cx="24384000" cy="13716000"/>
          </a:xfrm>
        </p:grpSpPr>
        <p:sp>
          <p:nvSpPr>
            <p:cNvPr id="1582" name="Google Shape;1582;g34e68280d8a_0_3"/>
            <p:cNvSpPr/>
            <p:nvPr/>
          </p:nvSpPr>
          <p:spPr>
            <a:xfrm rot="5400000">
              <a:off x="8503696" y="-8503696"/>
              <a:ext cx="7376608" cy="24384000"/>
            </a:xfrm>
            <a:custGeom>
              <a:rect b="b" l="l" r="r" t="t"/>
              <a:pathLst>
                <a:path extrusionOk="0" h="24384000" w="7376608">
                  <a:moveTo>
                    <a:pt x="0" y="0"/>
                  </a:moveTo>
                  <a:lnTo>
                    <a:pt x="7376608" y="0"/>
                  </a:lnTo>
                  <a:lnTo>
                    <a:pt x="7376608" y="24384000"/>
                  </a:lnTo>
                  <a:lnTo>
                    <a:pt x="0" y="24384000"/>
                  </a:lnTo>
                  <a:lnTo>
                    <a:pt x="0" y="0"/>
                  </a:lnTo>
                  <a:close/>
                </a:path>
              </a:pathLst>
            </a:custGeom>
            <a:blipFill rotWithShape="1">
              <a:blip r:embed="rId3">
                <a:alphaModFix/>
              </a:blip>
              <a:stretch>
                <a:fillRect b="0" l="-25549" r="-205008" t="0"/>
              </a:stretch>
            </a:blipFill>
            <a:ln>
              <a:noFill/>
            </a:ln>
          </p:spPr>
        </p:sp>
        <p:sp>
          <p:nvSpPr>
            <p:cNvPr id="1583" name="Google Shape;1583;g34e68280d8a_0_3"/>
            <p:cNvSpPr/>
            <p:nvPr/>
          </p:nvSpPr>
          <p:spPr>
            <a:xfrm flipH="1" rot="5400000">
              <a:off x="9022304" y="-1645696"/>
              <a:ext cx="6339392" cy="24384000"/>
            </a:xfrm>
            <a:custGeom>
              <a:rect b="b" l="l" r="r" t="t"/>
              <a:pathLst>
                <a:path extrusionOk="0" h="24384000" w="6339392">
                  <a:moveTo>
                    <a:pt x="0" y="24384000"/>
                  </a:moveTo>
                  <a:lnTo>
                    <a:pt x="6339392" y="24384000"/>
                  </a:lnTo>
                  <a:lnTo>
                    <a:pt x="6339392" y="0"/>
                  </a:lnTo>
                  <a:lnTo>
                    <a:pt x="0" y="0"/>
                  </a:lnTo>
                  <a:lnTo>
                    <a:pt x="0" y="24384000"/>
                  </a:lnTo>
                  <a:close/>
                </a:path>
              </a:pathLst>
            </a:custGeom>
            <a:blipFill rotWithShape="1">
              <a:blip r:embed="rId3">
                <a:alphaModFix/>
              </a:blip>
              <a:stretch>
                <a:fillRect b="0" l="-29732" r="-254898" t="0"/>
              </a:stretch>
            </a:blipFill>
            <a:ln>
              <a:noFill/>
            </a:ln>
          </p:spPr>
        </p:sp>
      </p:grpSp>
      <p:sp>
        <p:nvSpPr>
          <p:cNvPr id="1584" name="Google Shape;1584;g34e68280d8a_0_3"/>
          <p:cNvSpPr txBox="1"/>
          <p:nvPr/>
        </p:nvSpPr>
        <p:spPr>
          <a:xfrm>
            <a:off x="3342388" y="1991625"/>
            <a:ext cx="2723400" cy="25245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 sz="1000">
                <a:solidFill>
                  <a:srgbClr val="FFFFFF"/>
                </a:solidFill>
              </a:rPr>
              <a:t>Nació</a:t>
            </a:r>
            <a:r>
              <a:rPr lang="en" sz="1000">
                <a:solidFill>
                  <a:srgbClr val="FFFFFF"/>
                </a:solidFill>
              </a:rPr>
              <a:t> alrededor de 2015, con una propuesta innovadora: crear sitios web que no dependieran de un servidor central </a:t>
            </a:r>
            <a:r>
              <a:rPr lang="en" sz="1000">
                <a:solidFill>
                  <a:schemeClr val="lt1"/>
                </a:solidFill>
              </a:rPr>
              <a:t>sino distribuidos entre los usuarios que acceden a ellos</a:t>
            </a:r>
            <a:r>
              <a:rPr lang="en" sz="1000">
                <a:solidFill>
                  <a:srgbClr val="FFFFFF"/>
                </a:solidFill>
              </a:rPr>
              <a:t>. Inspirada en tecnologías como BitTorrentCon (P2P) y Blockchain, con un soft, se accede a los sitios que terminan en .bit </a:t>
            </a:r>
            <a:r>
              <a:rPr lang="en" sz="1000">
                <a:solidFill>
                  <a:schemeClr val="lt1"/>
                </a:solidFill>
              </a:rPr>
              <a:t>y pueden seguir funcionando incluso si el creador se desconecta.</a:t>
            </a:r>
            <a:endParaRPr sz="1000">
              <a:solidFill>
                <a:schemeClr val="lt1"/>
              </a:solidFill>
            </a:endParaRPr>
          </a:p>
          <a:p>
            <a:pPr indent="0" lvl="0" marL="0" marR="0" rtl="0" algn="just">
              <a:lnSpc>
                <a:spcPct val="140000"/>
              </a:lnSpc>
              <a:spcBef>
                <a:spcPts val="0"/>
              </a:spcBef>
              <a:spcAft>
                <a:spcPts val="0"/>
              </a:spcAft>
              <a:buNone/>
            </a:pPr>
            <a:r>
              <a:rPr lang="en" sz="1000">
                <a:solidFill>
                  <a:srgbClr val="FFFFFF"/>
                </a:solidFill>
              </a:rPr>
              <a:t>Su foco no es el anonimato, pero puede combinarse con Tor para añadir una capa extra.</a:t>
            </a:r>
            <a:endParaRPr sz="1000">
              <a:solidFill>
                <a:srgbClr val="FFFFFF"/>
              </a:solidFill>
            </a:endParaRPr>
          </a:p>
          <a:p>
            <a:pPr indent="0" lvl="0" marL="0" marR="0" rtl="0" algn="just">
              <a:lnSpc>
                <a:spcPct val="140000"/>
              </a:lnSpc>
              <a:spcBef>
                <a:spcPts val="0"/>
              </a:spcBef>
              <a:spcAft>
                <a:spcPts val="0"/>
              </a:spcAft>
              <a:buNone/>
            </a:pPr>
            <a:r>
              <a:rPr lang="en" sz="1000">
                <a:solidFill>
                  <a:srgbClr val="FFFFFF"/>
                </a:solidFill>
              </a:rPr>
              <a:t> </a:t>
            </a:r>
            <a:endParaRPr sz="1000">
              <a:solidFill>
                <a:srgbClr val="FFFFFF"/>
              </a:solidFill>
            </a:endParaRPr>
          </a:p>
        </p:txBody>
      </p:sp>
      <p:sp>
        <p:nvSpPr>
          <p:cNvPr id="1585" name="Google Shape;1585;g34e68280d8a_0_3"/>
          <p:cNvSpPr txBox="1"/>
          <p:nvPr/>
        </p:nvSpPr>
        <p:spPr>
          <a:xfrm>
            <a:off x="1541281" y="862174"/>
            <a:ext cx="7435200" cy="5388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lang="en" sz="3500">
                <a:solidFill>
                  <a:srgbClr val="FFFFFF"/>
                </a:solidFill>
                <a:latin typeface="Archivo Black"/>
                <a:ea typeface="Archivo Black"/>
                <a:cs typeface="Archivo Black"/>
                <a:sym typeface="Archivo Black"/>
              </a:rPr>
              <a:t>Redes mas conocidas</a:t>
            </a:r>
            <a:endParaRPr sz="700"/>
          </a:p>
        </p:txBody>
      </p:sp>
      <p:grpSp>
        <p:nvGrpSpPr>
          <p:cNvPr id="1586" name="Google Shape;1586;g34e68280d8a_0_3"/>
          <p:cNvGrpSpPr/>
          <p:nvPr/>
        </p:nvGrpSpPr>
        <p:grpSpPr>
          <a:xfrm>
            <a:off x="15275" y="399027"/>
            <a:ext cx="8603137" cy="4634872"/>
            <a:chOff x="0" y="-47625"/>
            <a:chExt cx="4417075" cy="2310850"/>
          </a:xfrm>
        </p:grpSpPr>
        <p:sp>
          <p:nvSpPr>
            <p:cNvPr id="1587" name="Google Shape;1587;g34e68280d8a_0_3"/>
            <p:cNvSpPr/>
            <p:nvPr/>
          </p:nvSpPr>
          <p:spPr>
            <a:xfrm>
              <a:off x="0" y="0"/>
              <a:ext cx="4417075" cy="2263225"/>
            </a:xfrm>
            <a:custGeom>
              <a:rect b="b" l="l" r="r" t="t"/>
              <a:pathLst>
                <a:path extrusionOk="0" h="2263225" w="4417075">
                  <a:moveTo>
                    <a:pt x="0" y="0"/>
                  </a:moveTo>
                  <a:lnTo>
                    <a:pt x="4417075" y="0"/>
                  </a:lnTo>
                  <a:lnTo>
                    <a:pt x="4417075" y="2263225"/>
                  </a:lnTo>
                  <a:lnTo>
                    <a:pt x="0" y="2263225"/>
                  </a:lnTo>
                  <a:close/>
                </a:path>
              </a:pathLst>
            </a:custGeom>
            <a:solidFill>
              <a:srgbClr val="0F1A38"/>
            </a:solidFill>
            <a:ln>
              <a:noFill/>
            </a:ln>
          </p:spPr>
        </p:sp>
        <p:sp>
          <p:nvSpPr>
            <p:cNvPr id="1588" name="Google Shape;1588;g34e68280d8a_0_3"/>
            <p:cNvSpPr txBox="1"/>
            <p:nvPr/>
          </p:nvSpPr>
          <p:spPr>
            <a:xfrm>
              <a:off x="0" y="-47625"/>
              <a:ext cx="812700" cy="8604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589" name="Google Shape;1589;g34e68280d8a_0_3"/>
          <p:cNvSpPr txBox="1"/>
          <p:nvPr/>
        </p:nvSpPr>
        <p:spPr>
          <a:xfrm>
            <a:off x="66350" y="3563625"/>
            <a:ext cx="8421000" cy="369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 sz="1000">
                <a:solidFill>
                  <a:srgbClr val="FFFFFF"/>
                </a:solidFill>
              </a:rPr>
              <a:t>TOR funciona con un enrutamiento por capas (como una cebolla). El tráfico se cifra en múltiples capas antes de ser enviado. Cada capa es descifrada por un nodo en el camino, revelando solo el siguiente nodo. Nadie conoce el origen y destino final a la vez. Entonces </a:t>
            </a:r>
            <a:r>
              <a:rPr lang="en" sz="1000">
                <a:solidFill>
                  <a:srgbClr val="FFFFFF"/>
                </a:solidFill>
              </a:rPr>
              <a:t>tenemos</a:t>
            </a:r>
            <a:r>
              <a:rPr lang="en" sz="1000">
                <a:solidFill>
                  <a:srgbClr val="FFFFFF"/>
                </a:solidFill>
              </a:rPr>
              <a:t>:</a:t>
            </a:r>
            <a:endParaRPr sz="1000">
              <a:solidFill>
                <a:srgbClr val="FFFFFF"/>
              </a:solidFill>
            </a:endParaRPr>
          </a:p>
        </p:txBody>
      </p:sp>
      <p:sp>
        <p:nvSpPr>
          <p:cNvPr id="1590" name="Google Shape;1590;g34e68280d8a_0_3"/>
          <p:cNvSpPr txBox="1"/>
          <p:nvPr/>
        </p:nvSpPr>
        <p:spPr>
          <a:xfrm>
            <a:off x="3074995" y="615875"/>
            <a:ext cx="2570700" cy="2463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 sz="1600">
                <a:solidFill>
                  <a:srgbClr val="71CBEF"/>
                </a:solidFill>
                <a:latin typeface="Noto Sans"/>
                <a:ea typeface="Noto Sans"/>
                <a:cs typeface="Noto Sans"/>
                <a:sym typeface="Noto Sans"/>
              </a:rPr>
              <a:t>Funcionamiento Red TOR</a:t>
            </a:r>
            <a:endParaRPr sz="500"/>
          </a:p>
        </p:txBody>
      </p:sp>
      <p:pic>
        <p:nvPicPr>
          <p:cNvPr id="1591" name="Google Shape;1591;g34e68280d8a_0_3"/>
          <p:cNvPicPr preferRelativeResize="0"/>
          <p:nvPr/>
        </p:nvPicPr>
        <p:blipFill>
          <a:blip r:embed="rId4">
            <a:alphaModFix/>
          </a:blip>
          <a:stretch>
            <a:fillRect/>
          </a:stretch>
        </p:blipFill>
        <p:spPr>
          <a:xfrm>
            <a:off x="1754125" y="905050"/>
            <a:ext cx="5081149" cy="2309625"/>
          </a:xfrm>
          <a:prstGeom prst="rect">
            <a:avLst/>
          </a:prstGeom>
          <a:noFill/>
          <a:ln>
            <a:noFill/>
          </a:ln>
        </p:spPr>
      </p:pic>
      <p:sp>
        <p:nvSpPr>
          <p:cNvPr id="1592" name="Google Shape;1592;g34e68280d8a_0_3"/>
          <p:cNvSpPr txBox="1"/>
          <p:nvPr/>
        </p:nvSpPr>
        <p:spPr>
          <a:xfrm>
            <a:off x="632925" y="4864475"/>
            <a:ext cx="7759500" cy="1539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t/>
            </a:r>
            <a:endParaRPr sz="1000">
              <a:solidFill>
                <a:srgbClr val="FFFFFF"/>
              </a:solidFill>
            </a:endParaRPr>
          </a:p>
        </p:txBody>
      </p:sp>
      <p:sp>
        <p:nvSpPr>
          <p:cNvPr id="1593" name="Google Shape;1593;g34e68280d8a_0_3"/>
          <p:cNvSpPr txBox="1"/>
          <p:nvPr/>
        </p:nvSpPr>
        <p:spPr>
          <a:xfrm>
            <a:off x="66350" y="4173225"/>
            <a:ext cx="8603100" cy="153900"/>
          </a:xfrm>
          <a:prstGeom prst="rect">
            <a:avLst/>
          </a:prstGeom>
          <a:noFill/>
          <a:ln>
            <a:noFill/>
          </a:ln>
        </p:spPr>
        <p:txBody>
          <a:bodyPr anchorCtr="0" anchor="t" bIns="0" lIns="0" spcFirstLastPara="1" rIns="0" wrap="square" tIns="0">
            <a:spAutoFit/>
          </a:bodyPr>
          <a:lstStyle/>
          <a:p>
            <a:pPr indent="-292100" lvl="0" marL="457200" rtl="0" algn="just">
              <a:lnSpc>
                <a:spcPct val="140000"/>
              </a:lnSpc>
              <a:spcBef>
                <a:spcPts val="0"/>
              </a:spcBef>
              <a:spcAft>
                <a:spcPts val="0"/>
              </a:spcAft>
              <a:buClr>
                <a:schemeClr val="lt1"/>
              </a:buClr>
              <a:buSzPts val="1000"/>
              <a:buChar char="●"/>
            </a:pPr>
            <a:r>
              <a:rPr b="1" lang="en" sz="1000" u="sng">
                <a:solidFill>
                  <a:schemeClr val="lt1"/>
                </a:solidFill>
              </a:rPr>
              <a:t>Nodo de entrada:</a:t>
            </a:r>
            <a:r>
              <a:rPr lang="en" sz="1000">
                <a:solidFill>
                  <a:schemeClr val="lt1"/>
                </a:solidFill>
              </a:rPr>
              <a:t> Sabe quién eres (IP de origen), pero no qué estás haciendo ni a dónde vas.</a:t>
            </a:r>
            <a:endParaRPr sz="1000">
              <a:solidFill>
                <a:srgbClr val="FFFFFF"/>
              </a:solidFill>
            </a:endParaRPr>
          </a:p>
        </p:txBody>
      </p:sp>
      <p:sp>
        <p:nvSpPr>
          <p:cNvPr id="1594" name="Google Shape;1594;g34e68280d8a_0_3"/>
          <p:cNvSpPr txBox="1"/>
          <p:nvPr/>
        </p:nvSpPr>
        <p:spPr>
          <a:xfrm>
            <a:off x="66350" y="4478025"/>
            <a:ext cx="8603100" cy="153900"/>
          </a:xfrm>
          <a:prstGeom prst="rect">
            <a:avLst/>
          </a:prstGeom>
          <a:noFill/>
          <a:ln>
            <a:noFill/>
          </a:ln>
        </p:spPr>
        <p:txBody>
          <a:bodyPr anchorCtr="0" anchor="t" bIns="0" lIns="0" spcFirstLastPara="1" rIns="0" wrap="square" tIns="0">
            <a:spAutoFit/>
          </a:bodyPr>
          <a:lstStyle/>
          <a:p>
            <a:pPr indent="-292100" lvl="0" marL="457200" rtl="0" algn="just">
              <a:lnSpc>
                <a:spcPct val="140000"/>
              </a:lnSpc>
              <a:spcBef>
                <a:spcPts val="0"/>
              </a:spcBef>
              <a:spcAft>
                <a:spcPts val="0"/>
              </a:spcAft>
              <a:buClr>
                <a:schemeClr val="lt1"/>
              </a:buClr>
              <a:buSzPts val="1000"/>
              <a:buChar char="●"/>
            </a:pPr>
            <a:r>
              <a:rPr b="1" lang="en" sz="1000" u="sng">
                <a:solidFill>
                  <a:schemeClr val="lt1"/>
                </a:solidFill>
              </a:rPr>
              <a:t>Nodo intermedio (Relay):</a:t>
            </a:r>
            <a:r>
              <a:rPr lang="en" sz="1000">
                <a:solidFill>
                  <a:schemeClr val="lt1"/>
                </a:solidFill>
              </a:rPr>
              <a:t> Simplemente pasa el tráfico sin conocer origen ni destino.</a:t>
            </a:r>
            <a:endParaRPr sz="1000">
              <a:solidFill>
                <a:schemeClr val="lt1"/>
              </a:solidFill>
            </a:endParaRPr>
          </a:p>
        </p:txBody>
      </p:sp>
      <p:sp>
        <p:nvSpPr>
          <p:cNvPr id="1595" name="Google Shape;1595;g34e68280d8a_0_3"/>
          <p:cNvSpPr txBox="1"/>
          <p:nvPr/>
        </p:nvSpPr>
        <p:spPr>
          <a:xfrm>
            <a:off x="66350" y="4782825"/>
            <a:ext cx="8603100" cy="153900"/>
          </a:xfrm>
          <a:prstGeom prst="rect">
            <a:avLst/>
          </a:prstGeom>
          <a:noFill/>
          <a:ln>
            <a:noFill/>
          </a:ln>
        </p:spPr>
        <p:txBody>
          <a:bodyPr anchorCtr="0" anchor="t" bIns="0" lIns="0" spcFirstLastPara="1" rIns="0" wrap="square" tIns="0">
            <a:spAutoFit/>
          </a:bodyPr>
          <a:lstStyle/>
          <a:p>
            <a:pPr indent="-292100" lvl="0" marL="457200" rtl="0" algn="just">
              <a:lnSpc>
                <a:spcPct val="140000"/>
              </a:lnSpc>
              <a:spcBef>
                <a:spcPts val="0"/>
              </a:spcBef>
              <a:spcAft>
                <a:spcPts val="0"/>
              </a:spcAft>
              <a:buClr>
                <a:schemeClr val="lt1"/>
              </a:buClr>
              <a:buSzPts val="1000"/>
              <a:buChar char="●"/>
            </a:pPr>
            <a:r>
              <a:rPr b="1" lang="en" sz="1000" u="sng">
                <a:solidFill>
                  <a:schemeClr val="lt1"/>
                </a:solidFill>
              </a:rPr>
              <a:t>Nodo de salida (Exit Node):</a:t>
            </a:r>
            <a:r>
              <a:rPr lang="en" sz="1000">
                <a:solidFill>
                  <a:schemeClr val="lt1"/>
                </a:solidFill>
              </a:rPr>
              <a:t> Descifra la última capa y envía el tráfico a Internet. Sabe el destino final, pero no quién lo envió.</a:t>
            </a:r>
            <a:endParaRPr sz="10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91"/>
                                        </p:tgtEl>
                                        <p:attrNameLst>
                                          <p:attrName>style.visibility</p:attrName>
                                        </p:attrNameLst>
                                      </p:cBhvr>
                                      <p:to>
                                        <p:strVal val="visible"/>
                                      </p:to>
                                    </p:set>
                                    <p:anim calcmode="lin" valueType="num">
                                      <p:cBhvr additive="base">
                                        <p:cTn dur="1000"/>
                                        <p:tgtEl>
                                          <p:spTgt spid="159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89"/>
                                        </p:tgtEl>
                                        <p:attrNameLst>
                                          <p:attrName>style.visibility</p:attrName>
                                        </p:attrNameLst>
                                      </p:cBhvr>
                                      <p:to>
                                        <p:strVal val="visible"/>
                                      </p:to>
                                    </p:set>
                                    <p:anim calcmode="lin" valueType="num">
                                      <p:cBhvr additive="base">
                                        <p:cTn dur="1000"/>
                                        <p:tgtEl>
                                          <p:spTgt spid="158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93"/>
                                        </p:tgtEl>
                                        <p:attrNameLst>
                                          <p:attrName>style.visibility</p:attrName>
                                        </p:attrNameLst>
                                      </p:cBhvr>
                                      <p:to>
                                        <p:strVal val="visible"/>
                                      </p:to>
                                    </p:set>
                                    <p:anim calcmode="lin" valueType="num">
                                      <p:cBhvr additive="base">
                                        <p:cTn dur="1000"/>
                                        <p:tgtEl>
                                          <p:spTgt spid="159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94"/>
                                        </p:tgtEl>
                                        <p:attrNameLst>
                                          <p:attrName>style.visibility</p:attrName>
                                        </p:attrNameLst>
                                      </p:cBhvr>
                                      <p:to>
                                        <p:strVal val="visible"/>
                                      </p:to>
                                    </p:set>
                                    <p:anim calcmode="lin" valueType="num">
                                      <p:cBhvr additive="base">
                                        <p:cTn dur="1000"/>
                                        <p:tgtEl>
                                          <p:spTgt spid="159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95"/>
                                        </p:tgtEl>
                                        <p:attrNameLst>
                                          <p:attrName>style.visibility</p:attrName>
                                        </p:attrNameLst>
                                      </p:cBhvr>
                                      <p:to>
                                        <p:strVal val="visible"/>
                                      </p:to>
                                    </p:set>
                                    <p:anim calcmode="lin" valueType="num">
                                      <p:cBhvr additive="base">
                                        <p:cTn dur="1000"/>
                                        <p:tgtEl>
                                          <p:spTgt spid="159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9" name="Shape 1599"/>
        <p:cNvGrpSpPr/>
        <p:nvPr/>
      </p:nvGrpSpPr>
      <p:grpSpPr>
        <a:xfrm>
          <a:off x="0" y="0"/>
          <a:ext cx="0" cy="0"/>
          <a:chOff x="0" y="0"/>
          <a:chExt cx="0" cy="0"/>
        </a:xfrm>
      </p:grpSpPr>
      <p:sp>
        <p:nvSpPr>
          <p:cNvPr id="1600" name="Google Shape;1600;g34d20b728ef_1_1697"/>
          <p:cNvSpPr txBox="1"/>
          <p:nvPr>
            <p:ph type="title"/>
          </p:nvPr>
        </p:nvSpPr>
        <p:spPr>
          <a:xfrm>
            <a:off x="580550" y="975713"/>
            <a:ext cx="4021800" cy="94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Como acceder TOR</a:t>
            </a:r>
            <a:endParaRPr/>
          </a:p>
        </p:txBody>
      </p:sp>
      <p:sp>
        <p:nvSpPr>
          <p:cNvPr id="1601" name="Google Shape;1601;g34d20b728ef_1_1697"/>
          <p:cNvSpPr txBox="1"/>
          <p:nvPr>
            <p:ph idx="1" type="body"/>
          </p:nvPr>
        </p:nvSpPr>
        <p:spPr>
          <a:xfrm>
            <a:off x="580550" y="2018286"/>
            <a:ext cx="4021800" cy="21495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lang="en"/>
              <a:t>En esta </a:t>
            </a:r>
            <a:r>
              <a:rPr lang="en"/>
              <a:t>sección</a:t>
            </a:r>
            <a:r>
              <a:rPr lang="en"/>
              <a:t> veremos 02 maneras de acceder a la Red y consideraciones para su acceso y uso.</a:t>
            </a:r>
            <a:endParaRPr/>
          </a:p>
        </p:txBody>
      </p:sp>
      <p:pic>
        <p:nvPicPr>
          <p:cNvPr id="1602" name="Google Shape;1602;g34d20b728ef_1_1697" title="TOR5.jpg"/>
          <p:cNvPicPr preferRelativeResize="0"/>
          <p:nvPr/>
        </p:nvPicPr>
        <p:blipFill>
          <a:blip r:embed="rId3">
            <a:alphaModFix/>
          </a:blip>
          <a:stretch>
            <a:fillRect/>
          </a:stretch>
        </p:blipFill>
        <p:spPr>
          <a:xfrm>
            <a:off x="6035475" y="893975"/>
            <a:ext cx="2641400" cy="1652350"/>
          </a:xfrm>
          <a:prstGeom prst="rect">
            <a:avLst/>
          </a:prstGeom>
          <a:noFill/>
          <a:ln>
            <a:noFill/>
          </a:ln>
        </p:spPr>
      </p:pic>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606" name="Shape 1606"/>
        <p:cNvGrpSpPr/>
        <p:nvPr/>
      </p:nvGrpSpPr>
      <p:grpSpPr>
        <a:xfrm>
          <a:off x="0" y="0"/>
          <a:ext cx="0" cy="0"/>
          <a:chOff x="0" y="0"/>
          <a:chExt cx="0" cy="0"/>
        </a:xfrm>
      </p:grpSpPr>
      <p:grpSp>
        <p:nvGrpSpPr>
          <p:cNvPr id="1607" name="Google Shape;1607;g359cb2a55f7_0_52"/>
          <p:cNvGrpSpPr/>
          <p:nvPr/>
        </p:nvGrpSpPr>
        <p:grpSpPr>
          <a:xfrm>
            <a:off x="147218" y="2699289"/>
            <a:ext cx="8874042" cy="1865559"/>
            <a:chOff x="-211017" y="3598984"/>
            <a:chExt cx="10820683" cy="2487412"/>
          </a:xfrm>
        </p:grpSpPr>
        <p:sp>
          <p:nvSpPr>
            <p:cNvPr id="1608" name="Google Shape;1608;g359cb2a55f7_0_52"/>
            <p:cNvSpPr txBox="1"/>
            <p:nvPr/>
          </p:nvSpPr>
          <p:spPr>
            <a:xfrm>
              <a:off x="-211017" y="3779232"/>
              <a:ext cx="6012900" cy="4002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en" sz="1500">
                  <a:solidFill>
                    <a:schemeClr val="lt1"/>
                  </a:solidFill>
                  <a:latin typeface="Montserrat"/>
                  <a:ea typeface="Montserrat"/>
                  <a:cs typeface="Montserrat"/>
                  <a:sym typeface="Montserrat"/>
                </a:rPr>
                <a:t>Ambos navegadores son: </a:t>
              </a:r>
              <a:endParaRPr sz="1500">
                <a:solidFill>
                  <a:schemeClr val="lt1"/>
                </a:solidFill>
                <a:latin typeface="Montserrat"/>
                <a:ea typeface="Montserrat"/>
                <a:cs typeface="Montserrat"/>
                <a:sym typeface="Montserrat"/>
              </a:endParaRPr>
            </a:p>
          </p:txBody>
        </p:sp>
        <p:grpSp>
          <p:nvGrpSpPr>
            <p:cNvPr id="1609" name="Google Shape;1609;g359cb2a55f7_0_52"/>
            <p:cNvGrpSpPr/>
            <p:nvPr/>
          </p:nvGrpSpPr>
          <p:grpSpPr>
            <a:xfrm>
              <a:off x="6115323" y="3598984"/>
              <a:ext cx="4494343" cy="2487412"/>
              <a:chOff x="6115323" y="3598984"/>
              <a:chExt cx="4494343" cy="2487412"/>
            </a:xfrm>
          </p:grpSpPr>
          <p:grpSp>
            <p:nvGrpSpPr>
              <p:cNvPr id="1610" name="Google Shape;1610;g359cb2a55f7_0_52"/>
              <p:cNvGrpSpPr/>
              <p:nvPr/>
            </p:nvGrpSpPr>
            <p:grpSpPr>
              <a:xfrm>
                <a:off x="6121185" y="3598984"/>
                <a:ext cx="4220878" cy="1095635"/>
                <a:chOff x="6121185" y="3598984"/>
                <a:chExt cx="4220878" cy="1095635"/>
              </a:xfrm>
            </p:grpSpPr>
            <p:sp>
              <p:nvSpPr>
                <p:cNvPr id="1611" name="Google Shape;1611;g359cb2a55f7_0_52"/>
                <p:cNvSpPr/>
                <p:nvPr/>
              </p:nvSpPr>
              <p:spPr>
                <a:xfrm>
                  <a:off x="6121185" y="3598984"/>
                  <a:ext cx="914400" cy="914400"/>
                </a:xfrm>
                <a:prstGeom prst="rect">
                  <a:avLst/>
                </a:prstGeom>
                <a:gradFill>
                  <a:gsLst>
                    <a:gs pos="0">
                      <a:schemeClr val="accent4"/>
                    </a:gs>
                    <a:gs pos="44000">
                      <a:srgbClr val="41258C"/>
                    </a:gs>
                    <a:gs pos="100000">
                      <a:srgbClr val="320175"/>
                    </a:gs>
                  </a:gsLst>
                  <a:lin ang="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800">
                      <a:solidFill>
                        <a:schemeClr val="lt1"/>
                      </a:solidFill>
                      <a:latin typeface="Montserrat"/>
                      <a:ea typeface="Montserrat"/>
                      <a:cs typeface="Montserrat"/>
                      <a:sym typeface="Montserrat"/>
                    </a:rPr>
                    <a:t>01</a:t>
                  </a:r>
                  <a:endParaRPr sz="1100"/>
                </a:p>
              </p:txBody>
            </p:sp>
            <p:sp>
              <p:nvSpPr>
                <p:cNvPr id="1612" name="Google Shape;1612;g359cb2a55f7_0_52"/>
                <p:cNvSpPr txBox="1"/>
                <p:nvPr/>
              </p:nvSpPr>
              <p:spPr>
                <a:xfrm>
                  <a:off x="7238263" y="3740319"/>
                  <a:ext cx="3103800" cy="954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a:solidFill>
                        <a:schemeClr val="lt1"/>
                      </a:solidFill>
                      <a:latin typeface="Montserrat"/>
                      <a:ea typeface="Montserrat"/>
                      <a:cs typeface="Montserrat"/>
                      <a:sym typeface="Montserrat"/>
                    </a:rPr>
                    <a:t>TOR Browser https://www.torproject.org/es/download</a:t>
                  </a:r>
                  <a:endParaRPr sz="1400">
                    <a:solidFill>
                      <a:schemeClr val="dk1"/>
                    </a:solidFill>
                    <a:latin typeface="Calibri"/>
                    <a:ea typeface="Calibri"/>
                    <a:cs typeface="Calibri"/>
                    <a:sym typeface="Calibri"/>
                  </a:endParaRPr>
                </a:p>
              </p:txBody>
            </p:sp>
          </p:grpSp>
          <p:grpSp>
            <p:nvGrpSpPr>
              <p:cNvPr id="1613" name="Google Shape;1613;g359cb2a55f7_0_52"/>
              <p:cNvGrpSpPr/>
              <p:nvPr/>
            </p:nvGrpSpPr>
            <p:grpSpPr>
              <a:xfrm>
                <a:off x="6115323" y="5171996"/>
                <a:ext cx="4494343" cy="914400"/>
                <a:chOff x="6115323" y="5171996"/>
                <a:chExt cx="4494343" cy="914400"/>
              </a:xfrm>
            </p:grpSpPr>
            <p:sp>
              <p:nvSpPr>
                <p:cNvPr id="1614" name="Google Shape;1614;g359cb2a55f7_0_52"/>
                <p:cNvSpPr/>
                <p:nvPr/>
              </p:nvSpPr>
              <p:spPr>
                <a:xfrm>
                  <a:off x="6115323" y="5171996"/>
                  <a:ext cx="914400" cy="914400"/>
                </a:xfrm>
                <a:prstGeom prst="rect">
                  <a:avLst/>
                </a:prstGeom>
                <a:gradFill>
                  <a:gsLst>
                    <a:gs pos="0">
                      <a:schemeClr val="accent4"/>
                    </a:gs>
                    <a:gs pos="44000">
                      <a:srgbClr val="41258C"/>
                    </a:gs>
                    <a:gs pos="100000">
                      <a:srgbClr val="320175"/>
                    </a:gs>
                  </a:gsLst>
                  <a:lin ang="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800">
                      <a:solidFill>
                        <a:schemeClr val="lt1"/>
                      </a:solidFill>
                      <a:latin typeface="Montserrat"/>
                      <a:ea typeface="Montserrat"/>
                      <a:cs typeface="Montserrat"/>
                      <a:sym typeface="Montserrat"/>
                    </a:rPr>
                    <a:t>02</a:t>
                  </a:r>
                  <a:endParaRPr sz="1100"/>
                </a:p>
              </p:txBody>
            </p:sp>
            <p:sp>
              <p:nvSpPr>
                <p:cNvPr id="1615" name="Google Shape;1615;g359cb2a55f7_0_52"/>
                <p:cNvSpPr txBox="1"/>
                <p:nvPr/>
              </p:nvSpPr>
              <p:spPr>
                <a:xfrm>
                  <a:off x="7238266" y="5306032"/>
                  <a:ext cx="3371400" cy="666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a:solidFill>
                        <a:schemeClr val="lt1"/>
                      </a:solidFill>
                      <a:latin typeface="Montserrat"/>
                      <a:ea typeface="Montserrat"/>
                      <a:cs typeface="Montserrat"/>
                      <a:sym typeface="Montserrat"/>
                    </a:rPr>
                    <a:t>Brave https://brave.com/download</a:t>
                  </a:r>
                  <a:endParaRPr sz="1400">
                    <a:solidFill>
                      <a:schemeClr val="dk1"/>
                    </a:solidFill>
                    <a:latin typeface="Calibri"/>
                    <a:ea typeface="Calibri"/>
                    <a:cs typeface="Calibri"/>
                    <a:sym typeface="Calibri"/>
                  </a:endParaRPr>
                </a:p>
              </p:txBody>
            </p:sp>
          </p:grpSp>
        </p:grpSp>
      </p:grpSp>
      <p:pic>
        <p:nvPicPr>
          <p:cNvPr id="1616" name="Google Shape;1616;g359cb2a55f7_0_52"/>
          <p:cNvPicPr preferRelativeResize="0"/>
          <p:nvPr/>
        </p:nvPicPr>
        <p:blipFill>
          <a:blip r:embed="rId3">
            <a:alphaModFix/>
          </a:blip>
          <a:stretch>
            <a:fillRect/>
          </a:stretch>
        </p:blipFill>
        <p:spPr>
          <a:xfrm>
            <a:off x="25450" y="348125"/>
            <a:ext cx="4457301" cy="1922050"/>
          </a:xfrm>
          <a:prstGeom prst="rect">
            <a:avLst/>
          </a:prstGeom>
          <a:noFill/>
          <a:ln>
            <a:noFill/>
          </a:ln>
        </p:spPr>
      </p:pic>
      <p:pic>
        <p:nvPicPr>
          <p:cNvPr id="1617" name="Google Shape;1617;g359cb2a55f7_0_52"/>
          <p:cNvPicPr preferRelativeResize="0"/>
          <p:nvPr/>
        </p:nvPicPr>
        <p:blipFill>
          <a:blip r:embed="rId4">
            <a:alphaModFix/>
          </a:blip>
          <a:stretch>
            <a:fillRect/>
          </a:stretch>
        </p:blipFill>
        <p:spPr>
          <a:xfrm>
            <a:off x="4656600" y="348125"/>
            <a:ext cx="4402549" cy="1950250"/>
          </a:xfrm>
          <a:prstGeom prst="rect">
            <a:avLst/>
          </a:prstGeom>
          <a:noFill/>
          <a:ln>
            <a:noFill/>
          </a:ln>
        </p:spPr>
      </p:pic>
      <p:sp>
        <p:nvSpPr>
          <p:cNvPr id="1618" name="Google Shape;1618;g359cb2a55f7_0_52"/>
          <p:cNvSpPr txBox="1"/>
          <p:nvPr/>
        </p:nvSpPr>
        <p:spPr>
          <a:xfrm>
            <a:off x="229925" y="3213325"/>
            <a:ext cx="23205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50000"/>
              </a:lnSpc>
              <a:spcBef>
                <a:spcPts val="0"/>
              </a:spcBef>
              <a:spcAft>
                <a:spcPts val="0"/>
              </a:spcAft>
              <a:buClr>
                <a:schemeClr val="lt1"/>
              </a:buClr>
              <a:buSzPts val="1500"/>
              <a:buFont typeface="Montserrat"/>
              <a:buChar char="●"/>
            </a:pPr>
            <a:r>
              <a:rPr lang="en" sz="1500">
                <a:solidFill>
                  <a:schemeClr val="lt1"/>
                </a:solidFill>
                <a:latin typeface="Montserrat"/>
                <a:ea typeface="Montserrat"/>
                <a:cs typeface="Montserrat"/>
                <a:sym typeface="Montserrat"/>
              </a:rPr>
              <a:t>Seguros.</a:t>
            </a:r>
            <a:endParaRPr sz="1500">
              <a:solidFill>
                <a:schemeClr val="lt1"/>
              </a:solidFill>
              <a:latin typeface="Montserrat"/>
              <a:ea typeface="Montserrat"/>
              <a:cs typeface="Montserrat"/>
              <a:sym typeface="Montserrat"/>
            </a:endParaRPr>
          </a:p>
        </p:txBody>
      </p:sp>
      <p:sp>
        <p:nvSpPr>
          <p:cNvPr id="1619" name="Google Shape;1619;g359cb2a55f7_0_52"/>
          <p:cNvSpPr txBox="1"/>
          <p:nvPr/>
        </p:nvSpPr>
        <p:spPr>
          <a:xfrm>
            <a:off x="229925" y="3594325"/>
            <a:ext cx="2320500" cy="415500"/>
          </a:xfrm>
          <a:prstGeom prst="rect">
            <a:avLst/>
          </a:prstGeom>
          <a:noFill/>
          <a:ln>
            <a:noFill/>
          </a:ln>
        </p:spPr>
        <p:txBody>
          <a:bodyPr anchorCtr="0" anchor="t" bIns="91425" lIns="91425" spcFirstLastPara="1" rIns="91425" wrap="square" tIns="91425">
            <a:spAutoFit/>
          </a:bodyPr>
          <a:lstStyle/>
          <a:p>
            <a:pPr indent="-323850" lvl="0" marL="457200" rtl="0" algn="l">
              <a:lnSpc>
                <a:spcPct val="150000"/>
              </a:lnSpc>
              <a:spcBef>
                <a:spcPts val="0"/>
              </a:spcBef>
              <a:spcAft>
                <a:spcPts val="0"/>
              </a:spcAft>
              <a:buClr>
                <a:schemeClr val="lt1"/>
              </a:buClr>
              <a:buSzPts val="1500"/>
              <a:buFont typeface="Montserrat"/>
              <a:buChar char="●"/>
            </a:pPr>
            <a:r>
              <a:rPr lang="en" sz="1500">
                <a:solidFill>
                  <a:schemeClr val="lt1"/>
                </a:solidFill>
                <a:latin typeface="Montserrat"/>
                <a:ea typeface="Montserrat"/>
                <a:cs typeface="Montserrat"/>
                <a:sym typeface="Montserrat"/>
              </a:rPr>
              <a:t>Faciles de usar.</a:t>
            </a:r>
            <a:endParaRPr sz="1500">
              <a:solidFill>
                <a:schemeClr val="lt1"/>
              </a:solidFill>
              <a:latin typeface="Montserrat"/>
              <a:ea typeface="Montserrat"/>
              <a:cs typeface="Montserrat"/>
              <a:sym typeface="Montserrat"/>
            </a:endParaRPr>
          </a:p>
        </p:txBody>
      </p:sp>
      <p:sp>
        <p:nvSpPr>
          <p:cNvPr id="1620" name="Google Shape;1620;g359cb2a55f7_0_52"/>
          <p:cNvSpPr txBox="1"/>
          <p:nvPr/>
        </p:nvSpPr>
        <p:spPr>
          <a:xfrm>
            <a:off x="229925" y="4051525"/>
            <a:ext cx="4457400" cy="762000"/>
          </a:xfrm>
          <a:prstGeom prst="rect">
            <a:avLst/>
          </a:prstGeom>
          <a:noFill/>
          <a:ln>
            <a:noFill/>
          </a:ln>
        </p:spPr>
        <p:txBody>
          <a:bodyPr anchorCtr="0" anchor="t" bIns="91425" lIns="91425" spcFirstLastPara="1" rIns="91425" wrap="square" tIns="91425">
            <a:spAutoFit/>
          </a:bodyPr>
          <a:lstStyle/>
          <a:p>
            <a:pPr indent="-323850" lvl="0" marL="457200" rtl="0" algn="l">
              <a:lnSpc>
                <a:spcPct val="150000"/>
              </a:lnSpc>
              <a:spcBef>
                <a:spcPts val="0"/>
              </a:spcBef>
              <a:spcAft>
                <a:spcPts val="0"/>
              </a:spcAft>
              <a:buClr>
                <a:schemeClr val="lt1"/>
              </a:buClr>
              <a:buSzPts val="1500"/>
              <a:buFont typeface="Montserrat"/>
              <a:buChar char="●"/>
            </a:pPr>
            <a:r>
              <a:rPr lang="en" sz="1500">
                <a:solidFill>
                  <a:schemeClr val="lt1"/>
                </a:solidFill>
                <a:latin typeface="Montserrat"/>
                <a:ea typeface="Montserrat"/>
                <a:cs typeface="Montserrat"/>
                <a:sym typeface="Montserrat"/>
              </a:rPr>
              <a:t>Pertenecen a proyectos Open Source mundialmente conocidos.</a:t>
            </a:r>
            <a:r>
              <a:rPr lang="en" sz="1500">
                <a:solidFill>
                  <a:schemeClr val="lt1"/>
                </a:solidFill>
                <a:latin typeface="Montserrat"/>
                <a:ea typeface="Montserrat"/>
                <a:cs typeface="Montserrat"/>
                <a:sym typeface="Montserrat"/>
              </a:rPr>
              <a:t> </a:t>
            </a:r>
            <a:endParaRPr sz="1500">
              <a:solidFill>
                <a:schemeClr val="lt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618"/>
                                        </p:tgtEl>
                                        <p:attrNameLst>
                                          <p:attrName>style.visibility</p:attrName>
                                        </p:attrNameLst>
                                      </p:cBhvr>
                                      <p:to>
                                        <p:strVal val="visible"/>
                                      </p:to>
                                    </p:set>
                                    <p:anim calcmode="lin" valueType="num">
                                      <p:cBhvr additive="base">
                                        <p:cTn dur="1000"/>
                                        <p:tgtEl>
                                          <p:spTgt spid="161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619"/>
                                        </p:tgtEl>
                                        <p:attrNameLst>
                                          <p:attrName>style.visibility</p:attrName>
                                        </p:attrNameLst>
                                      </p:cBhvr>
                                      <p:to>
                                        <p:strVal val="visible"/>
                                      </p:to>
                                    </p:set>
                                    <p:anim calcmode="lin" valueType="num">
                                      <p:cBhvr additive="base">
                                        <p:cTn dur="1000"/>
                                        <p:tgtEl>
                                          <p:spTgt spid="161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620"/>
                                        </p:tgtEl>
                                        <p:attrNameLst>
                                          <p:attrName>style.visibility</p:attrName>
                                        </p:attrNameLst>
                                      </p:cBhvr>
                                      <p:to>
                                        <p:strVal val="visible"/>
                                      </p:to>
                                    </p:set>
                                    <p:anim calcmode="lin" valueType="num">
                                      <p:cBhvr additive="base">
                                        <p:cTn dur="1000"/>
                                        <p:tgtEl>
                                          <p:spTgt spid="162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624" name="Shape 1624"/>
        <p:cNvGrpSpPr/>
        <p:nvPr/>
      </p:nvGrpSpPr>
      <p:grpSpPr>
        <a:xfrm>
          <a:off x="0" y="0"/>
          <a:ext cx="0" cy="0"/>
          <a:chOff x="0" y="0"/>
          <a:chExt cx="0" cy="0"/>
        </a:xfrm>
      </p:grpSpPr>
      <p:pic>
        <p:nvPicPr>
          <p:cNvPr id="1625" name="Google Shape;1625;g34d93292148_1_40"/>
          <p:cNvPicPr preferRelativeResize="0"/>
          <p:nvPr/>
        </p:nvPicPr>
        <p:blipFill>
          <a:blip r:embed="rId3">
            <a:alphaModFix/>
          </a:blip>
          <a:stretch>
            <a:fillRect/>
          </a:stretch>
        </p:blipFill>
        <p:spPr>
          <a:xfrm>
            <a:off x="-258741" y="0"/>
            <a:ext cx="9506412" cy="5291652"/>
          </a:xfrm>
          <a:prstGeom prst="rect">
            <a:avLst/>
          </a:prstGeom>
          <a:noFill/>
          <a:ln>
            <a:noFill/>
          </a:ln>
        </p:spPr>
      </p:pic>
      <p:sp>
        <p:nvSpPr>
          <p:cNvPr id="1626" name="Google Shape;1626;g34d93292148_1_40"/>
          <p:cNvSpPr txBox="1"/>
          <p:nvPr/>
        </p:nvSpPr>
        <p:spPr>
          <a:xfrm>
            <a:off x="682668" y="-102711"/>
            <a:ext cx="7778700" cy="923400"/>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None/>
            </a:pPr>
            <a:r>
              <a:rPr lang="en" sz="6000">
                <a:solidFill>
                  <a:srgbClr val="FFFFFF"/>
                </a:solidFill>
                <a:latin typeface="Teko"/>
                <a:ea typeface="Teko"/>
                <a:cs typeface="Teko"/>
                <a:sym typeface="Teko"/>
              </a:rPr>
              <a:t>INSTALACION y CONFIGURACION</a:t>
            </a:r>
            <a:endParaRPr sz="700"/>
          </a:p>
        </p:txBody>
      </p:sp>
      <p:sp>
        <p:nvSpPr>
          <p:cNvPr id="1627" name="Google Shape;1627;g34d93292148_1_40"/>
          <p:cNvSpPr txBox="1"/>
          <p:nvPr/>
        </p:nvSpPr>
        <p:spPr>
          <a:xfrm>
            <a:off x="682668" y="3680778"/>
            <a:ext cx="7778700" cy="169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sz="1100">
                <a:solidFill>
                  <a:srgbClr val="FFFFFF"/>
                </a:solidFill>
                <a:latin typeface="Montserrat"/>
                <a:ea typeface="Montserrat"/>
                <a:cs typeface="Montserrat"/>
                <a:sym typeface="Montserrat"/>
              </a:rPr>
              <a:t>SPOILER ALERT !!!!!</a:t>
            </a:r>
            <a:endParaRPr sz="700"/>
          </a:p>
        </p:txBody>
      </p:sp>
      <p:grpSp>
        <p:nvGrpSpPr>
          <p:cNvPr id="1628" name="Google Shape;1628;g34d93292148_1_40"/>
          <p:cNvGrpSpPr/>
          <p:nvPr/>
        </p:nvGrpSpPr>
        <p:grpSpPr>
          <a:xfrm rot="5400000">
            <a:off x="6054570" y="1996501"/>
            <a:ext cx="1404925" cy="204895"/>
            <a:chOff x="0" y="-47625"/>
            <a:chExt cx="812800" cy="118539"/>
          </a:xfrm>
        </p:grpSpPr>
        <p:sp>
          <p:nvSpPr>
            <p:cNvPr id="1629" name="Google Shape;1629;g34d93292148_1_40"/>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1630" name="Google Shape;1630;g34d93292148_1_40"/>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631" name="Google Shape;1631;g34d93292148_1_40"/>
          <p:cNvGrpSpPr/>
          <p:nvPr/>
        </p:nvGrpSpPr>
        <p:grpSpPr>
          <a:xfrm rot="5400000">
            <a:off x="1754854" y="1996501"/>
            <a:ext cx="1404925" cy="204895"/>
            <a:chOff x="0" y="-47625"/>
            <a:chExt cx="812800" cy="118539"/>
          </a:xfrm>
        </p:grpSpPr>
        <p:sp>
          <p:nvSpPr>
            <p:cNvPr id="1632" name="Google Shape;1632;g34d93292148_1_40"/>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1633" name="Google Shape;1633;g34d93292148_1_40"/>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634" name="Google Shape;1634;g34d93292148_1_40"/>
          <p:cNvSpPr/>
          <p:nvPr/>
        </p:nvSpPr>
        <p:spPr>
          <a:xfrm>
            <a:off x="883713" y="1735445"/>
            <a:ext cx="734775" cy="736113"/>
          </a:xfrm>
          <a:custGeom>
            <a:rect b="b" l="l" r="r" t="t"/>
            <a:pathLst>
              <a:path extrusionOk="0" h="1472226" w="1469549">
                <a:moveTo>
                  <a:pt x="0" y="0"/>
                </a:moveTo>
                <a:lnTo>
                  <a:pt x="1469549" y="0"/>
                </a:lnTo>
                <a:lnTo>
                  <a:pt x="1469549" y="1472226"/>
                </a:lnTo>
                <a:lnTo>
                  <a:pt x="0" y="1472226"/>
                </a:lnTo>
                <a:lnTo>
                  <a:pt x="0" y="0"/>
                </a:lnTo>
                <a:close/>
              </a:path>
            </a:pathLst>
          </a:custGeom>
          <a:blipFill rotWithShape="1">
            <a:blip r:embed="rId4">
              <a:alphaModFix/>
            </a:blip>
            <a:stretch>
              <a:fillRect b="0" l="0" r="0" t="0"/>
            </a:stretch>
          </a:blipFill>
          <a:ln>
            <a:noFill/>
          </a:ln>
        </p:spPr>
      </p:sp>
      <p:pic>
        <p:nvPicPr>
          <p:cNvPr id="1635" name="Google Shape;1635;g34d93292148_1_40"/>
          <p:cNvPicPr preferRelativeResize="0"/>
          <p:nvPr/>
        </p:nvPicPr>
        <p:blipFill>
          <a:blip r:embed="rId5">
            <a:alphaModFix/>
          </a:blip>
          <a:stretch>
            <a:fillRect/>
          </a:stretch>
        </p:blipFill>
        <p:spPr>
          <a:xfrm>
            <a:off x="7305137" y="693919"/>
            <a:ext cx="2473539" cy="1279417"/>
          </a:xfrm>
          <a:prstGeom prst="rect">
            <a:avLst/>
          </a:prstGeom>
          <a:noFill/>
          <a:ln>
            <a:noFill/>
          </a:ln>
        </p:spPr>
      </p:pic>
      <p:pic>
        <p:nvPicPr>
          <p:cNvPr id="1636" name="Google Shape;1636;g34d93292148_1_40"/>
          <p:cNvPicPr preferRelativeResize="0"/>
          <p:nvPr/>
        </p:nvPicPr>
        <p:blipFill>
          <a:blip r:embed="rId6">
            <a:alphaModFix/>
          </a:blip>
          <a:stretch>
            <a:fillRect/>
          </a:stretch>
        </p:blipFill>
        <p:spPr>
          <a:xfrm>
            <a:off x="2451825" y="707875"/>
            <a:ext cx="4189127" cy="2783611"/>
          </a:xfrm>
          <a:prstGeom prst="rect">
            <a:avLst/>
          </a:prstGeom>
          <a:noFill/>
          <a:ln>
            <a:noFill/>
          </a:ln>
        </p:spPr>
      </p:pic>
      <p:pic>
        <p:nvPicPr>
          <p:cNvPr id="1637" name="Google Shape;1637;g34d93292148_1_40"/>
          <p:cNvPicPr preferRelativeResize="0"/>
          <p:nvPr/>
        </p:nvPicPr>
        <p:blipFill>
          <a:blip r:embed="rId7">
            <a:alphaModFix/>
          </a:blip>
          <a:stretch>
            <a:fillRect/>
          </a:stretch>
        </p:blipFill>
        <p:spPr>
          <a:xfrm>
            <a:off x="-1616167" y="-93825"/>
            <a:ext cx="3940269" cy="1874137"/>
          </a:xfrm>
          <a:prstGeom prst="rect">
            <a:avLst/>
          </a:prstGeom>
          <a:noFill/>
          <a:ln>
            <a:noFill/>
          </a:ln>
        </p:spPr>
      </p:pic>
      <p:pic>
        <p:nvPicPr>
          <p:cNvPr id="1638" name="Google Shape;1638;g34d93292148_1_40"/>
          <p:cNvPicPr preferRelativeResize="0"/>
          <p:nvPr/>
        </p:nvPicPr>
        <p:blipFill>
          <a:blip r:embed="rId8">
            <a:alphaModFix/>
          </a:blip>
          <a:stretch>
            <a:fillRect/>
          </a:stretch>
        </p:blipFill>
        <p:spPr>
          <a:xfrm>
            <a:off x="5786575" y="-291289"/>
            <a:ext cx="4077138" cy="859600"/>
          </a:xfrm>
          <a:prstGeom prst="rect">
            <a:avLst/>
          </a:prstGeom>
          <a:noFill/>
          <a:ln>
            <a:noFill/>
          </a:ln>
        </p:spPr>
      </p:pic>
      <p:pic>
        <p:nvPicPr>
          <p:cNvPr id="1639" name="Google Shape;1639;g34d93292148_1_40"/>
          <p:cNvPicPr preferRelativeResize="0"/>
          <p:nvPr/>
        </p:nvPicPr>
        <p:blipFill>
          <a:blip r:embed="rId9">
            <a:alphaModFix/>
          </a:blip>
          <a:stretch>
            <a:fillRect/>
          </a:stretch>
        </p:blipFill>
        <p:spPr>
          <a:xfrm>
            <a:off x="7067125" y="1983293"/>
            <a:ext cx="4077138" cy="1325070"/>
          </a:xfrm>
          <a:prstGeom prst="rect">
            <a:avLst/>
          </a:prstGeom>
          <a:noFill/>
          <a:ln>
            <a:noFill/>
          </a:ln>
        </p:spPr>
      </p:pic>
      <p:pic>
        <p:nvPicPr>
          <p:cNvPr id="1640" name="Google Shape;1640;g34d93292148_1_40"/>
          <p:cNvPicPr preferRelativeResize="0"/>
          <p:nvPr/>
        </p:nvPicPr>
        <p:blipFill>
          <a:blip r:embed="rId10">
            <a:alphaModFix/>
          </a:blip>
          <a:stretch>
            <a:fillRect/>
          </a:stretch>
        </p:blipFill>
        <p:spPr>
          <a:xfrm>
            <a:off x="682662" y="3151600"/>
            <a:ext cx="384737" cy="1792537"/>
          </a:xfrm>
          <a:prstGeom prst="rect">
            <a:avLst/>
          </a:prstGeom>
          <a:noFill/>
          <a:ln>
            <a:noFill/>
          </a:ln>
        </p:spPr>
      </p:pic>
      <p:sp>
        <p:nvSpPr>
          <p:cNvPr id="1641" name="Google Shape;1641;g34d93292148_1_40"/>
          <p:cNvSpPr txBox="1"/>
          <p:nvPr/>
        </p:nvSpPr>
        <p:spPr>
          <a:xfrm>
            <a:off x="758868" y="3935889"/>
            <a:ext cx="7778700" cy="923400"/>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None/>
            </a:pPr>
            <a:r>
              <a:rPr lang="en" sz="6000">
                <a:solidFill>
                  <a:srgbClr val="FFFFFF"/>
                </a:solidFill>
                <a:latin typeface="Teko"/>
                <a:ea typeface="Teko"/>
                <a:cs typeface="Teko"/>
                <a:sym typeface="Teko"/>
              </a:rPr>
              <a:t>NEXT - NEXT - NEXT</a:t>
            </a:r>
            <a:endParaRPr sz="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26"/>
                                        </p:tgtEl>
                                        <p:attrNameLst>
                                          <p:attrName>style.visibility</p:attrName>
                                        </p:attrNameLst>
                                      </p:cBhvr>
                                      <p:to>
                                        <p:strVal val="visible"/>
                                      </p:to>
                                    </p:set>
                                    <p:anim calcmode="lin" valueType="num">
                                      <p:cBhvr additive="base">
                                        <p:cTn dur="1000"/>
                                        <p:tgtEl>
                                          <p:spTgt spid="162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627"/>
                                        </p:tgtEl>
                                        <p:attrNameLst>
                                          <p:attrName>style.visibility</p:attrName>
                                        </p:attrNameLst>
                                      </p:cBhvr>
                                      <p:to>
                                        <p:strVal val="visible"/>
                                      </p:to>
                                    </p:set>
                                    <p:anim calcmode="lin" valueType="num">
                                      <p:cBhvr additive="base">
                                        <p:cTn dur="1000"/>
                                        <p:tgtEl>
                                          <p:spTgt spid="162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641"/>
                                        </p:tgtEl>
                                        <p:attrNameLst>
                                          <p:attrName>style.visibility</p:attrName>
                                        </p:attrNameLst>
                                      </p:cBhvr>
                                      <p:to>
                                        <p:strVal val="visible"/>
                                      </p:to>
                                    </p:set>
                                    <p:anim calcmode="lin" valueType="num">
                                      <p:cBhvr additive="base">
                                        <p:cTn dur="1000"/>
                                        <p:tgtEl>
                                          <p:spTgt spid="164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645" name="Shape 1645"/>
        <p:cNvGrpSpPr/>
        <p:nvPr/>
      </p:nvGrpSpPr>
      <p:grpSpPr>
        <a:xfrm>
          <a:off x="0" y="0"/>
          <a:ext cx="0" cy="0"/>
          <a:chOff x="0" y="0"/>
          <a:chExt cx="0" cy="0"/>
        </a:xfrm>
      </p:grpSpPr>
      <p:pic>
        <p:nvPicPr>
          <p:cNvPr id="1646" name="Google Shape;1646;g359cb2a55f7_0_604"/>
          <p:cNvPicPr preferRelativeResize="0"/>
          <p:nvPr/>
        </p:nvPicPr>
        <p:blipFill>
          <a:blip r:embed="rId3">
            <a:alphaModFix/>
          </a:blip>
          <a:stretch>
            <a:fillRect/>
          </a:stretch>
        </p:blipFill>
        <p:spPr>
          <a:xfrm>
            <a:off x="-205262" y="-29563"/>
            <a:ext cx="9554524" cy="5318439"/>
          </a:xfrm>
          <a:prstGeom prst="rect">
            <a:avLst/>
          </a:prstGeom>
          <a:noFill/>
          <a:ln>
            <a:noFill/>
          </a:ln>
        </p:spPr>
      </p:pic>
      <p:pic>
        <p:nvPicPr>
          <p:cNvPr id="1647" name="Google Shape;1647;g359cb2a55f7_0_604"/>
          <p:cNvPicPr preferRelativeResize="0"/>
          <p:nvPr/>
        </p:nvPicPr>
        <p:blipFill>
          <a:blip r:embed="rId4">
            <a:alphaModFix/>
          </a:blip>
          <a:stretch>
            <a:fillRect/>
          </a:stretch>
        </p:blipFill>
        <p:spPr>
          <a:xfrm>
            <a:off x="0" y="44150"/>
            <a:ext cx="4633901" cy="2700026"/>
          </a:xfrm>
          <a:prstGeom prst="rect">
            <a:avLst/>
          </a:prstGeom>
          <a:noFill/>
          <a:ln>
            <a:noFill/>
          </a:ln>
        </p:spPr>
      </p:pic>
      <p:pic>
        <p:nvPicPr>
          <p:cNvPr id="1648" name="Google Shape;1648;g359cb2a55f7_0_604"/>
          <p:cNvPicPr preferRelativeResize="0"/>
          <p:nvPr/>
        </p:nvPicPr>
        <p:blipFill>
          <a:blip r:embed="rId5">
            <a:alphaModFix/>
          </a:blip>
          <a:stretch>
            <a:fillRect/>
          </a:stretch>
        </p:blipFill>
        <p:spPr>
          <a:xfrm>
            <a:off x="4700350" y="63050"/>
            <a:ext cx="4572000" cy="2700025"/>
          </a:xfrm>
          <a:prstGeom prst="rect">
            <a:avLst/>
          </a:prstGeom>
          <a:noFill/>
          <a:ln>
            <a:noFill/>
          </a:ln>
        </p:spPr>
      </p:pic>
      <p:pic>
        <p:nvPicPr>
          <p:cNvPr id="1649" name="Google Shape;1649;g359cb2a55f7_0_604"/>
          <p:cNvPicPr preferRelativeResize="0"/>
          <p:nvPr/>
        </p:nvPicPr>
        <p:blipFill>
          <a:blip r:embed="rId6">
            <a:alphaModFix/>
          </a:blip>
          <a:stretch>
            <a:fillRect/>
          </a:stretch>
        </p:blipFill>
        <p:spPr>
          <a:xfrm>
            <a:off x="0" y="2756400"/>
            <a:ext cx="9272351" cy="2387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647"/>
                                        </p:tgtEl>
                                        <p:attrNameLst>
                                          <p:attrName>style.visibility</p:attrName>
                                        </p:attrNameLst>
                                      </p:cBhvr>
                                      <p:to>
                                        <p:strVal val="visible"/>
                                      </p:to>
                                    </p:set>
                                    <p:anim calcmode="lin" valueType="num">
                                      <p:cBhvr additive="base">
                                        <p:cTn dur="1000"/>
                                        <p:tgtEl>
                                          <p:spTgt spid="164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9"/>
                                        </p:tgtEl>
                                        <p:attrNameLst>
                                          <p:attrName>style.visibility</p:attrName>
                                        </p:attrNameLst>
                                      </p:cBhvr>
                                      <p:to>
                                        <p:strVal val="visible"/>
                                      </p:to>
                                    </p:set>
                                    <p:anim calcmode="lin" valueType="num">
                                      <p:cBhvr additive="base">
                                        <p:cTn dur="1000"/>
                                        <p:tgtEl>
                                          <p:spTgt spid="164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648"/>
                                        </p:tgtEl>
                                        <p:attrNameLst>
                                          <p:attrName>style.visibility</p:attrName>
                                        </p:attrNameLst>
                                      </p:cBhvr>
                                      <p:to>
                                        <p:strVal val="visible"/>
                                      </p:to>
                                    </p:set>
                                    <p:anim calcmode="lin" valueType="num">
                                      <p:cBhvr additive="base">
                                        <p:cTn dur="1000"/>
                                        <p:tgtEl>
                                          <p:spTgt spid="164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653" name="Shape 1653"/>
        <p:cNvGrpSpPr/>
        <p:nvPr/>
      </p:nvGrpSpPr>
      <p:grpSpPr>
        <a:xfrm>
          <a:off x="0" y="0"/>
          <a:ext cx="0" cy="0"/>
          <a:chOff x="0" y="0"/>
          <a:chExt cx="0" cy="0"/>
        </a:xfrm>
      </p:grpSpPr>
      <p:pic>
        <p:nvPicPr>
          <p:cNvPr id="1654" name="Google Shape;1654;g357c580f6f6_0_5"/>
          <p:cNvPicPr preferRelativeResize="0"/>
          <p:nvPr/>
        </p:nvPicPr>
        <p:blipFill>
          <a:blip r:embed="rId3">
            <a:alphaModFix/>
          </a:blip>
          <a:stretch>
            <a:fillRect/>
          </a:stretch>
        </p:blipFill>
        <p:spPr>
          <a:xfrm>
            <a:off x="-205262" y="-29563"/>
            <a:ext cx="9554524" cy="5318439"/>
          </a:xfrm>
          <a:prstGeom prst="rect">
            <a:avLst/>
          </a:prstGeom>
          <a:noFill/>
          <a:ln>
            <a:noFill/>
          </a:ln>
        </p:spPr>
      </p:pic>
      <p:pic>
        <p:nvPicPr>
          <p:cNvPr id="1655" name="Google Shape;1655;g357c580f6f6_0_5"/>
          <p:cNvPicPr preferRelativeResize="0"/>
          <p:nvPr/>
        </p:nvPicPr>
        <p:blipFill>
          <a:blip r:embed="rId4">
            <a:alphaModFix/>
          </a:blip>
          <a:stretch>
            <a:fillRect/>
          </a:stretch>
        </p:blipFill>
        <p:spPr>
          <a:xfrm>
            <a:off x="2057400" y="138675"/>
            <a:ext cx="4717449" cy="2134950"/>
          </a:xfrm>
          <a:prstGeom prst="rect">
            <a:avLst/>
          </a:prstGeom>
          <a:noFill/>
          <a:ln>
            <a:noFill/>
          </a:ln>
        </p:spPr>
      </p:pic>
      <p:pic>
        <p:nvPicPr>
          <p:cNvPr id="1656" name="Google Shape;1656;g357c580f6f6_0_5"/>
          <p:cNvPicPr preferRelativeResize="0"/>
          <p:nvPr/>
        </p:nvPicPr>
        <p:blipFill>
          <a:blip r:embed="rId5">
            <a:alphaModFix/>
          </a:blip>
          <a:stretch>
            <a:fillRect/>
          </a:stretch>
        </p:blipFill>
        <p:spPr>
          <a:xfrm>
            <a:off x="957325" y="2336775"/>
            <a:ext cx="7724526" cy="2806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655"/>
                                        </p:tgtEl>
                                        <p:attrNameLst>
                                          <p:attrName>style.visibility</p:attrName>
                                        </p:attrNameLst>
                                      </p:cBhvr>
                                      <p:to>
                                        <p:strVal val="visible"/>
                                      </p:to>
                                    </p:set>
                                    <p:anim calcmode="lin" valueType="num">
                                      <p:cBhvr additive="base">
                                        <p:cTn dur="1000"/>
                                        <p:tgtEl>
                                          <p:spTgt spid="165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56"/>
                                        </p:tgtEl>
                                        <p:attrNameLst>
                                          <p:attrName>style.visibility</p:attrName>
                                        </p:attrNameLst>
                                      </p:cBhvr>
                                      <p:to>
                                        <p:strVal val="visible"/>
                                      </p:to>
                                    </p:set>
                                    <p:anim calcmode="lin" valueType="num">
                                      <p:cBhvr additive="base">
                                        <p:cTn dur="1000"/>
                                        <p:tgtEl>
                                          <p:spTgt spid="165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660" name="Shape 1660"/>
        <p:cNvGrpSpPr/>
        <p:nvPr/>
      </p:nvGrpSpPr>
      <p:grpSpPr>
        <a:xfrm>
          <a:off x="0" y="0"/>
          <a:ext cx="0" cy="0"/>
          <a:chOff x="0" y="0"/>
          <a:chExt cx="0" cy="0"/>
        </a:xfrm>
      </p:grpSpPr>
      <p:pic>
        <p:nvPicPr>
          <p:cNvPr id="1661" name="Google Shape;1661;g3bfdd8f02b5_0_64"/>
          <p:cNvPicPr preferRelativeResize="0"/>
          <p:nvPr/>
        </p:nvPicPr>
        <p:blipFill>
          <a:blip r:embed="rId3">
            <a:alphaModFix/>
          </a:blip>
          <a:stretch>
            <a:fillRect/>
          </a:stretch>
        </p:blipFill>
        <p:spPr>
          <a:xfrm>
            <a:off x="-835725" y="89936"/>
            <a:ext cx="3657600" cy="1188720"/>
          </a:xfrm>
          <a:prstGeom prst="rect">
            <a:avLst/>
          </a:prstGeom>
          <a:noFill/>
          <a:ln>
            <a:noFill/>
          </a:ln>
        </p:spPr>
      </p:pic>
      <p:pic>
        <p:nvPicPr>
          <p:cNvPr id="1662" name="Google Shape;1662;g3bfdd8f02b5_0_64" title="opsec.jpg"/>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666" name="Shape 1666"/>
        <p:cNvGrpSpPr/>
        <p:nvPr/>
      </p:nvGrpSpPr>
      <p:grpSpPr>
        <a:xfrm>
          <a:off x="0" y="0"/>
          <a:ext cx="0" cy="0"/>
          <a:chOff x="0" y="0"/>
          <a:chExt cx="0" cy="0"/>
        </a:xfrm>
      </p:grpSpPr>
      <p:sp>
        <p:nvSpPr>
          <p:cNvPr id="1667" name="Google Shape;1667;g35251cc313b_0_3083"/>
          <p:cNvSpPr txBox="1"/>
          <p:nvPr/>
        </p:nvSpPr>
        <p:spPr>
          <a:xfrm>
            <a:off x="7093059" y="120873"/>
            <a:ext cx="1939200" cy="23850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en" sz="1100">
                <a:solidFill>
                  <a:schemeClr val="lt1"/>
                </a:solidFill>
                <a:latin typeface="Montserrat"/>
                <a:ea typeface="Montserrat"/>
                <a:cs typeface="Montserrat"/>
                <a:sym typeface="Montserrat"/>
              </a:rPr>
              <a:t>Cyber Security</a:t>
            </a:r>
            <a:endParaRPr sz="1100"/>
          </a:p>
        </p:txBody>
      </p:sp>
      <p:pic>
        <p:nvPicPr>
          <p:cNvPr id="1668" name="Google Shape;1668;g35251cc313b_0_3083"/>
          <p:cNvPicPr preferRelativeResize="0"/>
          <p:nvPr/>
        </p:nvPicPr>
        <p:blipFill>
          <a:blip r:embed="rId3">
            <a:alphaModFix/>
          </a:blip>
          <a:stretch>
            <a:fillRect/>
          </a:stretch>
        </p:blipFill>
        <p:spPr>
          <a:xfrm>
            <a:off x="923000" y="110950"/>
            <a:ext cx="7382400" cy="49216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672" name="Shape 1672"/>
        <p:cNvGrpSpPr/>
        <p:nvPr/>
      </p:nvGrpSpPr>
      <p:grpSpPr>
        <a:xfrm>
          <a:off x="0" y="0"/>
          <a:ext cx="0" cy="0"/>
          <a:chOff x="0" y="0"/>
          <a:chExt cx="0" cy="0"/>
        </a:xfrm>
      </p:grpSpPr>
      <p:pic>
        <p:nvPicPr>
          <p:cNvPr id="1673" name="Google Shape;1673;g3bfdd8f02b5_0_27"/>
          <p:cNvPicPr preferRelativeResize="0"/>
          <p:nvPr/>
        </p:nvPicPr>
        <p:blipFill>
          <a:blip r:embed="rId3">
            <a:alphaModFix/>
          </a:blip>
          <a:stretch>
            <a:fillRect/>
          </a:stretch>
        </p:blipFill>
        <p:spPr>
          <a:xfrm>
            <a:off x="-835725" y="89936"/>
            <a:ext cx="3657600" cy="1188720"/>
          </a:xfrm>
          <a:prstGeom prst="rect">
            <a:avLst/>
          </a:prstGeom>
          <a:noFill/>
          <a:ln>
            <a:noFill/>
          </a:ln>
        </p:spPr>
      </p:pic>
      <p:sp>
        <p:nvSpPr>
          <p:cNvPr id="1674" name="Google Shape;1674;g3bfdd8f02b5_0_27"/>
          <p:cNvSpPr txBox="1"/>
          <p:nvPr/>
        </p:nvSpPr>
        <p:spPr>
          <a:xfrm>
            <a:off x="130375" y="727853"/>
            <a:ext cx="8744400" cy="2979600"/>
          </a:xfrm>
          <a:prstGeom prst="rect">
            <a:avLst/>
          </a:prstGeom>
          <a:noFill/>
          <a:ln>
            <a:noFill/>
          </a:ln>
        </p:spPr>
        <p:txBody>
          <a:bodyPr anchorCtr="0" anchor="t" bIns="17150" lIns="34300" spcFirstLastPara="1" rIns="34300" wrap="square" tIns="17150">
            <a:spAutoFit/>
          </a:bodyPr>
          <a:lstStyle/>
          <a:p>
            <a:pPr indent="0" lvl="0" marL="0" rtl="0" algn="l">
              <a:lnSpc>
                <a:spcPct val="110000"/>
              </a:lnSpc>
              <a:spcBef>
                <a:spcPts val="700"/>
              </a:spcBef>
              <a:spcAft>
                <a:spcPts val="0"/>
              </a:spcAft>
              <a:buSzPts val="1100"/>
              <a:buNone/>
            </a:pPr>
            <a:r>
              <a:rPr lang="en">
                <a:solidFill>
                  <a:schemeClr val="lt1"/>
                </a:solidFill>
                <a:latin typeface="Josefin Sans Light"/>
                <a:ea typeface="Josefin Sans Light"/>
                <a:cs typeface="Josefin Sans Light"/>
                <a:sym typeface="Josefin Sans Light"/>
              </a:rPr>
              <a:t>OPSEC significa Seguridad Operacional y es un término derivado del Ejército de los Estados Unidos. . El objetivo de OPSEC es evitar que la información confidencial llegue a manos de un adversario, principalmente denegando el acceso a los datos. os investigadores de OSINT deben contar con una buena seguridad operacional (OPSEC). Esto significa que deben evitar usar sus cuentas personales de redes sociales para realizar investigaciones. </a:t>
            </a:r>
            <a:endParaRPr>
              <a:solidFill>
                <a:schemeClr val="lt1"/>
              </a:solidFill>
              <a:latin typeface="Josefin Sans Light"/>
              <a:ea typeface="Josefin Sans Light"/>
              <a:cs typeface="Josefin Sans Light"/>
              <a:sym typeface="Josefin Sans Light"/>
            </a:endParaRPr>
          </a:p>
          <a:p>
            <a:pPr indent="0" lvl="0" marL="0" rtl="0" algn="l">
              <a:lnSpc>
                <a:spcPct val="110000"/>
              </a:lnSpc>
              <a:spcBef>
                <a:spcPts val="700"/>
              </a:spcBef>
              <a:spcAft>
                <a:spcPts val="0"/>
              </a:spcAft>
              <a:buSzPts val="1100"/>
              <a:buNone/>
            </a:pPr>
            <a:r>
              <a:t/>
            </a:r>
            <a:endParaRPr>
              <a:solidFill>
                <a:schemeClr val="lt1"/>
              </a:solidFill>
              <a:latin typeface="Josefin Sans Light"/>
              <a:ea typeface="Josefin Sans Light"/>
              <a:cs typeface="Josefin Sans Light"/>
              <a:sym typeface="Josefin Sans Light"/>
            </a:endParaRPr>
          </a:p>
          <a:p>
            <a:pPr indent="0" lvl="0" marL="0" rtl="0" algn="l">
              <a:lnSpc>
                <a:spcPct val="110000"/>
              </a:lnSpc>
              <a:spcBef>
                <a:spcPts val="700"/>
              </a:spcBef>
              <a:spcAft>
                <a:spcPts val="0"/>
              </a:spcAft>
              <a:buSzPts val="1100"/>
              <a:buNone/>
            </a:pPr>
            <a:r>
              <a:rPr lang="en">
                <a:solidFill>
                  <a:schemeClr val="lt1"/>
                </a:solidFill>
                <a:latin typeface="Josefin Sans Light"/>
                <a:ea typeface="Josefin Sans Light"/>
                <a:cs typeface="Josefin Sans Light"/>
                <a:sym typeface="Josefin Sans Light"/>
              </a:rPr>
              <a:t>Esto se debe a su privacidad y seguridad, así como a la integridad de la investigación. Las cuentas de investigación se crean para aislar la investigación de OSINT, asegurando la separación entre la vida personal y laboral de los investigadores. Es fundamental enfatizar la importancia de separar la identidad real de un investigador de OSINT de las cuentas de investigación.</a:t>
            </a:r>
            <a:endParaRPr>
              <a:solidFill>
                <a:schemeClr val="lt1"/>
              </a:solidFill>
              <a:latin typeface="Josefin Sans Light"/>
              <a:ea typeface="Josefin Sans Light"/>
              <a:cs typeface="Josefin Sans Light"/>
              <a:sym typeface="Josefin Sans Light"/>
            </a:endParaRPr>
          </a:p>
          <a:p>
            <a:pPr indent="0" lvl="0" marL="0" rtl="0" algn="l">
              <a:lnSpc>
                <a:spcPct val="110000"/>
              </a:lnSpc>
              <a:spcBef>
                <a:spcPts val="700"/>
              </a:spcBef>
              <a:spcAft>
                <a:spcPts val="0"/>
              </a:spcAft>
              <a:buSzPts val="1100"/>
              <a:buNone/>
            </a:pPr>
            <a:r>
              <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t/>
            </a:r>
            <a:endParaRPr>
              <a:solidFill>
                <a:schemeClr val="lt1"/>
              </a:solidFill>
              <a:latin typeface="Josefin Sans Light"/>
              <a:ea typeface="Josefin Sans Light"/>
              <a:cs typeface="Josefin Sans Light"/>
              <a:sym typeface="Josefin Sans 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678" name="Shape 1678"/>
        <p:cNvGrpSpPr/>
        <p:nvPr/>
      </p:nvGrpSpPr>
      <p:grpSpPr>
        <a:xfrm>
          <a:off x="0" y="0"/>
          <a:ext cx="0" cy="0"/>
          <a:chOff x="0" y="0"/>
          <a:chExt cx="0" cy="0"/>
        </a:xfrm>
      </p:grpSpPr>
      <p:pic>
        <p:nvPicPr>
          <p:cNvPr id="1679" name="Google Shape;1679;g3c21f3f0f13_0_0"/>
          <p:cNvPicPr preferRelativeResize="0"/>
          <p:nvPr/>
        </p:nvPicPr>
        <p:blipFill>
          <a:blip r:embed="rId3">
            <a:alphaModFix/>
          </a:blip>
          <a:stretch>
            <a:fillRect/>
          </a:stretch>
        </p:blipFill>
        <p:spPr>
          <a:xfrm>
            <a:off x="-835725" y="89936"/>
            <a:ext cx="3657600" cy="1188720"/>
          </a:xfrm>
          <a:prstGeom prst="rect">
            <a:avLst/>
          </a:prstGeom>
          <a:noFill/>
          <a:ln>
            <a:noFill/>
          </a:ln>
        </p:spPr>
      </p:pic>
      <p:pic>
        <p:nvPicPr>
          <p:cNvPr id="1680" name="Google Shape;1680;g3c21f3f0f13_0_0"/>
          <p:cNvPicPr preferRelativeResize="0"/>
          <p:nvPr/>
        </p:nvPicPr>
        <p:blipFill>
          <a:blip r:embed="rId4">
            <a:alphaModFix/>
          </a:blip>
          <a:stretch>
            <a:fillRect/>
          </a:stretch>
        </p:blipFill>
        <p:spPr>
          <a:xfrm>
            <a:off x="0" y="0"/>
            <a:ext cx="9104850" cy="2663000"/>
          </a:xfrm>
          <a:prstGeom prst="rect">
            <a:avLst/>
          </a:prstGeom>
          <a:noFill/>
          <a:ln>
            <a:noFill/>
          </a:ln>
        </p:spPr>
      </p:pic>
      <p:pic>
        <p:nvPicPr>
          <p:cNvPr id="1681" name="Google Shape;1681;g3c21f3f0f13_0_0"/>
          <p:cNvPicPr preferRelativeResize="0"/>
          <p:nvPr/>
        </p:nvPicPr>
        <p:blipFill>
          <a:blip r:embed="rId5">
            <a:alphaModFix/>
          </a:blip>
          <a:stretch>
            <a:fillRect/>
          </a:stretch>
        </p:blipFill>
        <p:spPr>
          <a:xfrm>
            <a:off x="2030475" y="2758764"/>
            <a:ext cx="4334490" cy="217571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80"/>
                                        </p:tgtEl>
                                        <p:attrNameLst>
                                          <p:attrName>style.visibility</p:attrName>
                                        </p:attrNameLst>
                                      </p:cBhvr>
                                      <p:to>
                                        <p:strVal val="visible"/>
                                      </p:to>
                                    </p:set>
                                    <p:anim calcmode="lin" valueType="num">
                                      <p:cBhvr additive="base">
                                        <p:cTn dur="1000"/>
                                        <p:tgtEl>
                                          <p:spTgt spid="168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81"/>
                                        </p:tgtEl>
                                        <p:attrNameLst>
                                          <p:attrName>style.visibility</p:attrName>
                                        </p:attrNameLst>
                                      </p:cBhvr>
                                      <p:to>
                                        <p:strVal val="visible"/>
                                      </p:to>
                                    </p:set>
                                    <p:anim calcmode="lin" valueType="num">
                                      <p:cBhvr additive="base">
                                        <p:cTn dur="1000"/>
                                        <p:tgtEl>
                                          <p:spTgt spid="168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685" name="Shape 1685"/>
        <p:cNvGrpSpPr/>
        <p:nvPr/>
      </p:nvGrpSpPr>
      <p:grpSpPr>
        <a:xfrm>
          <a:off x="0" y="0"/>
          <a:ext cx="0" cy="0"/>
          <a:chOff x="0" y="0"/>
          <a:chExt cx="0" cy="0"/>
        </a:xfrm>
      </p:grpSpPr>
      <p:pic>
        <p:nvPicPr>
          <p:cNvPr id="1686" name="Google Shape;1686;g3c21f3f0f13_0_27"/>
          <p:cNvPicPr preferRelativeResize="0"/>
          <p:nvPr/>
        </p:nvPicPr>
        <p:blipFill>
          <a:blip r:embed="rId3">
            <a:alphaModFix/>
          </a:blip>
          <a:stretch>
            <a:fillRect/>
          </a:stretch>
        </p:blipFill>
        <p:spPr>
          <a:xfrm>
            <a:off x="-835725" y="89936"/>
            <a:ext cx="3657600" cy="1188720"/>
          </a:xfrm>
          <a:prstGeom prst="rect">
            <a:avLst/>
          </a:prstGeom>
          <a:noFill/>
          <a:ln>
            <a:noFill/>
          </a:ln>
        </p:spPr>
      </p:pic>
      <p:pic>
        <p:nvPicPr>
          <p:cNvPr id="1687" name="Google Shape;1687;g3c21f3f0f13_0_27"/>
          <p:cNvPicPr preferRelativeResize="0"/>
          <p:nvPr/>
        </p:nvPicPr>
        <p:blipFill>
          <a:blip r:embed="rId4">
            <a:alphaModFix/>
          </a:blip>
          <a:stretch>
            <a:fillRect/>
          </a:stretch>
        </p:blipFill>
        <p:spPr>
          <a:xfrm>
            <a:off x="0" y="-1"/>
            <a:ext cx="9144003" cy="2241352"/>
          </a:xfrm>
          <a:prstGeom prst="rect">
            <a:avLst/>
          </a:prstGeom>
          <a:noFill/>
          <a:ln>
            <a:noFill/>
          </a:ln>
        </p:spPr>
      </p:pic>
      <p:pic>
        <p:nvPicPr>
          <p:cNvPr id="1688" name="Google Shape;1688;g3c21f3f0f13_0_27"/>
          <p:cNvPicPr preferRelativeResize="0"/>
          <p:nvPr/>
        </p:nvPicPr>
        <p:blipFill>
          <a:blip r:embed="rId5">
            <a:alphaModFix/>
          </a:blip>
          <a:stretch>
            <a:fillRect/>
          </a:stretch>
        </p:blipFill>
        <p:spPr>
          <a:xfrm>
            <a:off x="689250" y="2337126"/>
            <a:ext cx="7765504" cy="25973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87"/>
                                        </p:tgtEl>
                                        <p:attrNameLst>
                                          <p:attrName>style.visibility</p:attrName>
                                        </p:attrNameLst>
                                      </p:cBhvr>
                                      <p:to>
                                        <p:strVal val="visible"/>
                                      </p:to>
                                    </p:set>
                                    <p:anim calcmode="lin" valueType="num">
                                      <p:cBhvr additive="base">
                                        <p:cTn dur="1000"/>
                                        <p:tgtEl>
                                          <p:spTgt spid="168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88"/>
                                        </p:tgtEl>
                                        <p:attrNameLst>
                                          <p:attrName>style.visibility</p:attrName>
                                        </p:attrNameLst>
                                      </p:cBhvr>
                                      <p:to>
                                        <p:strVal val="visible"/>
                                      </p:to>
                                    </p:set>
                                    <p:anim calcmode="lin" valueType="num">
                                      <p:cBhvr additive="base">
                                        <p:cTn dur="1000"/>
                                        <p:tgtEl>
                                          <p:spTgt spid="168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692" name="Shape 1692"/>
        <p:cNvGrpSpPr/>
        <p:nvPr/>
      </p:nvGrpSpPr>
      <p:grpSpPr>
        <a:xfrm>
          <a:off x="0" y="0"/>
          <a:ext cx="0" cy="0"/>
          <a:chOff x="0" y="0"/>
          <a:chExt cx="0" cy="0"/>
        </a:xfrm>
      </p:grpSpPr>
      <p:pic>
        <p:nvPicPr>
          <p:cNvPr id="1693" name="Google Shape;1693;g3c21f3f0f13_0_17"/>
          <p:cNvPicPr preferRelativeResize="0"/>
          <p:nvPr/>
        </p:nvPicPr>
        <p:blipFill>
          <a:blip r:embed="rId3">
            <a:alphaModFix/>
          </a:blip>
          <a:stretch>
            <a:fillRect/>
          </a:stretch>
        </p:blipFill>
        <p:spPr>
          <a:xfrm>
            <a:off x="-835725" y="89936"/>
            <a:ext cx="3657600" cy="1188720"/>
          </a:xfrm>
          <a:prstGeom prst="rect">
            <a:avLst/>
          </a:prstGeom>
          <a:noFill/>
          <a:ln>
            <a:noFill/>
          </a:ln>
        </p:spPr>
      </p:pic>
      <p:pic>
        <p:nvPicPr>
          <p:cNvPr id="1694" name="Google Shape;1694;g3c21f3f0f13_0_17"/>
          <p:cNvPicPr preferRelativeResize="0"/>
          <p:nvPr/>
        </p:nvPicPr>
        <p:blipFill>
          <a:blip r:embed="rId4">
            <a:alphaModFix/>
          </a:blip>
          <a:stretch>
            <a:fillRect/>
          </a:stretch>
        </p:blipFill>
        <p:spPr>
          <a:xfrm>
            <a:off x="0" y="89931"/>
            <a:ext cx="8839204" cy="1739355"/>
          </a:xfrm>
          <a:prstGeom prst="rect">
            <a:avLst/>
          </a:prstGeom>
          <a:noFill/>
          <a:ln>
            <a:noFill/>
          </a:ln>
        </p:spPr>
      </p:pic>
      <p:pic>
        <p:nvPicPr>
          <p:cNvPr id="1695" name="Google Shape;1695;g3c21f3f0f13_0_17"/>
          <p:cNvPicPr preferRelativeResize="0"/>
          <p:nvPr/>
        </p:nvPicPr>
        <p:blipFill>
          <a:blip r:embed="rId5">
            <a:alphaModFix/>
          </a:blip>
          <a:stretch>
            <a:fillRect/>
          </a:stretch>
        </p:blipFill>
        <p:spPr>
          <a:xfrm>
            <a:off x="1879475" y="2000586"/>
            <a:ext cx="4624354" cy="300941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4"/>
                                        </p:tgtEl>
                                        <p:attrNameLst>
                                          <p:attrName>style.visibility</p:attrName>
                                        </p:attrNameLst>
                                      </p:cBhvr>
                                      <p:to>
                                        <p:strVal val="visible"/>
                                      </p:to>
                                    </p:set>
                                    <p:anim calcmode="lin" valueType="num">
                                      <p:cBhvr additive="base">
                                        <p:cTn dur="1"/>
                                        <p:tgtEl>
                                          <p:spTgt spid="169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5"/>
                                        </p:tgtEl>
                                        <p:attrNameLst>
                                          <p:attrName>style.visibility</p:attrName>
                                        </p:attrNameLst>
                                      </p:cBhvr>
                                      <p:to>
                                        <p:strVal val="visible"/>
                                      </p:to>
                                    </p:set>
                                    <p:anim calcmode="lin" valueType="num">
                                      <p:cBhvr additive="base">
                                        <p:cTn dur="1000"/>
                                        <p:tgtEl>
                                          <p:spTgt spid="169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699" name="Shape 1699"/>
        <p:cNvGrpSpPr/>
        <p:nvPr/>
      </p:nvGrpSpPr>
      <p:grpSpPr>
        <a:xfrm>
          <a:off x="0" y="0"/>
          <a:ext cx="0" cy="0"/>
          <a:chOff x="0" y="0"/>
          <a:chExt cx="0" cy="0"/>
        </a:xfrm>
      </p:grpSpPr>
      <p:pic>
        <p:nvPicPr>
          <p:cNvPr id="1700" name="Google Shape;1700;g3c21f3f0f13_1_0"/>
          <p:cNvPicPr preferRelativeResize="0"/>
          <p:nvPr/>
        </p:nvPicPr>
        <p:blipFill>
          <a:blip r:embed="rId3">
            <a:alphaModFix/>
          </a:blip>
          <a:stretch>
            <a:fillRect/>
          </a:stretch>
        </p:blipFill>
        <p:spPr>
          <a:xfrm>
            <a:off x="-835725" y="89936"/>
            <a:ext cx="3657600" cy="1188720"/>
          </a:xfrm>
          <a:prstGeom prst="rect">
            <a:avLst/>
          </a:prstGeom>
          <a:noFill/>
          <a:ln>
            <a:noFill/>
          </a:ln>
        </p:spPr>
      </p:pic>
      <p:pic>
        <p:nvPicPr>
          <p:cNvPr id="1701" name="Google Shape;1701;g3c21f3f0f13_1_0" title="women Claude.jpg"/>
          <p:cNvPicPr preferRelativeResize="0"/>
          <p:nvPr/>
        </p:nvPicPr>
        <p:blipFill>
          <a:blip r:embed="rId4">
            <a:alphaModFix/>
          </a:blip>
          <a:stretch>
            <a:fillRect/>
          </a:stretch>
        </p:blipFill>
        <p:spPr>
          <a:xfrm>
            <a:off x="2240800" y="0"/>
            <a:ext cx="4968602" cy="504782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705" name="Shape 1705"/>
        <p:cNvGrpSpPr/>
        <p:nvPr/>
      </p:nvGrpSpPr>
      <p:grpSpPr>
        <a:xfrm>
          <a:off x="0" y="0"/>
          <a:ext cx="0" cy="0"/>
          <a:chOff x="0" y="0"/>
          <a:chExt cx="0" cy="0"/>
        </a:xfrm>
      </p:grpSpPr>
      <p:pic>
        <p:nvPicPr>
          <p:cNvPr id="1706" name="Google Shape;1706;g3c21f3f0f13_0_11"/>
          <p:cNvPicPr preferRelativeResize="0"/>
          <p:nvPr/>
        </p:nvPicPr>
        <p:blipFill>
          <a:blip r:embed="rId3">
            <a:alphaModFix/>
          </a:blip>
          <a:stretch>
            <a:fillRect/>
          </a:stretch>
        </p:blipFill>
        <p:spPr>
          <a:xfrm>
            <a:off x="-835725" y="89936"/>
            <a:ext cx="3657600" cy="1188720"/>
          </a:xfrm>
          <a:prstGeom prst="rect">
            <a:avLst/>
          </a:prstGeom>
          <a:noFill/>
          <a:ln>
            <a:noFill/>
          </a:ln>
        </p:spPr>
      </p:pic>
      <p:pic>
        <p:nvPicPr>
          <p:cNvPr id="1707" name="Google Shape;1707;g3c21f3f0f13_0_11"/>
          <p:cNvPicPr preferRelativeResize="0"/>
          <p:nvPr/>
        </p:nvPicPr>
        <p:blipFill>
          <a:blip r:embed="rId4">
            <a:alphaModFix/>
          </a:blip>
          <a:stretch>
            <a:fillRect/>
          </a:stretch>
        </p:blipFill>
        <p:spPr>
          <a:xfrm>
            <a:off x="96075" y="6"/>
            <a:ext cx="8839204" cy="19163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07"/>
                                        </p:tgtEl>
                                        <p:attrNameLst>
                                          <p:attrName>style.visibility</p:attrName>
                                        </p:attrNameLst>
                                      </p:cBhvr>
                                      <p:to>
                                        <p:strVal val="visible"/>
                                      </p:to>
                                    </p:set>
                                    <p:anim calcmode="lin" valueType="num">
                                      <p:cBhvr additive="base">
                                        <p:cTn dur="1000"/>
                                        <p:tgtEl>
                                          <p:spTgt spid="170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711" name="Shape 1711"/>
        <p:cNvGrpSpPr/>
        <p:nvPr/>
      </p:nvGrpSpPr>
      <p:grpSpPr>
        <a:xfrm>
          <a:off x="0" y="0"/>
          <a:ext cx="0" cy="0"/>
          <a:chOff x="0" y="0"/>
          <a:chExt cx="0" cy="0"/>
        </a:xfrm>
      </p:grpSpPr>
      <p:sp>
        <p:nvSpPr>
          <p:cNvPr id="1712" name="Google Shape;1712;g357c580f6f6_1_4"/>
          <p:cNvSpPr txBox="1"/>
          <p:nvPr/>
        </p:nvSpPr>
        <p:spPr>
          <a:xfrm>
            <a:off x="7093059" y="120873"/>
            <a:ext cx="1939200" cy="23850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en" sz="1100">
                <a:solidFill>
                  <a:schemeClr val="lt1"/>
                </a:solidFill>
                <a:latin typeface="Montserrat"/>
                <a:ea typeface="Montserrat"/>
                <a:cs typeface="Montserrat"/>
                <a:sym typeface="Montserrat"/>
              </a:rPr>
              <a:t>Cyber Security</a:t>
            </a:r>
            <a:endParaRPr sz="1100"/>
          </a:p>
        </p:txBody>
      </p:sp>
      <p:pic>
        <p:nvPicPr>
          <p:cNvPr id="1713" name="Google Shape;1713;g357c580f6f6_1_4"/>
          <p:cNvPicPr preferRelativeResize="0"/>
          <p:nvPr/>
        </p:nvPicPr>
        <p:blipFill>
          <a:blip r:embed="rId3">
            <a:alphaModFix/>
          </a:blip>
          <a:stretch>
            <a:fillRect/>
          </a:stretch>
        </p:blipFill>
        <p:spPr>
          <a:xfrm>
            <a:off x="802300" y="120875"/>
            <a:ext cx="7090376" cy="47269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7" name="Shape 1717"/>
        <p:cNvGrpSpPr/>
        <p:nvPr/>
      </p:nvGrpSpPr>
      <p:grpSpPr>
        <a:xfrm>
          <a:off x="0" y="0"/>
          <a:ext cx="0" cy="0"/>
          <a:chOff x="0" y="0"/>
          <a:chExt cx="0" cy="0"/>
        </a:xfrm>
      </p:grpSpPr>
      <p:pic>
        <p:nvPicPr>
          <p:cNvPr id="1718" name="Google Shape;1718;g357c580f6f6_1_23"/>
          <p:cNvPicPr preferRelativeResize="0"/>
          <p:nvPr/>
        </p:nvPicPr>
        <p:blipFill rotWithShape="1">
          <a:blip r:embed="rId3">
            <a:alphaModFix/>
          </a:blip>
          <a:srcRect b="7819" l="0" r="0" t="7828"/>
          <a:stretch/>
        </p:blipFill>
        <p:spPr>
          <a:xfrm>
            <a:off x="0" y="0"/>
            <a:ext cx="9144000" cy="5143499"/>
          </a:xfrm>
          <a:prstGeom prst="rect">
            <a:avLst/>
          </a:prstGeom>
          <a:noFill/>
          <a:ln>
            <a:noFill/>
          </a:ln>
        </p:spPr>
      </p:pic>
      <p:sp>
        <p:nvSpPr>
          <p:cNvPr id="1719" name="Google Shape;1719;g357c580f6f6_1_23"/>
          <p:cNvSpPr txBox="1"/>
          <p:nvPr/>
        </p:nvSpPr>
        <p:spPr>
          <a:xfrm>
            <a:off x="514350" y="509588"/>
            <a:ext cx="8115300" cy="923400"/>
          </a:xfrm>
          <a:prstGeom prst="rect">
            <a:avLst/>
          </a:prstGeom>
          <a:noFill/>
          <a:ln>
            <a:noFill/>
          </a:ln>
          <a:effectLst>
            <a:outerShdw blurRad="828675" rotWithShape="0" algn="bl" dir="1020000" dist="19050">
              <a:srgbClr val="6CE5E8">
                <a:alpha val="9500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 sz="6000">
                <a:solidFill>
                  <a:schemeClr val="lt1"/>
                </a:solidFill>
                <a:latin typeface="Teko Medium"/>
                <a:ea typeface="Teko Medium"/>
                <a:cs typeface="Teko Medium"/>
                <a:sym typeface="Teko Medium"/>
              </a:rPr>
              <a:t>OTRAS RECOMENDACIONES</a:t>
            </a:r>
            <a:endParaRPr sz="700"/>
          </a:p>
        </p:txBody>
      </p:sp>
      <p:sp>
        <p:nvSpPr>
          <p:cNvPr id="1720" name="Google Shape;1720;g357c580f6f6_1_23"/>
          <p:cNvSpPr txBox="1"/>
          <p:nvPr/>
        </p:nvSpPr>
        <p:spPr>
          <a:xfrm>
            <a:off x="514350" y="3000375"/>
            <a:ext cx="1682400" cy="246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 sz="1600">
                <a:solidFill>
                  <a:srgbClr val="60B3DD"/>
                </a:solidFill>
                <a:latin typeface="Montserrat"/>
                <a:ea typeface="Montserrat"/>
                <a:cs typeface="Montserrat"/>
                <a:sym typeface="Montserrat"/>
              </a:rPr>
              <a:t>Laptop Personal</a:t>
            </a:r>
            <a:endParaRPr sz="700"/>
          </a:p>
        </p:txBody>
      </p:sp>
      <p:sp>
        <p:nvSpPr>
          <p:cNvPr id="1721" name="Google Shape;1721;g357c580f6f6_1_23"/>
          <p:cNvSpPr txBox="1"/>
          <p:nvPr/>
        </p:nvSpPr>
        <p:spPr>
          <a:xfrm>
            <a:off x="514350" y="3643325"/>
            <a:ext cx="1770600" cy="9606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lang="en" sz="1200">
                <a:solidFill>
                  <a:srgbClr val="FFFFFF"/>
                </a:solidFill>
                <a:latin typeface="Montserrat"/>
                <a:ea typeface="Montserrat"/>
                <a:cs typeface="Montserrat"/>
                <a:sym typeface="Montserrat"/>
              </a:rPr>
              <a:t>Bajo ningún punto de</a:t>
            </a:r>
            <a:endParaRPr sz="1200">
              <a:solidFill>
                <a:srgbClr val="FFFFFF"/>
              </a:solidFill>
              <a:latin typeface="Montserrat"/>
              <a:ea typeface="Montserrat"/>
              <a:cs typeface="Montserrat"/>
              <a:sym typeface="Montserrat"/>
            </a:endParaRPr>
          </a:p>
          <a:p>
            <a:pPr indent="0" lvl="0" marL="0" marR="0" rtl="0" algn="just">
              <a:lnSpc>
                <a:spcPct val="140016"/>
              </a:lnSpc>
              <a:spcBef>
                <a:spcPts val="0"/>
              </a:spcBef>
              <a:spcAft>
                <a:spcPts val="0"/>
              </a:spcAft>
              <a:buNone/>
            </a:pPr>
            <a:r>
              <a:rPr lang="en" sz="1200">
                <a:solidFill>
                  <a:srgbClr val="FFFFFF"/>
                </a:solidFill>
                <a:latin typeface="Montserrat"/>
                <a:ea typeface="Montserrat"/>
                <a:cs typeface="Montserrat"/>
                <a:sym typeface="Montserrat"/>
              </a:rPr>
              <a:t>vista, utilicen la laptop laboral para entrar a la DarkWeb.</a:t>
            </a:r>
            <a:endParaRPr sz="1200">
              <a:solidFill>
                <a:srgbClr val="FFFFFF"/>
              </a:solidFill>
              <a:latin typeface="Montserrat"/>
              <a:ea typeface="Montserrat"/>
              <a:cs typeface="Montserrat"/>
              <a:sym typeface="Montserrat"/>
            </a:endParaRPr>
          </a:p>
        </p:txBody>
      </p:sp>
      <p:sp>
        <p:nvSpPr>
          <p:cNvPr id="1722" name="Google Shape;1722;g357c580f6f6_1_23"/>
          <p:cNvSpPr txBox="1"/>
          <p:nvPr/>
        </p:nvSpPr>
        <p:spPr>
          <a:xfrm>
            <a:off x="2403725" y="3000375"/>
            <a:ext cx="2222100" cy="246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 sz="1600">
                <a:solidFill>
                  <a:srgbClr val="60B3DD"/>
                </a:solidFill>
                <a:latin typeface="Montserrat"/>
                <a:ea typeface="Montserrat"/>
                <a:cs typeface="Montserrat"/>
                <a:sym typeface="Montserrat"/>
              </a:rPr>
              <a:t>Navegador Exclusivo</a:t>
            </a:r>
            <a:endParaRPr sz="700"/>
          </a:p>
        </p:txBody>
      </p:sp>
      <p:sp>
        <p:nvSpPr>
          <p:cNvPr id="1723" name="Google Shape;1723;g357c580f6f6_1_23"/>
          <p:cNvSpPr txBox="1"/>
          <p:nvPr/>
        </p:nvSpPr>
        <p:spPr>
          <a:xfrm>
            <a:off x="2472625" y="3643325"/>
            <a:ext cx="1868400" cy="9606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lang="en" sz="1200">
                <a:solidFill>
                  <a:srgbClr val="FFFFFF"/>
                </a:solidFill>
                <a:latin typeface="Montserrat"/>
                <a:ea typeface="Montserrat"/>
                <a:cs typeface="Montserrat"/>
                <a:sym typeface="Montserrat"/>
              </a:rPr>
              <a:t>No usar el mismo navegador para  para entrar a TOR,l al correo ni HomeBanking.</a:t>
            </a:r>
            <a:endParaRPr sz="700"/>
          </a:p>
        </p:txBody>
      </p:sp>
      <p:sp>
        <p:nvSpPr>
          <p:cNvPr id="1724" name="Google Shape;1724;g357c580f6f6_1_23"/>
          <p:cNvSpPr txBox="1"/>
          <p:nvPr/>
        </p:nvSpPr>
        <p:spPr>
          <a:xfrm>
            <a:off x="6871001" y="3000375"/>
            <a:ext cx="1824300" cy="246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 sz="1600">
                <a:solidFill>
                  <a:srgbClr val="60B3DD"/>
                </a:solidFill>
                <a:latin typeface="Montserrat"/>
                <a:ea typeface="Montserrat"/>
                <a:cs typeface="Montserrat"/>
                <a:sym typeface="Montserrat"/>
              </a:rPr>
              <a:t>Responsabilidad</a:t>
            </a:r>
            <a:endParaRPr sz="700"/>
          </a:p>
        </p:txBody>
      </p:sp>
      <p:sp>
        <p:nvSpPr>
          <p:cNvPr id="1725" name="Google Shape;1725;g357c580f6f6_1_23"/>
          <p:cNvSpPr txBox="1"/>
          <p:nvPr/>
        </p:nvSpPr>
        <p:spPr>
          <a:xfrm>
            <a:off x="6870988" y="3643313"/>
            <a:ext cx="1682400" cy="12192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lang="en" sz="1200">
                <a:solidFill>
                  <a:srgbClr val="FFFFFF"/>
                </a:solidFill>
                <a:latin typeface="Montserrat"/>
                <a:ea typeface="Montserrat"/>
                <a:cs typeface="Montserrat"/>
                <a:sym typeface="Montserrat"/>
              </a:rPr>
              <a:t>Tomarlo como algo serio. Entender los  riesgos y no alardear del acceso a la DarkWeb.</a:t>
            </a:r>
            <a:endParaRPr sz="700"/>
          </a:p>
        </p:txBody>
      </p:sp>
      <p:sp>
        <p:nvSpPr>
          <p:cNvPr id="1726" name="Google Shape;1726;g357c580f6f6_1_23"/>
          <p:cNvSpPr txBox="1"/>
          <p:nvPr/>
        </p:nvSpPr>
        <p:spPr>
          <a:xfrm>
            <a:off x="4802909" y="3000375"/>
            <a:ext cx="1682400" cy="246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 sz="1600">
                <a:solidFill>
                  <a:srgbClr val="60B3DD"/>
                </a:solidFill>
                <a:latin typeface="Montserrat"/>
                <a:ea typeface="Montserrat"/>
                <a:cs typeface="Montserrat"/>
                <a:sym typeface="Montserrat"/>
              </a:rPr>
              <a:t>No reusar</a:t>
            </a:r>
            <a:endParaRPr sz="700"/>
          </a:p>
        </p:txBody>
      </p:sp>
      <p:sp>
        <p:nvSpPr>
          <p:cNvPr id="1727" name="Google Shape;1727;g357c580f6f6_1_23"/>
          <p:cNvSpPr txBox="1"/>
          <p:nvPr/>
        </p:nvSpPr>
        <p:spPr>
          <a:xfrm>
            <a:off x="4802909" y="3643313"/>
            <a:ext cx="1682400" cy="12192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lang="en" sz="1200">
                <a:solidFill>
                  <a:srgbClr val="FFFFFF"/>
                </a:solidFill>
                <a:latin typeface="Montserrat"/>
                <a:ea typeface="Montserrat"/>
                <a:cs typeface="Montserrat"/>
                <a:sym typeface="Montserrat"/>
              </a:rPr>
              <a:t>No usar los mismos nickname, ni correos electrónicos, en la ClearWeb y la DarkWeb.</a:t>
            </a:r>
            <a:endParaRPr sz="700"/>
          </a:p>
        </p:txBody>
      </p:sp>
      <p:sp>
        <p:nvSpPr>
          <p:cNvPr id="1728" name="Google Shape;1728;g357c580f6f6_1_23"/>
          <p:cNvSpPr/>
          <p:nvPr/>
        </p:nvSpPr>
        <p:spPr>
          <a:xfrm>
            <a:off x="514744" y="2647355"/>
            <a:ext cx="173846" cy="17462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60B3D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29" name="Google Shape;1729;g357c580f6f6_1_23"/>
          <p:cNvSpPr/>
          <p:nvPr/>
        </p:nvSpPr>
        <p:spPr>
          <a:xfrm>
            <a:off x="2430982" y="2637961"/>
            <a:ext cx="173846" cy="17462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60B3D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30" name="Google Shape;1730;g357c580f6f6_1_23"/>
          <p:cNvSpPr/>
          <p:nvPr/>
        </p:nvSpPr>
        <p:spPr>
          <a:xfrm>
            <a:off x="4803303" y="2641155"/>
            <a:ext cx="173846" cy="17462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60B3D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cxnSp>
        <p:nvCxnSpPr>
          <p:cNvPr id="1731" name="Google Shape;1731;g357c580f6f6_1_23"/>
          <p:cNvCxnSpPr/>
          <p:nvPr/>
        </p:nvCxnSpPr>
        <p:spPr>
          <a:xfrm rot="-15197">
            <a:off x="691147" y="2719150"/>
            <a:ext cx="1968019" cy="0"/>
          </a:xfrm>
          <a:prstGeom prst="straightConnector1">
            <a:avLst/>
          </a:prstGeom>
          <a:noFill/>
          <a:ln cap="flat" cmpd="sng" w="47625">
            <a:solidFill>
              <a:srgbClr val="60B3DD"/>
            </a:solidFill>
            <a:prstDash val="solid"/>
            <a:round/>
            <a:headEnd len="sm" w="sm" type="none"/>
            <a:tailEnd len="sm" w="sm" type="none"/>
          </a:ln>
        </p:spPr>
      </p:cxnSp>
      <p:cxnSp>
        <p:nvCxnSpPr>
          <p:cNvPr id="1732" name="Google Shape;1732;g357c580f6f6_1_23"/>
          <p:cNvCxnSpPr/>
          <p:nvPr/>
        </p:nvCxnSpPr>
        <p:spPr>
          <a:xfrm flipH="1" rot="10800000">
            <a:off x="2554225" y="2717700"/>
            <a:ext cx="2248800" cy="5700"/>
          </a:xfrm>
          <a:prstGeom prst="straightConnector1">
            <a:avLst/>
          </a:prstGeom>
          <a:noFill/>
          <a:ln cap="flat" cmpd="sng" w="47625">
            <a:solidFill>
              <a:srgbClr val="60B3DD"/>
            </a:solidFill>
            <a:prstDash val="solid"/>
            <a:round/>
            <a:headEnd len="sm" w="sm" type="none"/>
            <a:tailEnd len="sm" w="sm" type="none"/>
          </a:ln>
        </p:spPr>
      </p:cxnSp>
      <p:cxnSp>
        <p:nvCxnSpPr>
          <p:cNvPr id="1733" name="Google Shape;1733;g357c580f6f6_1_23"/>
          <p:cNvCxnSpPr/>
          <p:nvPr/>
        </p:nvCxnSpPr>
        <p:spPr>
          <a:xfrm rot="-9960">
            <a:off x="4979712" y="2714543"/>
            <a:ext cx="1967408" cy="0"/>
          </a:xfrm>
          <a:prstGeom prst="straightConnector1">
            <a:avLst/>
          </a:prstGeom>
          <a:noFill/>
          <a:ln cap="flat" cmpd="sng" w="47625">
            <a:solidFill>
              <a:srgbClr val="60B3DD"/>
            </a:solidFill>
            <a:prstDash val="solid"/>
            <a:round/>
            <a:headEnd len="sm" w="sm" type="none"/>
            <a:tailEnd len="sm" w="sm" type="none"/>
          </a:ln>
        </p:spPr>
      </p:cxnSp>
      <p:cxnSp>
        <p:nvCxnSpPr>
          <p:cNvPr id="1734" name="Google Shape;1734;g357c580f6f6_1_23"/>
          <p:cNvCxnSpPr/>
          <p:nvPr/>
        </p:nvCxnSpPr>
        <p:spPr>
          <a:xfrm>
            <a:off x="6761255" y="2711364"/>
            <a:ext cx="1868400" cy="0"/>
          </a:xfrm>
          <a:prstGeom prst="straightConnector1">
            <a:avLst/>
          </a:prstGeom>
          <a:noFill/>
          <a:ln cap="flat" cmpd="sng" w="47625">
            <a:solidFill>
              <a:srgbClr val="60B3DD"/>
            </a:solidFill>
            <a:prstDash val="solid"/>
            <a:round/>
            <a:headEnd len="sm" w="sm" type="none"/>
            <a:tailEnd len="sm" w="sm" type="none"/>
          </a:ln>
        </p:spPr>
      </p:cxnSp>
      <p:sp>
        <p:nvSpPr>
          <p:cNvPr id="1735" name="Google Shape;1735;g357c580f6f6_1_23"/>
          <p:cNvSpPr/>
          <p:nvPr/>
        </p:nvSpPr>
        <p:spPr>
          <a:xfrm>
            <a:off x="6870823" y="2634867"/>
            <a:ext cx="173846" cy="17462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60B3D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pSp>
        <p:nvGrpSpPr>
          <p:cNvPr id="1736" name="Google Shape;1736;g357c580f6f6_1_23"/>
          <p:cNvGrpSpPr/>
          <p:nvPr/>
        </p:nvGrpSpPr>
        <p:grpSpPr>
          <a:xfrm>
            <a:off x="-961229" y="-814651"/>
            <a:ext cx="1922433" cy="1931050"/>
            <a:chOff x="1813" y="0"/>
            <a:chExt cx="809173" cy="812800"/>
          </a:xfrm>
        </p:grpSpPr>
        <p:sp>
          <p:nvSpPr>
            <p:cNvPr id="1737" name="Google Shape;1737;g357c580f6f6_1_23"/>
            <p:cNvSpPr/>
            <p:nvPr/>
          </p:nvSpPr>
          <p:spPr>
            <a:xfrm>
              <a:off x="1813" y="0"/>
              <a:ext cx="809173" cy="812800"/>
            </a:xfrm>
            <a:custGeom>
              <a:rect b="b" l="l" r="r" t="t"/>
              <a:pathLst>
                <a:path extrusionOk="0" h="812800" w="809173">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60B3D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38" name="Google Shape;1738;g357c580f6f6_1_23"/>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739" name="Google Shape;1739;g357c580f6f6_1_23"/>
          <p:cNvGrpSpPr/>
          <p:nvPr/>
        </p:nvGrpSpPr>
        <p:grpSpPr>
          <a:xfrm>
            <a:off x="8184682" y="3856672"/>
            <a:ext cx="2774978" cy="2787416"/>
            <a:chOff x="1813" y="0"/>
            <a:chExt cx="809173" cy="812800"/>
          </a:xfrm>
        </p:grpSpPr>
        <p:sp>
          <p:nvSpPr>
            <p:cNvPr id="1740" name="Google Shape;1740;g357c580f6f6_1_23"/>
            <p:cNvSpPr/>
            <p:nvPr/>
          </p:nvSpPr>
          <p:spPr>
            <a:xfrm>
              <a:off x="1813" y="0"/>
              <a:ext cx="809173" cy="812800"/>
            </a:xfrm>
            <a:custGeom>
              <a:rect b="b" l="l" r="r" t="t"/>
              <a:pathLst>
                <a:path extrusionOk="0" h="812800" w="809173">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60B3D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41" name="Google Shape;1741;g357c580f6f6_1_23"/>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9"/>
                                        </p:tgtEl>
                                        <p:attrNameLst>
                                          <p:attrName>style.visibility</p:attrName>
                                        </p:attrNameLst>
                                      </p:cBhvr>
                                      <p:to>
                                        <p:strVal val="visible"/>
                                      </p:to>
                                    </p:set>
                                    <p:animEffect filter="fade" transition="in">
                                      <p:cBhvr>
                                        <p:cTn dur="500"/>
                                        <p:tgtEl>
                                          <p:spTgt spid="17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719"/>
                                        </p:tgtEl>
                                        <p:attrNameLst>
                                          <p:attrName>style.visibility</p:attrName>
                                        </p:attrNameLst>
                                      </p:cBhvr>
                                      <p:to>
                                        <p:strVal val="visible"/>
                                      </p:to>
                                    </p:set>
                                    <p:anim calcmode="lin" valueType="num">
                                      <p:cBhvr additive="base">
                                        <p:cTn dur="1000"/>
                                        <p:tgtEl>
                                          <p:spTgt spid="171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720"/>
                                        </p:tgtEl>
                                        <p:attrNameLst>
                                          <p:attrName>style.visibility</p:attrName>
                                        </p:attrNameLst>
                                      </p:cBhvr>
                                      <p:to>
                                        <p:strVal val="visible"/>
                                      </p:to>
                                    </p:set>
                                    <p:anim calcmode="lin" valueType="num">
                                      <p:cBhvr additive="base">
                                        <p:cTn dur="1000"/>
                                        <p:tgtEl>
                                          <p:spTgt spid="172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721"/>
                                        </p:tgtEl>
                                        <p:attrNameLst>
                                          <p:attrName>style.visibility</p:attrName>
                                        </p:attrNameLst>
                                      </p:cBhvr>
                                      <p:to>
                                        <p:strVal val="visible"/>
                                      </p:to>
                                    </p:set>
                                    <p:anim calcmode="lin" valueType="num">
                                      <p:cBhvr additive="base">
                                        <p:cTn dur="1000"/>
                                        <p:tgtEl>
                                          <p:spTgt spid="172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722"/>
                                        </p:tgtEl>
                                        <p:attrNameLst>
                                          <p:attrName>style.visibility</p:attrName>
                                        </p:attrNameLst>
                                      </p:cBhvr>
                                      <p:to>
                                        <p:strVal val="visible"/>
                                      </p:to>
                                    </p:set>
                                    <p:anim calcmode="lin" valueType="num">
                                      <p:cBhvr additive="base">
                                        <p:cTn dur="1000"/>
                                        <p:tgtEl>
                                          <p:spTgt spid="172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723"/>
                                        </p:tgtEl>
                                        <p:attrNameLst>
                                          <p:attrName>style.visibility</p:attrName>
                                        </p:attrNameLst>
                                      </p:cBhvr>
                                      <p:to>
                                        <p:strVal val="visible"/>
                                      </p:to>
                                    </p:set>
                                    <p:anim calcmode="lin" valueType="num">
                                      <p:cBhvr additive="base">
                                        <p:cTn dur="1000"/>
                                        <p:tgtEl>
                                          <p:spTgt spid="172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726"/>
                                        </p:tgtEl>
                                        <p:attrNameLst>
                                          <p:attrName>style.visibility</p:attrName>
                                        </p:attrNameLst>
                                      </p:cBhvr>
                                      <p:to>
                                        <p:strVal val="visible"/>
                                      </p:to>
                                    </p:set>
                                    <p:anim calcmode="lin" valueType="num">
                                      <p:cBhvr additive="base">
                                        <p:cTn dur="1000"/>
                                        <p:tgtEl>
                                          <p:spTgt spid="172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727"/>
                                        </p:tgtEl>
                                        <p:attrNameLst>
                                          <p:attrName>style.visibility</p:attrName>
                                        </p:attrNameLst>
                                      </p:cBhvr>
                                      <p:to>
                                        <p:strVal val="visible"/>
                                      </p:to>
                                    </p:set>
                                    <p:anim calcmode="lin" valueType="num">
                                      <p:cBhvr additive="base">
                                        <p:cTn dur="1000"/>
                                        <p:tgtEl>
                                          <p:spTgt spid="172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724"/>
                                        </p:tgtEl>
                                        <p:attrNameLst>
                                          <p:attrName>style.visibility</p:attrName>
                                        </p:attrNameLst>
                                      </p:cBhvr>
                                      <p:to>
                                        <p:strVal val="visible"/>
                                      </p:to>
                                    </p:set>
                                    <p:anim calcmode="lin" valueType="num">
                                      <p:cBhvr additive="base">
                                        <p:cTn dur="1000"/>
                                        <p:tgtEl>
                                          <p:spTgt spid="172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725"/>
                                        </p:tgtEl>
                                        <p:attrNameLst>
                                          <p:attrName>style.visibility</p:attrName>
                                        </p:attrNameLst>
                                      </p:cBhvr>
                                      <p:to>
                                        <p:strVal val="visible"/>
                                      </p:to>
                                    </p:set>
                                    <p:anim calcmode="lin" valueType="num">
                                      <p:cBhvr additive="base">
                                        <p:cTn dur="1000"/>
                                        <p:tgtEl>
                                          <p:spTgt spid="172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745" name="Shape 1745"/>
        <p:cNvGrpSpPr/>
        <p:nvPr/>
      </p:nvGrpSpPr>
      <p:grpSpPr>
        <a:xfrm>
          <a:off x="0" y="0"/>
          <a:ext cx="0" cy="0"/>
          <a:chOff x="0" y="0"/>
          <a:chExt cx="0" cy="0"/>
        </a:xfrm>
      </p:grpSpPr>
      <p:pic>
        <p:nvPicPr>
          <p:cNvPr id="1746" name="Google Shape;1746;g357c580f6f6_1_154"/>
          <p:cNvPicPr preferRelativeResize="0"/>
          <p:nvPr/>
        </p:nvPicPr>
        <p:blipFill>
          <a:blip r:embed="rId3">
            <a:alphaModFix/>
          </a:blip>
          <a:stretch>
            <a:fillRect/>
          </a:stretch>
        </p:blipFill>
        <p:spPr>
          <a:xfrm>
            <a:off x="668942" y="459175"/>
            <a:ext cx="9554524" cy="5318439"/>
          </a:xfrm>
          <a:prstGeom prst="rect">
            <a:avLst/>
          </a:prstGeom>
          <a:noFill/>
          <a:ln>
            <a:noFill/>
          </a:ln>
        </p:spPr>
      </p:pic>
      <p:pic>
        <p:nvPicPr>
          <p:cNvPr id="1747" name="Google Shape;1747;g357c580f6f6_1_154"/>
          <p:cNvPicPr preferRelativeResize="0"/>
          <p:nvPr/>
        </p:nvPicPr>
        <p:blipFill>
          <a:blip r:embed="rId4">
            <a:alphaModFix/>
          </a:blip>
          <a:stretch>
            <a:fillRect/>
          </a:stretch>
        </p:blipFill>
        <p:spPr>
          <a:xfrm>
            <a:off x="297100" y="246988"/>
            <a:ext cx="11829279" cy="5048237"/>
          </a:xfrm>
          <a:prstGeom prst="rect">
            <a:avLst/>
          </a:prstGeom>
          <a:noFill/>
          <a:ln>
            <a:noFill/>
          </a:ln>
        </p:spPr>
      </p:pic>
      <p:pic>
        <p:nvPicPr>
          <p:cNvPr id="1748" name="Google Shape;1748;g357c580f6f6_1_154" title="Capitulo 3.png"/>
          <p:cNvPicPr preferRelativeResize="0"/>
          <p:nvPr/>
        </p:nvPicPr>
        <p:blipFill>
          <a:blip r:embed="rId5">
            <a:alphaModFix/>
          </a:blip>
          <a:stretch>
            <a:fillRect/>
          </a:stretch>
        </p:blipFill>
        <p:spPr>
          <a:xfrm>
            <a:off x="2015700" y="379600"/>
            <a:ext cx="5589174" cy="372612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2" name="Shape 1752"/>
        <p:cNvGrpSpPr/>
        <p:nvPr/>
      </p:nvGrpSpPr>
      <p:grpSpPr>
        <a:xfrm>
          <a:off x="0" y="0"/>
          <a:ext cx="0" cy="0"/>
          <a:chOff x="0" y="0"/>
          <a:chExt cx="0" cy="0"/>
        </a:xfrm>
      </p:grpSpPr>
      <p:sp>
        <p:nvSpPr>
          <p:cNvPr id="1753" name="Google Shape;1753;g357c580f6f6_1_176"/>
          <p:cNvSpPr txBox="1"/>
          <p:nvPr/>
        </p:nvSpPr>
        <p:spPr>
          <a:xfrm>
            <a:off x="3260575" y="1445825"/>
            <a:ext cx="5811300" cy="344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 sz="1300">
                <a:solidFill>
                  <a:schemeClr val="lt1"/>
                </a:solidFill>
              </a:rPr>
              <a:t>Servicios para blanquear criptomonedas o dinero fiat a través de mixers, cuentas bancarias comprometidas o intercambio de moneda</a:t>
            </a:r>
            <a:r>
              <a:rPr lang="en" sz="1200">
                <a:solidFill>
                  <a:schemeClr val="lt1"/>
                </a:solidFill>
              </a:rPr>
              <a:t>s. </a:t>
            </a:r>
            <a:endParaRPr sz="1200">
              <a:solidFill>
                <a:schemeClr val="lt1"/>
              </a:solidFill>
            </a:endParaRPr>
          </a:p>
        </p:txBody>
      </p:sp>
      <p:sp>
        <p:nvSpPr>
          <p:cNvPr id="1754" name="Google Shape;1754;g357c580f6f6_1_176"/>
          <p:cNvSpPr txBox="1"/>
          <p:nvPr/>
        </p:nvSpPr>
        <p:spPr>
          <a:xfrm>
            <a:off x="3260575" y="1997175"/>
            <a:ext cx="4675500" cy="344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 sz="1300">
                <a:solidFill>
                  <a:schemeClr val="lt1"/>
                </a:solidFill>
              </a:rPr>
              <a:t>R</a:t>
            </a:r>
            <a:r>
              <a:rPr b="1" lang="en" sz="1300">
                <a:solidFill>
                  <a:schemeClr val="lt1"/>
                </a:solidFill>
              </a:rPr>
              <a:t>ansomware, spyware, keyloggers o troyanos.</a:t>
            </a:r>
            <a:endParaRPr b="1" sz="1300">
              <a:solidFill>
                <a:schemeClr val="lt1"/>
              </a:solidFill>
            </a:endParaRPr>
          </a:p>
        </p:txBody>
      </p:sp>
      <p:sp>
        <p:nvSpPr>
          <p:cNvPr id="1755" name="Google Shape;1755;g357c580f6f6_1_176"/>
          <p:cNvSpPr txBox="1"/>
          <p:nvPr/>
        </p:nvSpPr>
        <p:spPr>
          <a:xfrm>
            <a:off x="3260575" y="2631175"/>
            <a:ext cx="5700000" cy="344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 sz="1300">
                <a:solidFill>
                  <a:schemeClr val="lt1"/>
                </a:solidFill>
              </a:rPr>
              <a:t>Contratación de  ataques  como Phishing, a sitios Web, Bases de Datos o ataques de denegación de servicio distribuido (DDoS).</a:t>
            </a:r>
            <a:endParaRPr b="1" sz="1300">
              <a:solidFill>
                <a:schemeClr val="lt1"/>
              </a:solidFill>
            </a:endParaRPr>
          </a:p>
        </p:txBody>
      </p:sp>
      <p:sp>
        <p:nvSpPr>
          <p:cNvPr id="1756" name="Google Shape;1756;g357c580f6f6_1_176"/>
          <p:cNvSpPr txBox="1"/>
          <p:nvPr/>
        </p:nvSpPr>
        <p:spPr>
          <a:xfrm>
            <a:off x="3310825" y="3189000"/>
            <a:ext cx="5760900" cy="344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 sz="1300">
                <a:solidFill>
                  <a:schemeClr val="lt1"/>
                </a:solidFill>
              </a:rPr>
              <a:t>Pasaportes, licencias de conducir, identificaciones nacionales, certificados académicos</a:t>
            </a:r>
            <a:endParaRPr b="1" sz="1300">
              <a:solidFill>
                <a:schemeClr val="lt1"/>
              </a:solidFill>
            </a:endParaRPr>
          </a:p>
        </p:txBody>
      </p:sp>
      <p:sp>
        <p:nvSpPr>
          <p:cNvPr id="1757" name="Google Shape;1757;g357c580f6f6_1_176"/>
          <p:cNvSpPr txBox="1"/>
          <p:nvPr/>
        </p:nvSpPr>
        <p:spPr>
          <a:xfrm>
            <a:off x="3260475" y="3746800"/>
            <a:ext cx="5811300" cy="344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 sz="1300">
                <a:solidFill>
                  <a:schemeClr val="lt1"/>
                </a:solidFill>
              </a:rPr>
              <a:t>Drogas ilegales, medicamentos recetados sin autorización, y precursores químicos.</a:t>
            </a:r>
            <a:endParaRPr b="1" sz="1300">
              <a:solidFill>
                <a:schemeClr val="lt1"/>
              </a:solidFill>
            </a:endParaRPr>
          </a:p>
        </p:txBody>
      </p:sp>
      <p:sp>
        <p:nvSpPr>
          <p:cNvPr id="1758" name="Google Shape;1758;g357c580f6f6_1_176"/>
          <p:cNvSpPr txBox="1"/>
          <p:nvPr/>
        </p:nvSpPr>
        <p:spPr>
          <a:xfrm>
            <a:off x="3310825" y="4228425"/>
            <a:ext cx="4625100" cy="344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sz="1300">
                <a:solidFill>
                  <a:schemeClr val="lt1"/>
                </a:solidFill>
              </a:rPr>
              <a:t>Credenciales, Tarjetas de Crédito, Información Personal.</a:t>
            </a:r>
            <a:endParaRPr b="1" sz="1300">
              <a:solidFill>
                <a:schemeClr val="lt1"/>
              </a:solidFill>
            </a:endParaRPr>
          </a:p>
        </p:txBody>
      </p:sp>
      <p:pic>
        <p:nvPicPr>
          <p:cNvPr id="1759" name="Google Shape;1759;g357c580f6f6_1_176" title="Amenazas.png"/>
          <p:cNvPicPr preferRelativeResize="0"/>
          <p:nvPr/>
        </p:nvPicPr>
        <p:blipFill>
          <a:blip r:embed="rId3">
            <a:alphaModFix/>
          </a:blip>
          <a:stretch>
            <a:fillRect/>
          </a:stretch>
        </p:blipFill>
        <p:spPr>
          <a:xfrm>
            <a:off x="34775" y="0"/>
            <a:ext cx="3225800" cy="5099151"/>
          </a:xfrm>
          <a:prstGeom prst="rect">
            <a:avLst/>
          </a:prstGeom>
          <a:noFill/>
          <a:ln>
            <a:noFill/>
          </a:ln>
        </p:spPr>
      </p:pic>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3"/>
                                        </p:tgtEl>
                                        <p:attrNameLst>
                                          <p:attrName>style.visibility</p:attrName>
                                        </p:attrNameLst>
                                      </p:cBhvr>
                                      <p:to>
                                        <p:strVal val="visible"/>
                                      </p:to>
                                    </p:set>
                                    <p:anim calcmode="lin" valueType="num">
                                      <p:cBhvr additive="base">
                                        <p:cTn dur="1000"/>
                                        <p:tgtEl>
                                          <p:spTgt spid="175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4"/>
                                        </p:tgtEl>
                                        <p:attrNameLst>
                                          <p:attrName>style.visibility</p:attrName>
                                        </p:attrNameLst>
                                      </p:cBhvr>
                                      <p:to>
                                        <p:strVal val="visible"/>
                                      </p:to>
                                    </p:set>
                                    <p:anim calcmode="lin" valueType="num">
                                      <p:cBhvr additive="base">
                                        <p:cTn dur="1000"/>
                                        <p:tgtEl>
                                          <p:spTgt spid="175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5"/>
                                        </p:tgtEl>
                                        <p:attrNameLst>
                                          <p:attrName>style.visibility</p:attrName>
                                        </p:attrNameLst>
                                      </p:cBhvr>
                                      <p:to>
                                        <p:strVal val="visible"/>
                                      </p:to>
                                    </p:set>
                                    <p:anim calcmode="lin" valueType="num">
                                      <p:cBhvr additive="base">
                                        <p:cTn dur="1000"/>
                                        <p:tgtEl>
                                          <p:spTgt spid="175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6"/>
                                        </p:tgtEl>
                                        <p:attrNameLst>
                                          <p:attrName>style.visibility</p:attrName>
                                        </p:attrNameLst>
                                      </p:cBhvr>
                                      <p:to>
                                        <p:strVal val="visible"/>
                                      </p:to>
                                    </p:set>
                                    <p:anim calcmode="lin" valueType="num">
                                      <p:cBhvr additive="base">
                                        <p:cTn dur="1000"/>
                                        <p:tgtEl>
                                          <p:spTgt spid="175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7"/>
                                        </p:tgtEl>
                                        <p:attrNameLst>
                                          <p:attrName>style.visibility</p:attrName>
                                        </p:attrNameLst>
                                      </p:cBhvr>
                                      <p:to>
                                        <p:strVal val="visible"/>
                                      </p:to>
                                    </p:set>
                                    <p:anim calcmode="lin" valueType="num">
                                      <p:cBhvr additive="base">
                                        <p:cTn dur="1000"/>
                                        <p:tgtEl>
                                          <p:spTgt spid="175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8"/>
                                        </p:tgtEl>
                                        <p:attrNameLst>
                                          <p:attrName>style.visibility</p:attrName>
                                        </p:attrNameLst>
                                      </p:cBhvr>
                                      <p:to>
                                        <p:strVal val="visible"/>
                                      </p:to>
                                    </p:set>
                                    <p:anim calcmode="lin" valueType="num">
                                      <p:cBhvr additive="base">
                                        <p:cTn dur="1000"/>
                                        <p:tgtEl>
                                          <p:spTgt spid="175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3" name="Shape 1763"/>
        <p:cNvGrpSpPr/>
        <p:nvPr/>
      </p:nvGrpSpPr>
      <p:grpSpPr>
        <a:xfrm>
          <a:off x="0" y="0"/>
          <a:ext cx="0" cy="0"/>
          <a:chOff x="0" y="0"/>
          <a:chExt cx="0" cy="0"/>
        </a:xfrm>
      </p:grpSpPr>
      <p:pic>
        <p:nvPicPr>
          <p:cNvPr id="1764" name="Google Shape;1764;g34d20b728ef_1_765"/>
          <p:cNvPicPr preferRelativeResize="0"/>
          <p:nvPr/>
        </p:nvPicPr>
        <p:blipFill rotWithShape="1">
          <a:blip r:embed="rId3">
            <a:alphaModFix/>
          </a:blip>
          <a:srcRect b="7819" l="0" r="0" t="7828"/>
          <a:stretch/>
        </p:blipFill>
        <p:spPr>
          <a:xfrm>
            <a:off x="0" y="0"/>
            <a:ext cx="9144000" cy="5143499"/>
          </a:xfrm>
          <a:prstGeom prst="rect">
            <a:avLst/>
          </a:prstGeom>
          <a:noFill/>
          <a:ln>
            <a:noFill/>
          </a:ln>
        </p:spPr>
      </p:pic>
      <p:sp>
        <p:nvSpPr>
          <p:cNvPr id="1765" name="Google Shape;1765;g34d20b728ef_1_765"/>
          <p:cNvSpPr txBox="1"/>
          <p:nvPr/>
        </p:nvSpPr>
        <p:spPr>
          <a:xfrm rot="-5400000">
            <a:off x="-1682900" y="2088975"/>
            <a:ext cx="4892700" cy="923400"/>
          </a:xfrm>
          <a:prstGeom prst="rect">
            <a:avLst/>
          </a:prstGeom>
          <a:noFill/>
          <a:ln>
            <a:noFill/>
          </a:ln>
          <a:effectLst>
            <a:outerShdw blurRad="828675" rotWithShape="0" algn="bl" dir="900000" dist="19050">
              <a:srgbClr val="6CE5E8">
                <a:alpha val="9500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 sz="6000">
                <a:solidFill>
                  <a:schemeClr val="lt1"/>
                </a:solidFill>
                <a:latin typeface="Teko Medium"/>
                <a:ea typeface="Teko Medium"/>
                <a:cs typeface="Teko Medium"/>
                <a:sym typeface="Teko Medium"/>
              </a:rPr>
              <a:t>HITOS IMPORTANTES</a:t>
            </a:r>
            <a:endParaRPr sz="700"/>
          </a:p>
        </p:txBody>
      </p:sp>
      <p:cxnSp>
        <p:nvCxnSpPr>
          <p:cNvPr id="1766" name="Google Shape;1766;g34d20b728ef_1_765"/>
          <p:cNvCxnSpPr/>
          <p:nvPr/>
        </p:nvCxnSpPr>
        <p:spPr>
          <a:xfrm>
            <a:off x="5418492" y="694340"/>
            <a:ext cx="1014600" cy="0"/>
          </a:xfrm>
          <a:prstGeom prst="straightConnector1">
            <a:avLst/>
          </a:prstGeom>
          <a:noFill/>
          <a:ln cap="flat" cmpd="sng" w="57150">
            <a:solidFill>
              <a:srgbClr val="41B8D5"/>
            </a:solidFill>
            <a:prstDash val="solid"/>
            <a:round/>
            <a:headEnd len="sm" w="sm" type="none"/>
            <a:tailEnd len="sm" w="sm" type="none"/>
          </a:ln>
        </p:spPr>
      </p:cxnSp>
      <p:cxnSp>
        <p:nvCxnSpPr>
          <p:cNvPr id="1767" name="Google Shape;1767;g34d20b728ef_1_765"/>
          <p:cNvCxnSpPr/>
          <p:nvPr/>
        </p:nvCxnSpPr>
        <p:spPr>
          <a:xfrm>
            <a:off x="5418492" y="1950742"/>
            <a:ext cx="1014600" cy="0"/>
          </a:xfrm>
          <a:prstGeom prst="straightConnector1">
            <a:avLst/>
          </a:prstGeom>
          <a:noFill/>
          <a:ln cap="flat" cmpd="sng" w="57150">
            <a:solidFill>
              <a:srgbClr val="41B8D5"/>
            </a:solidFill>
            <a:prstDash val="solid"/>
            <a:round/>
            <a:headEnd len="sm" w="sm" type="none"/>
            <a:tailEnd len="sm" w="sm" type="none"/>
          </a:ln>
        </p:spPr>
      </p:cxnSp>
      <p:cxnSp>
        <p:nvCxnSpPr>
          <p:cNvPr id="1768" name="Google Shape;1768;g34d20b728ef_1_765"/>
          <p:cNvCxnSpPr/>
          <p:nvPr/>
        </p:nvCxnSpPr>
        <p:spPr>
          <a:xfrm>
            <a:off x="5418492" y="3192824"/>
            <a:ext cx="1014600" cy="0"/>
          </a:xfrm>
          <a:prstGeom prst="straightConnector1">
            <a:avLst/>
          </a:prstGeom>
          <a:noFill/>
          <a:ln cap="flat" cmpd="sng" w="57150">
            <a:solidFill>
              <a:srgbClr val="41B8D5"/>
            </a:solidFill>
            <a:prstDash val="solid"/>
            <a:round/>
            <a:headEnd len="sm" w="sm" type="none"/>
            <a:tailEnd len="sm" w="sm" type="none"/>
          </a:ln>
        </p:spPr>
      </p:cxnSp>
      <p:cxnSp>
        <p:nvCxnSpPr>
          <p:cNvPr id="1769" name="Google Shape;1769;g34d20b728ef_1_765"/>
          <p:cNvCxnSpPr/>
          <p:nvPr/>
        </p:nvCxnSpPr>
        <p:spPr>
          <a:xfrm>
            <a:off x="5418492" y="4434906"/>
            <a:ext cx="1014600" cy="0"/>
          </a:xfrm>
          <a:prstGeom prst="straightConnector1">
            <a:avLst/>
          </a:prstGeom>
          <a:noFill/>
          <a:ln cap="flat" cmpd="sng" w="57150">
            <a:solidFill>
              <a:srgbClr val="41B8D5"/>
            </a:solidFill>
            <a:prstDash val="solid"/>
            <a:round/>
            <a:headEnd len="sm" w="sm" type="none"/>
            <a:tailEnd len="sm" w="sm" type="none"/>
          </a:ln>
        </p:spPr>
      </p:cxnSp>
      <p:pic>
        <p:nvPicPr>
          <p:cNvPr id="1770" name="Google Shape;1770;g34d20b728ef_1_765" title="Generak.png"/>
          <p:cNvPicPr preferRelativeResize="0"/>
          <p:nvPr/>
        </p:nvPicPr>
        <p:blipFill>
          <a:blip r:embed="rId4">
            <a:alphaModFix/>
          </a:blip>
          <a:stretch>
            <a:fillRect/>
          </a:stretch>
        </p:blipFill>
        <p:spPr>
          <a:xfrm>
            <a:off x="2297875" y="230525"/>
            <a:ext cx="5469901" cy="4838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5"/>
                                        </p:tgtEl>
                                        <p:attrNameLst>
                                          <p:attrName>style.visibility</p:attrName>
                                        </p:attrNameLst>
                                      </p:cBhvr>
                                      <p:to>
                                        <p:strVal val="visible"/>
                                      </p:to>
                                    </p:set>
                                    <p:animEffect filter="fade" transition="in">
                                      <p:cBhvr>
                                        <p:cTn dur="500"/>
                                        <p:tgtEl>
                                          <p:spTgt spid="17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4" name="Shape 1774"/>
        <p:cNvGrpSpPr/>
        <p:nvPr/>
      </p:nvGrpSpPr>
      <p:grpSpPr>
        <a:xfrm>
          <a:off x="0" y="0"/>
          <a:ext cx="0" cy="0"/>
          <a:chOff x="0" y="0"/>
          <a:chExt cx="0" cy="0"/>
        </a:xfrm>
      </p:grpSpPr>
      <p:pic>
        <p:nvPicPr>
          <p:cNvPr id="1775" name="Google Shape;1775;g34d20b728ef_1_390"/>
          <p:cNvPicPr preferRelativeResize="0"/>
          <p:nvPr/>
        </p:nvPicPr>
        <p:blipFill rotWithShape="1">
          <a:blip r:embed="rId3">
            <a:alphaModFix/>
          </a:blip>
          <a:srcRect b="7819" l="0" r="0" t="7828"/>
          <a:stretch/>
        </p:blipFill>
        <p:spPr>
          <a:xfrm>
            <a:off x="0" y="0"/>
            <a:ext cx="9144000" cy="5143499"/>
          </a:xfrm>
          <a:prstGeom prst="rect">
            <a:avLst/>
          </a:prstGeom>
          <a:noFill/>
          <a:ln>
            <a:noFill/>
          </a:ln>
        </p:spPr>
      </p:pic>
      <p:sp>
        <p:nvSpPr>
          <p:cNvPr id="1776" name="Google Shape;1776;g34d20b728ef_1_390"/>
          <p:cNvSpPr txBox="1"/>
          <p:nvPr/>
        </p:nvSpPr>
        <p:spPr>
          <a:xfrm>
            <a:off x="153425" y="1009875"/>
            <a:ext cx="6201900" cy="307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 sz="2000">
                <a:solidFill>
                  <a:srgbClr val="FFFFFF"/>
                </a:solidFill>
                <a:latin typeface="Montserrat"/>
                <a:ea typeface="Montserrat"/>
                <a:cs typeface="Montserrat"/>
                <a:sym typeface="Montserrat"/>
              </a:rPr>
              <a:t>Foros en donde se ofrecen productos y servicios</a:t>
            </a:r>
            <a:endParaRPr sz="900"/>
          </a:p>
        </p:txBody>
      </p:sp>
      <p:sp>
        <p:nvSpPr>
          <p:cNvPr id="1777" name="Google Shape;1777;g34d20b728ef_1_390"/>
          <p:cNvSpPr txBox="1"/>
          <p:nvPr/>
        </p:nvSpPr>
        <p:spPr>
          <a:xfrm>
            <a:off x="966603" y="-38725"/>
            <a:ext cx="7176600" cy="923400"/>
          </a:xfrm>
          <a:prstGeom prst="rect">
            <a:avLst/>
          </a:prstGeom>
          <a:noFill/>
          <a:ln>
            <a:noFill/>
          </a:ln>
          <a:effectLst>
            <a:outerShdw blurRad="814388" rotWithShape="0" algn="bl" dir="840000" dist="19050">
              <a:srgbClr val="6CE5E8">
                <a:alpha val="9500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 sz="6000">
                <a:solidFill>
                  <a:schemeClr val="lt1"/>
                </a:solidFill>
                <a:latin typeface="Teko Medium"/>
                <a:ea typeface="Teko Medium"/>
                <a:cs typeface="Teko Medium"/>
                <a:sym typeface="Teko Medium"/>
              </a:rPr>
              <a:t>ESTRUCTURA DE MERCADOS</a:t>
            </a:r>
            <a:endParaRPr sz="700"/>
          </a:p>
        </p:txBody>
      </p:sp>
      <p:sp>
        <p:nvSpPr>
          <p:cNvPr id="1778" name="Google Shape;1778;g34d20b728ef_1_390"/>
          <p:cNvSpPr txBox="1"/>
          <p:nvPr/>
        </p:nvSpPr>
        <p:spPr>
          <a:xfrm>
            <a:off x="153425" y="1543275"/>
            <a:ext cx="8751300" cy="677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 sz="2000">
                <a:solidFill>
                  <a:srgbClr val="FFFFFF"/>
                </a:solidFill>
                <a:latin typeface="Montserrat"/>
                <a:ea typeface="Montserrat"/>
                <a:cs typeface="Montserrat"/>
                <a:sym typeface="Montserrat"/>
              </a:rPr>
              <a:t>Anonimato y Privacidad como pilar: No se requiere </a:t>
            </a:r>
            <a:r>
              <a:rPr lang="en" sz="2000">
                <a:solidFill>
                  <a:srgbClr val="FFFFFF"/>
                </a:solidFill>
                <a:latin typeface="Montserrat"/>
                <a:ea typeface="Montserrat"/>
                <a:cs typeface="Montserrat"/>
                <a:sym typeface="Montserrat"/>
              </a:rPr>
              <a:t>información</a:t>
            </a:r>
            <a:r>
              <a:rPr lang="en" sz="2000">
                <a:solidFill>
                  <a:srgbClr val="FFFFFF"/>
                </a:solidFill>
                <a:latin typeface="Montserrat"/>
                <a:ea typeface="Montserrat"/>
                <a:cs typeface="Montserrat"/>
                <a:sym typeface="Montserrat"/>
              </a:rPr>
              <a:t> personal.  PGP para cifrar comunicaciones.</a:t>
            </a:r>
            <a:endParaRPr sz="900"/>
          </a:p>
        </p:txBody>
      </p:sp>
      <p:sp>
        <p:nvSpPr>
          <p:cNvPr id="1779" name="Google Shape;1779;g34d20b728ef_1_390"/>
          <p:cNvSpPr txBox="1"/>
          <p:nvPr/>
        </p:nvSpPr>
        <p:spPr>
          <a:xfrm>
            <a:off x="153425" y="2381475"/>
            <a:ext cx="8751300" cy="677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 sz="2000">
                <a:solidFill>
                  <a:srgbClr val="FFFFFF"/>
                </a:solidFill>
                <a:latin typeface="Montserrat"/>
                <a:ea typeface="Montserrat"/>
                <a:cs typeface="Montserrat"/>
                <a:sym typeface="Montserrat"/>
              </a:rPr>
              <a:t>Sistemas basados en </a:t>
            </a:r>
            <a:r>
              <a:rPr lang="en" sz="2000">
                <a:solidFill>
                  <a:srgbClr val="FFFFFF"/>
                </a:solidFill>
                <a:latin typeface="Montserrat"/>
                <a:ea typeface="Montserrat"/>
                <a:cs typeface="Montserrat"/>
                <a:sym typeface="Montserrat"/>
              </a:rPr>
              <a:t>reputación</a:t>
            </a:r>
            <a:r>
              <a:rPr lang="en" sz="2000">
                <a:solidFill>
                  <a:srgbClr val="FFFFFF"/>
                </a:solidFill>
                <a:latin typeface="Montserrat"/>
                <a:ea typeface="Montserrat"/>
                <a:cs typeface="Montserrat"/>
                <a:sym typeface="Montserrat"/>
              </a:rPr>
              <a:t> y feedback: Los usuarios dan reseñas, estrellas, para generar confianza.</a:t>
            </a:r>
            <a:endParaRPr sz="900"/>
          </a:p>
        </p:txBody>
      </p:sp>
      <p:sp>
        <p:nvSpPr>
          <p:cNvPr id="1780" name="Google Shape;1780;g34d20b728ef_1_390"/>
          <p:cNvSpPr txBox="1"/>
          <p:nvPr/>
        </p:nvSpPr>
        <p:spPr>
          <a:xfrm>
            <a:off x="153425" y="3219675"/>
            <a:ext cx="8751300" cy="677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 sz="2000">
                <a:solidFill>
                  <a:srgbClr val="FFFFFF"/>
                </a:solidFill>
                <a:latin typeface="Montserrat"/>
                <a:ea typeface="Montserrat"/>
                <a:cs typeface="Montserrat"/>
                <a:sym typeface="Montserrat"/>
              </a:rPr>
              <a:t>Sistemas con m</a:t>
            </a:r>
            <a:r>
              <a:rPr lang="en" sz="2000">
                <a:solidFill>
                  <a:srgbClr val="FFFFFF"/>
                </a:solidFill>
                <a:latin typeface="Montserrat"/>
                <a:ea typeface="Montserrat"/>
                <a:cs typeface="Montserrat"/>
                <a:sym typeface="Montserrat"/>
              </a:rPr>
              <a:t>oderación. Los Admin controlan los vendedores (mediante invitaciones o pagos). Cobran comisiones por publicidad.</a:t>
            </a:r>
            <a:endParaRPr sz="900"/>
          </a:p>
        </p:txBody>
      </p:sp>
      <p:sp>
        <p:nvSpPr>
          <p:cNvPr id="1781" name="Google Shape;1781;g34d20b728ef_1_390"/>
          <p:cNvSpPr txBox="1"/>
          <p:nvPr/>
        </p:nvSpPr>
        <p:spPr>
          <a:xfrm>
            <a:off x="153425" y="4134075"/>
            <a:ext cx="8751300" cy="1046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 sz="2000">
                <a:solidFill>
                  <a:srgbClr val="FFFFFF"/>
                </a:solidFill>
                <a:latin typeface="Montserrat"/>
                <a:ea typeface="Montserrat"/>
                <a:cs typeface="Montserrat"/>
                <a:sym typeface="Montserrat"/>
              </a:rPr>
              <a:t>Politicas de Seguridad: Cambios frecuentes de dominios .onion para evitar monitoreo y prohibición de productos como abuso sexual infantil.</a:t>
            </a:r>
            <a:endParaRPr sz="9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7"/>
                                        </p:tgtEl>
                                        <p:attrNameLst>
                                          <p:attrName>style.visibility</p:attrName>
                                        </p:attrNameLst>
                                      </p:cBhvr>
                                      <p:to>
                                        <p:strVal val="visible"/>
                                      </p:to>
                                    </p:set>
                                    <p:animEffect filter="fade" transition="in">
                                      <p:cBhvr>
                                        <p:cTn dur="500"/>
                                        <p:tgtEl>
                                          <p:spTgt spid="17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6"/>
                                        </p:tgtEl>
                                        <p:attrNameLst>
                                          <p:attrName>style.visibility</p:attrName>
                                        </p:attrNameLst>
                                      </p:cBhvr>
                                      <p:to>
                                        <p:strVal val="visible"/>
                                      </p:to>
                                    </p:set>
                                    <p:anim calcmode="lin" valueType="num">
                                      <p:cBhvr additive="base">
                                        <p:cTn dur="1000"/>
                                        <p:tgtEl>
                                          <p:spTgt spid="177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8"/>
                                        </p:tgtEl>
                                        <p:attrNameLst>
                                          <p:attrName>style.visibility</p:attrName>
                                        </p:attrNameLst>
                                      </p:cBhvr>
                                      <p:to>
                                        <p:strVal val="visible"/>
                                      </p:to>
                                    </p:set>
                                    <p:anim calcmode="lin" valueType="num">
                                      <p:cBhvr additive="base">
                                        <p:cTn dur="1000"/>
                                        <p:tgtEl>
                                          <p:spTgt spid="177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9"/>
                                        </p:tgtEl>
                                        <p:attrNameLst>
                                          <p:attrName>style.visibility</p:attrName>
                                        </p:attrNameLst>
                                      </p:cBhvr>
                                      <p:to>
                                        <p:strVal val="visible"/>
                                      </p:to>
                                    </p:set>
                                    <p:anim calcmode="lin" valueType="num">
                                      <p:cBhvr additive="base">
                                        <p:cTn dur="1000"/>
                                        <p:tgtEl>
                                          <p:spTgt spid="177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80"/>
                                        </p:tgtEl>
                                        <p:attrNameLst>
                                          <p:attrName>style.visibility</p:attrName>
                                        </p:attrNameLst>
                                      </p:cBhvr>
                                      <p:to>
                                        <p:strVal val="visible"/>
                                      </p:to>
                                    </p:set>
                                    <p:anim calcmode="lin" valueType="num">
                                      <p:cBhvr additive="base">
                                        <p:cTn dur="1000"/>
                                        <p:tgtEl>
                                          <p:spTgt spid="178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81"/>
                                        </p:tgtEl>
                                        <p:attrNameLst>
                                          <p:attrName>style.visibility</p:attrName>
                                        </p:attrNameLst>
                                      </p:cBhvr>
                                      <p:to>
                                        <p:strVal val="visible"/>
                                      </p:to>
                                    </p:set>
                                    <p:anim calcmode="lin" valueType="num">
                                      <p:cBhvr additive="base">
                                        <p:cTn dur="1000"/>
                                        <p:tgtEl>
                                          <p:spTgt spid="178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5" name="Shape 1785"/>
        <p:cNvGrpSpPr/>
        <p:nvPr/>
      </p:nvGrpSpPr>
      <p:grpSpPr>
        <a:xfrm>
          <a:off x="0" y="0"/>
          <a:ext cx="0" cy="0"/>
          <a:chOff x="0" y="0"/>
          <a:chExt cx="0" cy="0"/>
        </a:xfrm>
      </p:grpSpPr>
      <p:pic>
        <p:nvPicPr>
          <p:cNvPr id="1786" name="Google Shape;1786;g357c580f6f6_1_244"/>
          <p:cNvPicPr preferRelativeResize="0"/>
          <p:nvPr/>
        </p:nvPicPr>
        <p:blipFill rotWithShape="1">
          <a:blip r:embed="rId3">
            <a:alphaModFix/>
          </a:blip>
          <a:srcRect b="7819" l="0" r="0" t="7828"/>
          <a:stretch/>
        </p:blipFill>
        <p:spPr>
          <a:xfrm>
            <a:off x="0" y="0"/>
            <a:ext cx="9144000" cy="5143499"/>
          </a:xfrm>
          <a:prstGeom prst="rect">
            <a:avLst/>
          </a:prstGeom>
          <a:noFill/>
          <a:ln>
            <a:noFill/>
          </a:ln>
        </p:spPr>
      </p:pic>
      <p:sp>
        <p:nvSpPr>
          <p:cNvPr id="1787" name="Google Shape;1787;g357c580f6f6_1_244"/>
          <p:cNvSpPr txBox="1"/>
          <p:nvPr/>
        </p:nvSpPr>
        <p:spPr>
          <a:xfrm>
            <a:off x="1399102" y="-38725"/>
            <a:ext cx="7055700" cy="923400"/>
          </a:xfrm>
          <a:prstGeom prst="rect">
            <a:avLst/>
          </a:prstGeom>
          <a:noFill/>
          <a:ln>
            <a:noFill/>
          </a:ln>
          <a:effectLst>
            <a:outerShdw blurRad="814388" rotWithShape="0" algn="bl" dir="840000" dist="19050">
              <a:srgbClr val="6CE5E8">
                <a:alpha val="9500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 sz="6000">
                <a:solidFill>
                  <a:schemeClr val="lt1"/>
                </a:solidFill>
                <a:latin typeface="Teko Medium"/>
                <a:ea typeface="Teko Medium"/>
                <a:cs typeface="Teko Medium"/>
                <a:sym typeface="Teko Medium"/>
              </a:rPr>
              <a:t>TOP MERCADOS ILEGALES</a:t>
            </a:r>
            <a:endParaRPr sz="700"/>
          </a:p>
        </p:txBody>
      </p:sp>
      <p:sp>
        <p:nvSpPr>
          <p:cNvPr id="1788" name="Google Shape;1788;g357c580f6f6_1_244"/>
          <p:cNvSpPr txBox="1"/>
          <p:nvPr/>
        </p:nvSpPr>
        <p:spPr>
          <a:xfrm>
            <a:off x="2409752" y="1203825"/>
            <a:ext cx="4452300" cy="923400"/>
          </a:xfrm>
          <a:prstGeom prst="rect">
            <a:avLst/>
          </a:prstGeom>
          <a:noFill/>
          <a:ln>
            <a:noFill/>
          </a:ln>
          <a:effectLst>
            <a:outerShdw blurRad="828675" rotWithShape="0" algn="bl" dir="1020000" dist="19050">
              <a:srgbClr val="6CE5E8">
                <a:alpha val="9500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 sz="6000">
                <a:solidFill>
                  <a:schemeClr val="lt1"/>
                </a:solidFill>
                <a:latin typeface="Teko Medium"/>
                <a:ea typeface="Teko Medium"/>
                <a:cs typeface="Teko Medium"/>
                <a:sym typeface="Teko Medium"/>
              </a:rPr>
              <a:t>Abacus Market</a:t>
            </a:r>
            <a:endParaRPr sz="700"/>
          </a:p>
        </p:txBody>
      </p:sp>
      <p:sp>
        <p:nvSpPr>
          <p:cNvPr id="1789" name="Google Shape;1789;g357c580f6f6_1_244"/>
          <p:cNvSpPr txBox="1"/>
          <p:nvPr/>
        </p:nvSpPr>
        <p:spPr>
          <a:xfrm>
            <a:off x="3069049" y="3062300"/>
            <a:ext cx="3291600" cy="923400"/>
          </a:xfrm>
          <a:prstGeom prst="rect">
            <a:avLst/>
          </a:prstGeom>
          <a:noFill/>
          <a:ln>
            <a:noFill/>
          </a:ln>
          <a:effectLst>
            <a:outerShdw blurRad="828675" rotWithShape="0" algn="bl" dir="840000" dist="19050">
              <a:srgbClr val="6CE5E8">
                <a:alpha val="9500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 sz="6000">
                <a:solidFill>
                  <a:schemeClr val="lt1"/>
                </a:solidFill>
                <a:latin typeface="Teko Medium"/>
                <a:ea typeface="Teko Medium"/>
                <a:cs typeface="Teko Medium"/>
                <a:sym typeface="Teko Medium"/>
              </a:rPr>
              <a:t>WeTheNorth</a:t>
            </a:r>
            <a:endParaRPr sz="700"/>
          </a:p>
        </p:txBody>
      </p:sp>
      <p:cxnSp>
        <p:nvCxnSpPr>
          <p:cNvPr id="1790" name="Google Shape;1790;g357c580f6f6_1_244"/>
          <p:cNvCxnSpPr/>
          <p:nvPr/>
        </p:nvCxnSpPr>
        <p:spPr>
          <a:xfrm rot="-21977">
            <a:off x="-14217" y="949596"/>
            <a:ext cx="2205645" cy="0"/>
          </a:xfrm>
          <a:prstGeom prst="straightConnector1">
            <a:avLst/>
          </a:prstGeom>
          <a:noFill/>
          <a:ln cap="flat" cmpd="sng" w="57150">
            <a:solidFill>
              <a:srgbClr val="41B8D5"/>
            </a:solidFill>
            <a:prstDash val="solid"/>
            <a:round/>
            <a:headEnd len="sm" w="sm" type="none"/>
            <a:tailEnd len="sm" w="sm" type="none"/>
          </a:ln>
        </p:spPr>
      </p:cxnSp>
      <p:cxnSp>
        <p:nvCxnSpPr>
          <p:cNvPr id="1791" name="Google Shape;1791;g357c580f6f6_1_244"/>
          <p:cNvCxnSpPr/>
          <p:nvPr/>
        </p:nvCxnSpPr>
        <p:spPr>
          <a:xfrm rot="-21977">
            <a:off x="70" y="2416754"/>
            <a:ext cx="2205645" cy="0"/>
          </a:xfrm>
          <a:prstGeom prst="straightConnector1">
            <a:avLst/>
          </a:prstGeom>
          <a:noFill/>
          <a:ln cap="flat" cmpd="sng" w="57150">
            <a:solidFill>
              <a:srgbClr val="41B8D5"/>
            </a:solidFill>
            <a:prstDash val="solid"/>
            <a:round/>
            <a:headEnd len="sm" w="sm" type="none"/>
            <a:tailEnd len="sm" w="sm" type="none"/>
          </a:ln>
        </p:spPr>
      </p:cxnSp>
      <p:cxnSp>
        <p:nvCxnSpPr>
          <p:cNvPr id="1792" name="Google Shape;1792;g357c580f6f6_1_244"/>
          <p:cNvCxnSpPr/>
          <p:nvPr/>
        </p:nvCxnSpPr>
        <p:spPr>
          <a:xfrm rot="-21977">
            <a:off x="-53578" y="3883912"/>
            <a:ext cx="2205645" cy="0"/>
          </a:xfrm>
          <a:prstGeom prst="straightConnector1">
            <a:avLst/>
          </a:prstGeom>
          <a:noFill/>
          <a:ln cap="flat" cmpd="sng" w="57150">
            <a:solidFill>
              <a:srgbClr val="41B8D5"/>
            </a:solidFill>
            <a:prstDash val="solid"/>
            <a:round/>
            <a:headEnd len="sm" w="sm" type="none"/>
            <a:tailEnd len="sm" w="sm" type="none"/>
          </a:ln>
        </p:spPr>
      </p:cxnSp>
      <p:cxnSp>
        <p:nvCxnSpPr>
          <p:cNvPr id="1793" name="Google Shape;1793;g357c580f6f6_1_244"/>
          <p:cNvCxnSpPr/>
          <p:nvPr/>
        </p:nvCxnSpPr>
        <p:spPr>
          <a:xfrm rot="-21977">
            <a:off x="6923935" y="949596"/>
            <a:ext cx="2205645" cy="0"/>
          </a:xfrm>
          <a:prstGeom prst="straightConnector1">
            <a:avLst/>
          </a:prstGeom>
          <a:noFill/>
          <a:ln cap="flat" cmpd="sng" w="57150">
            <a:solidFill>
              <a:srgbClr val="41B8D5"/>
            </a:solidFill>
            <a:prstDash val="solid"/>
            <a:round/>
            <a:headEnd len="sm" w="sm" type="none"/>
            <a:tailEnd len="sm" w="sm" type="none"/>
          </a:ln>
        </p:spPr>
      </p:cxnSp>
      <p:cxnSp>
        <p:nvCxnSpPr>
          <p:cNvPr id="1794" name="Google Shape;1794;g357c580f6f6_1_244"/>
          <p:cNvCxnSpPr/>
          <p:nvPr/>
        </p:nvCxnSpPr>
        <p:spPr>
          <a:xfrm rot="-21977">
            <a:off x="6938222" y="2416754"/>
            <a:ext cx="2205645" cy="0"/>
          </a:xfrm>
          <a:prstGeom prst="straightConnector1">
            <a:avLst/>
          </a:prstGeom>
          <a:noFill/>
          <a:ln cap="flat" cmpd="sng" w="57150">
            <a:solidFill>
              <a:srgbClr val="41B8D5"/>
            </a:solidFill>
            <a:prstDash val="solid"/>
            <a:round/>
            <a:headEnd len="sm" w="sm" type="none"/>
            <a:tailEnd len="sm" w="sm" type="none"/>
          </a:ln>
        </p:spPr>
      </p:cxnSp>
      <p:cxnSp>
        <p:nvCxnSpPr>
          <p:cNvPr id="1795" name="Google Shape;1795;g357c580f6f6_1_244"/>
          <p:cNvCxnSpPr/>
          <p:nvPr/>
        </p:nvCxnSpPr>
        <p:spPr>
          <a:xfrm rot="-21977">
            <a:off x="6884574" y="3883912"/>
            <a:ext cx="2205645" cy="0"/>
          </a:xfrm>
          <a:prstGeom prst="straightConnector1">
            <a:avLst/>
          </a:prstGeom>
          <a:noFill/>
          <a:ln cap="flat" cmpd="sng" w="57150">
            <a:solidFill>
              <a:srgbClr val="41B8D5"/>
            </a:solidFill>
            <a:prstDash val="solid"/>
            <a:round/>
            <a:headEnd len="sm" w="sm" type="none"/>
            <a:tailEnd len="sm" w="sm" type="none"/>
          </a:ln>
        </p:spPr>
      </p:cxnSp>
      <p:sp>
        <p:nvSpPr>
          <p:cNvPr id="1796" name="Google Shape;1796;g357c580f6f6_1_244"/>
          <p:cNvSpPr txBox="1"/>
          <p:nvPr/>
        </p:nvSpPr>
        <p:spPr>
          <a:xfrm>
            <a:off x="2485952" y="2118225"/>
            <a:ext cx="4452300" cy="923400"/>
          </a:xfrm>
          <a:prstGeom prst="rect">
            <a:avLst/>
          </a:prstGeom>
          <a:noFill/>
          <a:ln>
            <a:noFill/>
          </a:ln>
          <a:effectLst>
            <a:outerShdw blurRad="828675" rotWithShape="0" algn="bl" dir="1020000" dist="19050">
              <a:srgbClr val="6CE5E8">
                <a:alpha val="9500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 sz="6000">
                <a:solidFill>
                  <a:schemeClr val="lt1"/>
                </a:solidFill>
                <a:latin typeface="Teko Medium"/>
                <a:ea typeface="Teko Medium"/>
                <a:cs typeface="Teko Medium"/>
                <a:sym typeface="Teko Medium"/>
              </a:rPr>
              <a:t>STYX</a:t>
            </a:r>
            <a:endParaRPr sz="700"/>
          </a:p>
        </p:txBody>
      </p:sp>
      <p:sp>
        <p:nvSpPr>
          <p:cNvPr id="1797" name="Google Shape;1797;g357c580f6f6_1_244"/>
          <p:cNvSpPr txBox="1"/>
          <p:nvPr/>
        </p:nvSpPr>
        <p:spPr>
          <a:xfrm>
            <a:off x="3069049" y="4052900"/>
            <a:ext cx="3291600" cy="923400"/>
          </a:xfrm>
          <a:prstGeom prst="rect">
            <a:avLst/>
          </a:prstGeom>
          <a:noFill/>
          <a:ln>
            <a:noFill/>
          </a:ln>
          <a:effectLst>
            <a:outerShdw blurRad="828675" rotWithShape="0" algn="bl" dir="840000" dist="19050">
              <a:srgbClr val="6CE5E8">
                <a:alpha val="9500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 sz="6000">
                <a:solidFill>
                  <a:schemeClr val="lt1"/>
                </a:solidFill>
                <a:latin typeface="Teko Medium"/>
                <a:ea typeface="Teko Medium"/>
                <a:cs typeface="Teko Medium"/>
                <a:sym typeface="Teko Medium"/>
              </a:rPr>
              <a:t>Ares Market</a:t>
            </a:r>
            <a:endParaRPr sz="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88"/>
                                        </p:tgtEl>
                                        <p:attrNameLst>
                                          <p:attrName>style.visibility</p:attrName>
                                        </p:attrNameLst>
                                      </p:cBhvr>
                                      <p:to>
                                        <p:strVal val="visible"/>
                                      </p:to>
                                    </p:set>
                                    <p:anim calcmode="lin" valueType="num">
                                      <p:cBhvr additive="base">
                                        <p:cTn dur="1000"/>
                                        <p:tgtEl>
                                          <p:spTgt spid="178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96"/>
                                        </p:tgtEl>
                                        <p:attrNameLst>
                                          <p:attrName>style.visibility</p:attrName>
                                        </p:attrNameLst>
                                      </p:cBhvr>
                                      <p:to>
                                        <p:strVal val="visible"/>
                                      </p:to>
                                    </p:set>
                                    <p:anim calcmode="lin" valueType="num">
                                      <p:cBhvr additive="base">
                                        <p:cTn dur="1000"/>
                                        <p:tgtEl>
                                          <p:spTgt spid="179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89"/>
                                        </p:tgtEl>
                                        <p:attrNameLst>
                                          <p:attrName>style.visibility</p:attrName>
                                        </p:attrNameLst>
                                      </p:cBhvr>
                                      <p:to>
                                        <p:strVal val="visible"/>
                                      </p:to>
                                    </p:set>
                                    <p:anim calcmode="lin" valueType="num">
                                      <p:cBhvr additive="base">
                                        <p:cTn dur="1000"/>
                                        <p:tgtEl>
                                          <p:spTgt spid="178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97"/>
                                        </p:tgtEl>
                                        <p:attrNameLst>
                                          <p:attrName>style.visibility</p:attrName>
                                        </p:attrNameLst>
                                      </p:cBhvr>
                                      <p:to>
                                        <p:strVal val="visible"/>
                                      </p:to>
                                    </p:set>
                                    <p:anim calcmode="lin" valueType="num">
                                      <p:cBhvr additive="base">
                                        <p:cTn dur="1000"/>
                                        <p:tgtEl>
                                          <p:spTgt spid="179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1" name="Shape 1801"/>
        <p:cNvGrpSpPr/>
        <p:nvPr/>
      </p:nvGrpSpPr>
      <p:grpSpPr>
        <a:xfrm>
          <a:off x="0" y="0"/>
          <a:ext cx="0" cy="0"/>
          <a:chOff x="0" y="0"/>
          <a:chExt cx="0" cy="0"/>
        </a:xfrm>
      </p:grpSpPr>
      <p:pic>
        <p:nvPicPr>
          <p:cNvPr id="1802" name="Google Shape;1802;g357c580f6f6_2_2"/>
          <p:cNvPicPr preferRelativeResize="0"/>
          <p:nvPr/>
        </p:nvPicPr>
        <p:blipFill rotWithShape="1">
          <a:blip r:embed="rId3">
            <a:alphaModFix/>
          </a:blip>
          <a:srcRect b="7819" l="0" r="0" t="7828"/>
          <a:stretch/>
        </p:blipFill>
        <p:spPr>
          <a:xfrm>
            <a:off x="0" y="0"/>
            <a:ext cx="9144000" cy="5143499"/>
          </a:xfrm>
          <a:prstGeom prst="rect">
            <a:avLst/>
          </a:prstGeom>
          <a:noFill/>
          <a:ln>
            <a:noFill/>
          </a:ln>
        </p:spPr>
      </p:pic>
      <p:pic>
        <p:nvPicPr>
          <p:cNvPr id="1803" name="Google Shape;1803;g357c580f6f6_2_2"/>
          <p:cNvPicPr preferRelativeResize="0"/>
          <p:nvPr/>
        </p:nvPicPr>
        <p:blipFill>
          <a:blip r:embed="rId4">
            <a:alphaModFix/>
          </a:blip>
          <a:stretch>
            <a:fillRect/>
          </a:stretch>
        </p:blipFill>
        <p:spPr>
          <a:xfrm>
            <a:off x="0" y="40975"/>
            <a:ext cx="9090351" cy="4329601"/>
          </a:xfrm>
          <a:prstGeom prst="rect">
            <a:avLst/>
          </a:prstGeom>
          <a:noFill/>
          <a:ln>
            <a:noFill/>
          </a:ln>
        </p:spPr>
      </p:pic>
      <p:sp>
        <p:nvSpPr>
          <p:cNvPr id="1804" name="Google Shape;1804;g357c580f6f6_2_2"/>
          <p:cNvSpPr txBox="1"/>
          <p:nvPr/>
        </p:nvSpPr>
        <p:spPr>
          <a:xfrm>
            <a:off x="63575" y="4441750"/>
            <a:ext cx="9026700" cy="64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lang="en" sz="1200" u="sng">
                <a:solidFill>
                  <a:schemeClr val="lt1"/>
                </a:solidFill>
              </a:rPr>
              <a:t>Abacus Market:</a:t>
            </a:r>
            <a:r>
              <a:rPr lang="en" sz="1200">
                <a:solidFill>
                  <a:schemeClr val="lt1"/>
                </a:solidFill>
              </a:rPr>
              <a:t> Es un foro relativamente nuevo de la DarkWeb, y se hizo cargo de gran parte del vacío dejado por el desmantelamiento de AlphaBay. Con más de 40.000 productos a la venta y valorado en unos 15 millones de dólares, es un mercado en expansión y destino obligado para drogas, artículos falsificados y herramientas para el cibercrimen.</a:t>
            </a:r>
            <a:endParaRPr>
              <a:solidFill>
                <a:schemeClr val="lt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8" name="Shape 1808"/>
        <p:cNvGrpSpPr/>
        <p:nvPr/>
      </p:nvGrpSpPr>
      <p:grpSpPr>
        <a:xfrm>
          <a:off x="0" y="0"/>
          <a:ext cx="0" cy="0"/>
          <a:chOff x="0" y="0"/>
          <a:chExt cx="0" cy="0"/>
        </a:xfrm>
      </p:grpSpPr>
      <p:pic>
        <p:nvPicPr>
          <p:cNvPr id="1809" name="Google Shape;1809;g357c580f6f6_3_6"/>
          <p:cNvPicPr preferRelativeResize="0"/>
          <p:nvPr/>
        </p:nvPicPr>
        <p:blipFill rotWithShape="1">
          <a:blip r:embed="rId3">
            <a:alphaModFix/>
          </a:blip>
          <a:srcRect b="7819" l="0" r="0" t="7828"/>
          <a:stretch/>
        </p:blipFill>
        <p:spPr>
          <a:xfrm>
            <a:off x="0" y="0"/>
            <a:ext cx="9144000" cy="5143499"/>
          </a:xfrm>
          <a:prstGeom prst="rect">
            <a:avLst/>
          </a:prstGeom>
          <a:noFill/>
          <a:ln>
            <a:noFill/>
          </a:ln>
        </p:spPr>
      </p:pic>
      <p:sp>
        <p:nvSpPr>
          <p:cNvPr id="1810" name="Google Shape;1810;g357c580f6f6_3_6"/>
          <p:cNvSpPr txBox="1"/>
          <p:nvPr/>
        </p:nvSpPr>
        <p:spPr>
          <a:xfrm>
            <a:off x="63575" y="4441750"/>
            <a:ext cx="9026700" cy="64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lang="en" sz="1200" u="sng">
                <a:solidFill>
                  <a:schemeClr val="lt1"/>
                </a:solidFill>
              </a:rPr>
              <a:t>STYX:</a:t>
            </a:r>
            <a:r>
              <a:rPr lang="en" sz="1200">
                <a:solidFill>
                  <a:schemeClr val="lt1"/>
                </a:solidFill>
              </a:rPr>
              <a:t> Lanzado en 2023, se centra en el crimen financiero, proporcionando datos de tarjetas de crédito robadas, cuentas bancarias hackeadas y acceso a varias herramientas de lavado de criptodivisas. Mantiene un nivel muy estricto de verificación de usuarios. </a:t>
            </a:r>
            <a:endParaRPr>
              <a:solidFill>
                <a:schemeClr val="lt1"/>
              </a:solidFill>
            </a:endParaRPr>
          </a:p>
        </p:txBody>
      </p:sp>
      <p:pic>
        <p:nvPicPr>
          <p:cNvPr id="1811" name="Google Shape;1811;g357c580f6f6_3_6"/>
          <p:cNvPicPr preferRelativeResize="0"/>
          <p:nvPr/>
        </p:nvPicPr>
        <p:blipFill>
          <a:blip r:embed="rId4">
            <a:alphaModFix/>
          </a:blip>
          <a:stretch>
            <a:fillRect/>
          </a:stretch>
        </p:blipFill>
        <p:spPr>
          <a:xfrm>
            <a:off x="63575" y="0"/>
            <a:ext cx="8971077" cy="435639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5" name="Shape 1815"/>
        <p:cNvGrpSpPr/>
        <p:nvPr/>
      </p:nvGrpSpPr>
      <p:grpSpPr>
        <a:xfrm>
          <a:off x="0" y="0"/>
          <a:ext cx="0" cy="0"/>
          <a:chOff x="0" y="0"/>
          <a:chExt cx="0" cy="0"/>
        </a:xfrm>
      </p:grpSpPr>
      <p:pic>
        <p:nvPicPr>
          <p:cNvPr id="1816" name="Google Shape;1816;g357c580f6f6_3_13"/>
          <p:cNvPicPr preferRelativeResize="0"/>
          <p:nvPr/>
        </p:nvPicPr>
        <p:blipFill rotWithShape="1">
          <a:blip r:embed="rId3">
            <a:alphaModFix/>
          </a:blip>
          <a:srcRect b="7819" l="0" r="0" t="7828"/>
          <a:stretch/>
        </p:blipFill>
        <p:spPr>
          <a:xfrm>
            <a:off x="0" y="0"/>
            <a:ext cx="9144000" cy="5143499"/>
          </a:xfrm>
          <a:prstGeom prst="rect">
            <a:avLst/>
          </a:prstGeom>
          <a:noFill/>
          <a:ln>
            <a:noFill/>
          </a:ln>
        </p:spPr>
      </p:pic>
      <p:sp>
        <p:nvSpPr>
          <p:cNvPr id="1817" name="Google Shape;1817;g357c580f6f6_3_13"/>
          <p:cNvSpPr txBox="1"/>
          <p:nvPr/>
        </p:nvSpPr>
        <p:spPr>
          <a:xfrm>
            <a:off x="63575" y="4441750"/>
            <a:ext cx="9026700" cy="64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lang="en" sz="1200" u="sng">
                <a:solidFill>
                  <a:schemeClr val="lt1"/>
                </a:solidFill>
              </a:rPr>
              <a:t>WeTheNorth:</a:t>
            </a:r>
            <a:r>
              <a:rPr lang="en" sz="1200">
                <a:solidFill>
                  <a:schemeClr val="lt1"/>
                </a:solidFill>
              </a:rPr>
              <a:t> Es  un mercado canadiense establecido en 2021 que también sirve a usuarios internacionales. Ofrece documentos falsificados, herramientas de fraude financiero y servicios de hacking y malware. Tiene un foro y una comunidad activos junto con un amplio proceso de investigación de usuarios.</a:t>
            </a:r>
            <a:endParaRPr>
              <a:solidFill>
                <a:schemeClr val="lt1"/>
              </a:solidFill>
            </a:endParaRPr>
          </a:p>
        </p:txBody>
      </p:sp>
      <p:pic>
        <p:nvPicPr>
          <p:cNvPr id="1818" name="Google Shape;1818;g357c580f6f6_3_13"/>
          <p:cNvPicPr preferRelativeResize="0"/>
          <p:nvPr/>
        </p:nvPicPr>
        <p:blipFill>
          <a:blip r:embed="rId4">
            <a:alphaModFix/>
          </a:blip>
          <a:stretch>
            <a:fillRect/>
          </a:stretch>
        </p:blipFill>
        <p:spPr>
          <a:xfrm>
            <a:off x="0" y="0"/>
            <a:ext cx="9144001" cy="425510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2" name="Shape 1822"/>
        <p:cNvGrpSpPr/>
        <p:nvPr/>
      </p:nvGrpSpPr>
      <p:grpSpPr>
        <a:xfrm>
          <a:off x="0" y="0"/>
          <a:ext cx="0" cy="0"/>
          <a:chOff x="0" y="0"/>
          <a:chExt cx="0" cy="0"/>
        </a:xfrm>
      </p:grpSpPr>
      <p:pic>
        <p:nvPicPr>
          <p:cNvPr id="1823" name="Google Shape;1823;g357c580f6f6_3_20"/>
          <p:cNvPicPr preferRelativeResize="0"/>
          <p:nvPr/>
        </p:nvPicPr>
        <p:blipFill rotWithShape="1">
          <a:blip r:embed="rId3">
            <a:alphaModFix/>
          </a:blip>
          <a:srcRect b="7819" l="0" r="0" t="7828"/>
          <a:stretch/>
        </p:blipFill>
        <p:spPr>
          <a:xfrm>
            <a:off x="0" y="0"/>
            <a:ext cx="9144000" cy="5143499"/>
          </a:xfrm>
          <a:prstGeom prst="rect">
            <a:avLst/>
          </a:prstGeom>
          <a:noFill/>
          <a:ln>
            <a:noFill/>
          </a:ln>
        </p:spPr>
      </p:pic>
      <p:pic>
        <p:nvPicPr>
          <p:cNvPr id="1824" name="Google Shape;1824;g357c580f6f6_3_20"/>
          <p:cNvPicPr preferRelativeResize="0"/>
          <p:nvPr/>
        </p:nvPicPr>
        <p:blipFill>
          <a:blip r:embed="rId4">
            <a:alphaModFix/>
          </a:blip>
          <a:stretch>
            <a:fillRect/>
          </a:stretch>
        </p:blipFill>
        <p:spPr>
          <a:xfrm>
            <a:off x="0" y="445650"/>
            <a:ext cx="9101852" cy="416043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8" name="Shape 1828"/>
        <p:cNvGrpSpPr/>
        <p:nvPr/>
      </p:nvGrpSpPr>
      <p:grpSpPr>
        <a:xfrm>
          <a:off x="0" y="0"/>
          <a:ext cx="0" cy="0"/>
          <a:chOff x="0" y="0"/>
          <a:chExt cx="0" cy="0"/>
        </a:xfrm>
      </p:grpSpPr>
      <p:pic>
        <p:nvPicPr>
          <p:cNvPr id="1829" name="Google Shape;1829;g357c580f6f6_3_28"/>
          <p:cNvPicPr preferRelativeResize="0"/>
          <p:nvPr/>
        </p:nvPicPr>
        <p:blipFill rotWithShape="1">
          <a:blip r:embed="rId3">
            <a:alphaModFix/>
          </a:blip>
          <a:srcRect b="7819" l="0" r="0" t="7828"/>
          <a:stretch/>
        </p:blipFill>
        <p:spPr>
          <a:xfrm>
            <a:off x="0" y="0"/>
            <a:ext cx="9144000" cy="5143499"/>
          </a:xfrm>
          <a:prstGeom prst="rect">
            <a:avLst/>
          </a:prstGeom>
          <a:noFill/>
          <a:ln>
            <a:noFill/>
          </a:ln>
        </p:spPr>
      </p:pic>
      <p:pic>
        <p:nvPicPr>
          <p:cNvPr id="1830" name="Google Shape;1830;g357c580f6f6_3_28"/>
          <p:cNvPicPr preferRelativeResize="0"/>
          <p:nvPr/>
        </p:nvPicPr>
        <p:blipFill>
          <a:blip r:embed="rId4">
            <a:alphaModFix/>
          </a:blip>
          <a:stretch>
            <a:fillRect/>
          </a:stretch>
        </p:blipFill>
        <p:spPr>
          <a:xfrm>
            <a:off x="66025" y="47150"/>
            <a:ext cx="9077975" cy="514350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4" name="Shape 1834"/>
        <p:cNvGrpSpPr/>
        <p:nvPr/>
      </p:nvGrpSpPr>
      <p:grpSpPr>
        <a:xfrm>
          <a:off x="0" y="0"/>
          <a:ext cx="0" cy="0"/>
          <a:chOff x="0" y="0"/>
          <a:chExt cx="0" cy="0"/>
        </a:xfrm>
      </p:grpSpPr>
      <p:pic>
        <p:nvPicPr>
          <p:cNvPr id="1835" name="Google Shape;1835;g357c580f6f6_3_36"/>
          <p:cNvPicPr preferRelativeResize="0"/>
          <p:nvPr/>
        </p:nvPicPr>
        <p:blipFill rotWithShape="1">
          <a:blip r:embed="rId3">
            <a:alphaModFix/>
          </a:blip>
          <a:srcRect b="7819" l="0" r="0" t="7828"/>
          <a:stretch/>
        </p:blipFill>
        <p:spPr>
          <a:xfrm>
            <a:off x="0" y="0"/>
            <a:ext cx="9144000" cy="5143499"/>
          </a:xfrm>
          <a:prstGeom prst="rect">
            <a:avLst/>
          </a:prstGeom>
          <a:noFill/>
          <a:ln>
            <a:noFill/>
          </a:ln>
        </p:spPr>
      </p:pic>
      <p:pic>
        <p:nvPicPr>
          <p:cNvPr id="1836" name="Google Shape;1836;g357c580f6f6_3_36"/>
          <p:cNvPicPr preferRelativeResize="0"/>
          <p:nvPr/>
        </p:nvPicPr>
        <p:blipFill>
          <a:blip r:embed="rId4">
            <a:alphaModFix/>
          </a:blip>
          <a:stretch>
            <a:fillRect/>
          </a:stretch>
        </p:blipFill>
        <p:spPr>
          <a:xfrm>
            <a:off x="0" y="0"/>
            <a:ext cx="9144001" cy="4328550"/>
          </a:xfrm>
          <a:prstGeom prst="rect">
            <a:avLst/>
          </a:prstGeom>
          <a:noFill/>
          <a:ln>
            <a:noFill/>
          </a:ln>
        </p:spPr>
      </p:pic>
      <p:sp>
        <p:nvSpPr>
          <p:cNvPr id="1837" name="Google Shape;1837;g357c580f6f6_3_36"/>
          <p:cNvSpPr txBox="1"/>
          <p:nvPr/>
        </p:nvSpPr>
        <p:spPr>
          <a:xfrm>
            <a:off x="0" y="4480800"/>
            <a:ext cx="9053100" cy="456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1200"/>
              </a:spcAft>
              <a:buSzPts val="1100"/>
              <a:buNone/>
            </a:pPr>
            <a:r>
              <a:rPr b="1" lang="en" sz="1100" u="sng">
                <a:solidFill>
                  <a:schemeClr val="lt1"/>
                </a:solidFill>
              </a:rPr>
              <a:t>Ares Market</a:t>
            </a:r>
            <a:r>
              <a:rPr lang="en" sz="1100">
                <a:solidFill>
                  <a:schemeClr val="lt1"/>
                </a:solidFill>
              </a:rPr>
              <a:t>: Es una plataforma de compraventa en la dark web que ofrece una amplia variedad de productos y servicios ilícitos. Su interfaz moderna y su sistema de navegación intuitivo han atraído a una comunidad considerable de usuarios y vendedores.</a:t>
            </a:r>
            <a:endParaRPr b="1" sz="1200" u="sng">
              <a:solidFill>
                <a:schemeClr val="lt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1" name="Shape 1841"/>
        <p:cNvGrpSpPr/>
        <p:nvPr/>
      </p:nvGrpSpPr>
      <p:grpSpPr>
        <a:xfrm>
          <a:off x="0" y="0"/>
          <a:ext cx="0" cy="0"/>
          <a:chOff x="0" y="0"/>
          <a:chExt cx="0" cy="0"/>
        </a:xfrm>
      </p:grpSpPr>
      <p:pic>
        <p:nvPicPr>
          <p:cNvPr id="1842" name="Google Shape;1842;g357c580f6f6_3_43"/>
          <p:cNvPicPr preferRelativeResize="0"/>
          <p:nvPr/>
        </p:nvPicPr>
        <p:blipFill rotWithShape="1">
          <a:blip r:embed="rId3">
            <a:alphaModFix/>
          </a:blip>
          <a:srcRect b="7819" l="0" r="0" t="7828"/>
          <a:stretch/>
        </p:blipFill>
        <p:spPr>
          <a:xfrm>
            <a:off x="0" y="0"/>
            <a:ext cx="9144000" cy="5143499"/>
          </a:xfrm>
          <a:prstGeom prst="rect">
            <a:avLst/>
          </a:prstGeom>
          <a:noFill/>
          <a:ln>
            <a:noFill/>
          </a:ln>
        </p:spPr>
      </p:pic>
      <p:pic>
        <p:nvPicPr>
          <p:cNvPr id="1843" name="Google Shape;1843;g357c580f6f6_3_43"/>
          <p:cNvPicPr preferRelativeResize="0"/>
          <p:nvPr/>
        </p:nvPicPr>
        <p:blipFill>
          <a:blip r:embed="rId4">
            <a:alphaModFix/>
          </a:blip>
          <a:stretch>
            <a:fillRect/>
          </a:stretch>
        </p:blipFill>
        <p:spPr>
          <a:xfrm>
            <a:off x="415886" y="0"/>
            <a:ext cx="7642938" cy="514350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7" name="Shape 1847"/>
        <p:cNvGrpSpPr/>
        <p:nvPr/>
      </p:nvGrpSpPr>
      <p:grpSpPr>
        <a:xfrm>
          <a:off x="0" y="0"/>
          <a:ext cx="0" cy="0"/>
          <a:chOff x="0" y="0"/>
          <a:chExt cx="0" cy="0"/>
        </a:xfrm>
      </p:grpSpPr>
      <p:pic>
        <p:nvPicPr>
          <p:cNvPr id="1848" name="Google Shape;1848;g359e0021a59_1_37"/>
          <p:cNvPicPr preferRelativeResize="0"/>
          <p:nvPr/>
        </p:nvPicPr>
        <p:blipFill rotWithShape="1">
          <a:blip r:embed="rId3">
            <a:alphaModFix/>
          </a:blip>
          <a:srcRect b="7819" l="0" r="0" t="7828"/>
          <a:stretch/>
        </p:blipFill>
        <p:spPr>
          <a:xfrm>
            <a:off x="0" y="0"/>
            <a:ext cx="9144000" cy="5143499"/>
          </a:xfrm>
          <a:prstGeom prst="rect">
            <a:avLst/>
          </a:prstGeom>
          <a:noFill/>
          <a:ln>
            <a:noFill/>
          </a:ln>
        </p:spPr>
      </p:pic>
      <p:pic>
        <p:nvPicPr>
          <p:cNvPr id="1849" name="Google Shape;1849;g359e0021a59_1_37"/>
          <p:cNvPicPr preferRelativeResize="0"/>
          <p:nvPr/>
        </p:nvPicPr>
        <p:blipFill>
          <a:blip r:embed="rId4">
            <a:alphaModFix/>
          </a:blip>
          <a:stretch>
            <a:fillRect/>
          </a:stretch>
        </p:blipFill>
        <p:spPr>
          <a:xfrm>
            <a:off x="152400" y="152400"/>
            <a:ext cx="8839202" cy="481101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3" name="Shape 1853"/>
        <p:cNvGrpSpPr/>
        <p:nvPr/>
      </p:nvGrpSpPr>
      <p:grpSpPr>
        <a:xfrm>
          <a:off x="0" y="0"/>
          <a:ext cx="0" cy="0"/>
          <a:chOff x="0" y="0"/>
          <a:chExt cx="0" cy="0"/>
        </a:xfrm>
      </p:grpSpPr>
      <p:pic>
        <p:nvPicPr>
          <p:cNvPr id="1854" name="Google Shape;1854;g359e0021a59_1_43"/>
          <p:cNvPicPr preferRelativeResize="0"/>
          <p:nvPr/>
        </p:nvPicPr>
        <p:blipFill rotWithShape="1">
          <a:blip r:embed="rId3">
            <a:alphaModFix/>
          </a:blip>
          <a:srcRect b="7819" l="0" r="0" t="7828"/>
          <a:stretch/>
        </p:blipFill>
        <p:spPr>
          <a:xfrm>
            <a:off x="0" y="0"/>
            <a:ext cx="9144000" cy="5143499"/>
          </a:xfrm>
          <a:prstGeom prst="rect">
            <a:avLst/>
          </a:prstGeom>
          <a:noFill/>
          <a:ln>
            <a:noFill/>
          </a:ln>
        </p:spPr>
      </p:pic>
      <p:pic>
        <p:nvPicPr>
          <p:cNvPr id="1855" name="Google Shape;1855;g359e0021a59_1_43"/>
          <p:cNvPicPr preferRelativeResize="0"/>
          <p:nvPr/>
        </p:nvPicPr>
        <p:blipFill>
          <a:blip r:embed="rId4">
            <a:alphaModFix/>
          </a:blip>
          <a:stretch>
            <a:fillRect/>
          </a:stretch>
        </p:blipFill>
        <p:spPr>
          <a:xfrm>
            <a:off x="4490850" y="58900"/>
            <a:ext cx="4600902" cy="2512849"/>
          </a:xfrm>
          <a:prstGeom prst="rect">
            <a:avLst/>
          </a:prstGeom>
          <a:noFill/>
          <a:ln>
            <a:noFill/>
          </a:ln>
        </p:spPr>
      </p:pic>
      <p:pic>
        <p:nvPicPr>
          <p:cNvPr id="1856" name="Google Shape;1856;g359e0021a59_1_43"/>
          <p:cNvPicPr preferRelativeResize="0"/>
          <p:nvPr/>
        </p:nvPicPr>
        <p:blipFill>
          <a:blip r:embed="rId5">
            <a:alphaModFix/>
          </a:blip>
          <a:stretch>
            <a:fillRect/>
          </a:stretch>
        </p:blipFill>
        <p:spPr>
          <a:xfrm>
            <a:off x="18800" y="0"/>
            <a:ext cx="4472049" cy="2571750"/>
          </a:xfrm>
          <a:prstGeom prst="rect">
            <a:avLst/>
          </a:prstGeom>
          <a:noFill/>
          <a:ln>
            <a:noFill/>
          </a:ln>
        </p:spPr>
      </p:pic>
      <p:pic>
        <p:nvPicPr>
          <p:cNvPr id="1857" name="Google Shape;1857;g359e0021a59_1_43"/>
          <p:cNvPicPr preferRelativeResize="0"/>
          <p:nvPr/>
        </p:nvPicPr>
        <p:blipFill>
          <a:blip r:embed="rId6">
            <a:alphaModFix/>
          </a:blip>
          <a:stretch>
            <a:fillRect/>
          </a:stretch>
        </p:blipFill>
        <p:spPr>
          <a:xfrm>
            <a:off x="18800" y="2571750"/>
            <a:ext cx="9072951" cy="25529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856"/>
                                        </p:tgtEl>
                                        <p:attrNameLst>
                                          <p:attrName>style.visibility</p:attrName>
                                        </p:attrNameLst>
                                      </p:cBhvr>
                                      <p:to>
                                        <p:strVal val="visible"/>
                                      </p:to>
                                    </p:set>
                                    <p:anim calcmode="lin" valueType="num">
                                      <p:cBhvr additive="base">
                                        <p:cTn dur="1000"/>
                                        <p:tgtEl>
                                          <p:spTgt spid="185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855"/>
                                        </p:tgtEl>
                                        <p:attrNameLst>
                                          <p:attrName>style.visibility</p:attrName>
                                        </p:attrNameLst>
                                      </p:cBhvr>
                                      <p:to>
                                        <p:strVal val="visible"/>
                                      </p:to>
                                    </p:set>
                                    <p:anim calcmode="lin" valueType="num">
                                      <p:cBhvr additive="base">
                                        <p:cTn dur="1"/>
                                        <p:tgtEl>
                                          <p:spTgt spid="185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57"/>
                                        </p:tgtEl>
                                        <p:attrNameLst>
                                          <p:attrName>style.visibility</p:attrName>
                                        </p:attrNameLst>
                                      </p:cBhvr>
                                      <p:to>
                                        <p:strVal val="visible"/>
                                      </p:to>
                                    </p:set>
                                    <p:anim calcmode="lin" valueType="num">
                                      <p:cBhvr additive="base">
                                        <p:cTn dur="1000"/>
                                        <p:tgtEl>
                                          <p:spTgt spid="185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1" name="Shape 1861"/>
        <p:cNvGrpSpPr/>
        <p:nvPr/>
      </p:nvGrpSpPr>
      <p:grpSpPr>
        <a:xfrm>
          <a:off x="0" y="0"/>
          <a:ext cx="0" cy="0"/>
          <a:chOff x="0" y="0"/>
          <a:chExt cx="0" cy="0"/>
        </a:xfrm>
      </p:grpSpPr>
      <p:pic>
        <p:nvPicPr>
          <p:cNvPr id="1862" name="Google Shape;1862;g359c69846d0_1_1184"/>
          <p:cNvPicPr preferRelativeResize="0"/>
          <p:nvPr/>
        </p:nvPicPr>
        <p:blipFill rotWithShape="1">
          <a:blip r:embed="rId3">
            <a:alphaModFix/>
          </a:blip>
          <a:srcRect b="7825" l="0" r="0" t="7825"/>
          <a:stretch/>
        </p:blipFill>
        <p:spPr>
          <a:xfrm>
            <a:off x="0" y="0"/>
            <a:ext cx="9144000" cy="5143499"/>
          </a:xfrm>
          <a:prstGeom prst="rect">
            <a:avLst/>
          </a:prstGeom>
          <a:noFill/>
          <a:ln>
            <a:noFill/>
          </a:ln>
        </p:spPr>
      </p:pic>
      <p:sp>
        <p:nvSpPr>
          <p:cNvPr id="1863" name="Google Shape;1863;g359c69846d0_1_1184"/>
          <p:cNvSpPr txBox="1"/>
          <p:nvPr/>
        </p:nvSpPr>
        <p:spPr>
          <a:xfrm>
            <a:off x="2809412" y="1921598"/>
            <a:ext cx="3567600" cy="923400"/>
          </a:xfrm>
          <a:prstGeom prst="rect">
            <a:avLst/>
          </a:prstGeom>
          <a:noFill/>
          <a:ln>
            <a:noFill/>
          </a:ln>
          <a:effectLst>
            <a:outerShdw blurRad="828675" rotWithShape="0" algn="bl" dir="1020000" dist="19050">
              <a:srgbClr val="6CE5E8">
                <a:alpha val="9400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 sz="6000">
                <a:solidFill>
                  <a:schemeClr val="lt1"/>
                </a:solidFill>
                <a:latin typeface="Teko Medium"/>
                <a:ea typeface="Teko Medium"/>
                <a:cs typeface="Teko Medium"/>
                <a:sym typeface="Teko Medium"/>
              </a:rPr>
              <a:t>DARK WEB</a:t>
            </a:r>
            <a:endParaRPr sz="700"/>
          </a:p>
        </p:txBody>
      </p:sp>
      <p:sp>
        <p:nvSpPr>
          <p:cNvPr id="1864" name="Google Shape;1864;g359c69846d0_1_1184"/>
          <p:cNvSpPr txBox="1"/>
          <p:nvPr/>
        </p:nvSpPr>
        <p:spPr>
          <a:xfrm>
            <a:off x="2851909" y="2894159"/>
            <a:ext cx="3440100" cy="2772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lang="en" sz="1800">
                <a:solidFill>
                  <a:srgbClr val="60B3DD"/>
                </a:solidFill>
                <a:latin typeface="Montserrat"/>
                <a:ea typeface="Montserrat"/>
                <a:cs typeface="Montserrat"/>
                <a:sym typeface="Montserrat"/>
              </a:rPr>
              <a:t>EN NUMEROS</a:t>
            </a:r>
            <a:endParaRPr sz="700"/>
          </a:p>
        </p:txBody>
      </p:sp>
      <p:cxnSp>
        <p:nvCxnSpPr>
          <p:cNvPr id="1865" name="Google Shape;1865;g359c69846d0_1_1184"/>
          <p:cNvCxnSpPr/>
          <p:nvPr/>
        </p:nvCxnSpPr>
        <p:spPr>
          <a:xfrm rot="-5412593">
            <a:off x="2667249" y="-679831"/>
            <a:ext cx="3767125" cy="0"/>
          </a:xfrm>
          <a:prstGeom prst="straightConnector1">
            <a:avLst/>
          </a:prstGeom>
          <a:noFill/>
          <a:ln cap="flat" cmpd="sng" w="57150">
            <a:solidFill>
              <a:srgbClr val="41B8D5"/>
            </a:solidFill>
            <a:prstDash val="solid"/>
            <a:round/>
            <a:headEnd len="sm" w="sm" type="none"/>
            <a:tailEnd len="sm" w="sm" type="none"/>
          </a:ln>
        </p:spPr>
      </p:cxnSp>
      <p:cxnSp>
        <p:nvCxnSpPr>
          <p:cNvPr id="1866" name="Google Shape;1866;g359c69846d0_1_1184"/>
          <p:cNvCxnSpPr/>
          <p:nvPr/>
        </p:nvCxnSpPr>
        <p:spPr>
          <a:xfrm rot="-5412593">
            <a:off x="2688479" y="5798302"/>
            <a:ext cx="3767125" cy="0"/>
          </a:xfrm>
          <a:prstGeom prst="straightConnector1">
            <a:avLst/>
          </a:prstGeom>
          <a:noFill/>
          <a:ln cap="flat" cmpd="sng" w="57150">
            <a:solidFill>
              <a:srgbClr val="41B8D5"/>
            </a:solidFill>
            <a:prstDash val="solid"/>
            <a:round/>
            <a:headEnd len="sm" w="sm" type="none"/>
            <a:tailEnd len="sm" w="sm" type="none"/>
          </a:ln>
        </p:spPr>
      </p:cxnSp>
      <p:cxnSp>
        <p:nvCxnSpPr>
          <p:cNvPr id="1867" name="Google Shape;1867;g359c69846d0_1_1184"/>
          <p:cNvCxnSpPr/>
          <p:nvPr/>
        </p:nvCxnSpPr>
        <p:spPr>
          <a:xfrm>
            <a:off x="-1369231" y="2340698"/>
            <a:ext cx="3767100" cy="0"/>
          </a:xfrm>
          <a:prstGeom prst="straightConnector1">
            <a:avLst/>
          </a:prstGeom>
          <a:noFill/>
          <a:ln cap="flat" cmpd="sng" w="57150">
            <a:solidFill>
              <a:srgbClr val="41B8D5"/>
            </a:solidFill>
            <a:prstDash val="solid"/>
            <a:round/>
            <a:headEnd len="sm" w="sm" type="none"/>
            <a:tailEnd len="sm" w="sm" type="none"/>
          </a:ln>
        </p:spPr>
      </p:cxnSp>
      <p:cxnSp>
        <p:nvCxnSpPr>
          <p:cNvPr id="1868" name="Google Shape;1868;g359c69846d0_1_1184"/>
          <p:cNvCxnSpPr/>
          <p:nvPr/>
        </p:nvCxnSpPr>
        <p:spPr>
          <a:xfrm>
            <a:off x="6746069" y="2312123"/>
            <a:ext cx="3767100" cy="0"/>
          </a:xfrm>
          <a:prstGeom prst="straightConnector1">
            <a:avLst/>
          </a:prstGeom>
          <a:noFill/>
          <a:ln cap="flat" cmpd="sng" w="57150">
            <a:solidFill>
              <a:srgbClr val="41B8D5"/>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3"/>
                                        </p:tgtEl>
                                        <p:attrNameLst>
                                          <p:attrName>style.visibility</p:attrName>
                                        </p:attrNameLst>
                                      </p:cBhvr>
                                      <p:to>
                                        <p:strVal val="visible"/>
                                      </p:to>
                                    </p:set>
                                    <p:animEffect filter="fade" transition="in">
                                      <p:cBhvr>
                                        <p:cTn dur="500"/>
                                        <p:tgtEl>
                                          <p:spTgt spid="18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2" name="Shape 1872"/>
        <p:cNvGrpSpPr/>
        <p:nvPr/>
      </p:nvGrpSpPr>
      <p:grpSpPr>
        <a:xfrm>
          <a:off x="0" y="0"/>
          <a:ext cx="0" cy="0"/>
          <a:chOff x="0" y="0"/>
          <a:chExt cx="0" cy="0"/>
        </a:xfrm>
      </p:grpSpPr>
      <p:pic>
        <p:nvPicPr>
          <p:cNvPr id="1873" name="Google Shape;1873;g357c580f6f6_3_115"/>
          <p:cNvPicPr preferRelativeResize="0"/>
          <p:nvPr/>
        </p:nvPicPr>
        <p:blipFill rotWithShape="1">
          <a:blip r:embed="rId3">
            <a:alphaModFix/>
          </a:blip>
          <a:srcRect b="7819" l="0" r="0" t="7828"/>
          <a:stretch/>
        </p:blipFill>
        <p:spPr>
          <a:xfrm>
            <a:off x="-22250" y="0"/>
            <a:ext cx="9144000" cy="5143499"/>
          </a:xfrm>
          <a:prstGeom prst="rect">
            <a:avLst/>
          </a:prstGeom>
          <a:noFill/>
          <a:ln>
            <a:noFill/>
          </a:ln>
        </p:spPr>
      </p:pic>
      <p:pic>
        <p:nvPicPr>
          <p:cNvPr id="1874" name="Google Shape;1874;g357c580f6f6_3_115"/>
          <p:cNvPicPr preferRelativeResize="0"/>
          <p:nvPr/>
        </p:nvPicPr>
        <p:blipFill>
          <a:blip r:embed="rId4">
            <a:alphaModFix/>
          </a:blip>
          <a:stretch>
            <a:fillRect/>
          </a:stretch>
        </p:blipFill>
        <p:spPr>
          <a:xfrm>
            <a:off x="3437450" y="96721"/>
            <a:ext cx="1429669" cy="690775"/>
          </a:xfrm>
          <a:prstGeom prst="rect">
            <a:avLst/>
          </a:prstGeom>
          <a:noFill/>
          <a:ln>
            <a:noFill/>
          </a:ln>
        </p:spPr>
      </p:pic>
      <p:pic>
        <p:nvPicPr>
          <p:cNvPr id="1875" name="Google Shape;1875;g357c580f6f6_3_115"/>
          <p:cNvPicPr preferRelativeResize="0"/>
          <p:nvPr/>
        </p:nvPicPr>
        <p:blipFill>
          <a:blip r:embed="rId5">
            <a:alphaModFix/>
          </a:blip>
          <a:stretch>
            <a:fillRect/>
          </a:stretch>
        </p:blipFill>
        <p:spPr>
          <a:xfrm>
            <a:off x="3437450" y="850550"/>
            <a:ext cx="2144375" cy="690764"/>
          </a:xfrm>
          <a:prstGeom prst="rect">
            <a:avLst/>
          </a:prstGeom>
          <a:noFill/>
          <a:ln>
            <a:noFill/>
          </a:ln>
        </p:spPr>
      </p:pic>
      <p:pic>
        <p:nvPicPr>
          <p:cNvPr id="1876" name="Google Shape;1876;g357c580f6f6_3_115"/>
          <p:cNvPicPr preferRelativeResize="0"/>
          <p:nvPr/>
        </p:nvPicPr>
        <p:blipFill>
          <a:blip r:embed="rId6">
            <a:alphaModFix/>
          </a:blip>
          <a:stretch>
            <a:fillRect/>
          </a:stretch>
        </p:blipFill>
        <p:spPr>
          <a:xfrm>
            <a:off x="5628450" y="850550"/>
            <a:ext cx="2549342" cy="690775"/>
          </a:xfrm>
          <a:prstGeom prst="rect">
            <a:avLst/>
          </a:prstGeom>
          <a:noFill/>
          <a:ln>
            <a:noFill/>
          </a:ln>
        </p:spPr>
      </p:pic>
      <p:pic>
        <p:nvPicPr>
          <p:cNvPr id="1877" name="Google Shape;1877;g357c580f6f6_3_115"/>
          <p:cNvPicPr preferRelativeResize="0"/>
          <p:nvPr/>
        </p:nvPicPr>
        <p:blipFill>
          <a:blip r:embed="rId7">
            <a:alphaModFix/>
          </a:blip>
          <a:stretch>
            <a:fillRect/>
          </a:stretch>
        </p:blipFill>
        <p:spPr>
          <a:xfrm>
            <a:off x="5363225" y="96725"/>
            <a:ext cx="1979976" cy="690775"/>
          </a:xfrm>
          <a:prstGeom prst="rect">
            <a:avLst/>
          </a:prstGeom>
          <a:noFill/>
          <a:ln>
            <a:noFill/>
          </a:ln>
        </p:spPr>
      </p:pic>
      <p:pic>
        <p:nvPicPr>
          <p:cNvPr id="1878" name="Google Shape;1878;g357c580f6f6_3_115"/>
          <p:cNvPicPr preferRelativeResize="0"/>
          <p:nvPr/>
        </p:nvPicPr>
        <p:blipFill>
          <a:blip r:embed="rId8">
            <a:alphaModFix/>
          </a:blip>
          <a:stretch>
            <a:fillRect/>
          </a:stretch>
        </p:blipFill>
        <p:spPr>
          <a:xfrm>
            <a:off x="42900" y="35650"/>
            <a:ext cx="3220875" cy="2091249"/>
          </a:xfrm>
          <a:prstGeom prst="rect">
            <a:avLst/>
          </a:prstGeom>
          <a:noFill/>
          <a:ln>
            <a:noFill/>
          </a:ln>
        </p:spPr>
      </p:pic>
      <p:pic>
        <p:nvPicPr>
          <p:cNvPr id="1879" name="Google Shape;1879;g357c580f6f6_3_115"/>
          <p:cNvPicPr preferRelativeResize="0"/>
          <p:nvPr/>
        </p:nvPicPr>
        <p:blipFill>
          <a:blip r:embed="rId9">
            <a:alphaModFix/>
          </a:blip>
          <a:stretch>
            <a:fillRect/>
          </a:stretch>
        </p:blipFill>
        <p:spPr>
          <a:xfrm>
            <a:off x="69600" y="2166325"/>
            <a:ext cx="3163001" cy="2013700"/>
          </a:xfrm>
          <a:prstGeom prst="rect">
            <a:avLst/>
          </a:prstGeom>
          <a:noFill/>
          <a:ln>
            <a:noFill/>
          </a:ln>
        </p:spPr>
      </p:pic>
      <p:pic>
        <p:nvPicPr>
          <p:cNvPr id="1880" name="Google Shape;1880;g357c580f6f6_3_115"/>
          <p:cNvPicPr preferRelativeResize="0"/>
          <p:nvPr/>
        </p:nvPicPr>
        <p:blipFill>
          <a:blip r:embed="rId10">
            <a:alphaModFix/>
          </a:blip>
          <a:stretch>
            <a:fillRect/>
          </a:stretch>
        </p:blipFill>
        <p:spPr>
          <a:xfrm>
            <a:off x="3330550" y="1628927"/>
            <a:ext cx="3826800" cy="2265875"/>
          </a:xfrm>
          <a:prstGeom prst="rect">
            <a:avLst/>
          </a:prstGeom>
          <a:noFill/>
          <a:ln>
            <a:noFill/>
          </a:ln>
        </p:spPr>
      </p:pic>
      <p:pic>
        <p:nvPicPr>
          <p:cNvPr id="1881" name="Google Shape;1881;g357c580f6f6_3_115"/>
          <p:cNvPicPr preferRelativeResize="0"/>
          <p:nvPr/>
        </p:nvPicPr>
        <p:blipFill>
          <a:blip r:embed="rId11">
            <a:alphaModFix/>
          </a:blip>
          <a:stretch>
            <a:fillRect/>
          </a:stretch>
        </p:blipFill>
        <p:spPr>
          <a:xfrm>
            <a:off x="5717531" y="2511275"/>
            <a:ext cx="3330225" cy="2590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74"/>
                                        </p:tgtEl>
                                        <p:attrNameLst>
                                          <p:attrName>style.visibility</p:attrName>
                                        </p:attrNameLst>
                                      </p:cBhvr>
                                      <p:to>
                                        <p:strVal val="visible"/>
                                      </p:to>
                                    </p:set>
                                    <p:anim calcmode="lin" valueType="num">
                                      <p:cBhvr additive="base">
                                        <p:cTn dur="1000"/>
                                        <p:tgtEl>
                                          <p:spTgt spid="187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877"/>
                                        </p:tgtEl>
                                        <p:attrNameLst>
                                          <p:attrName>style.visibility</p:attrName>
                                        </p:attrNameLst>
                                      </p:cBhvr>
                                      <p:to>
                                        <p:strVal val="visible"/>
                                      </p:to>
                                    </p:set>
                                    <p:anim calcmode="lin" valueType="num">
                                      <p:cBhvr additive="base">
                                        <p:cTn dur="1000"/>
                                        <p:tgtEl>
                                          <p:spTgt spid="187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75"/>
                                        </p:tgtEl>
                                        <p:attrNameLst>
                                          <p:attrName>style.visibility</p:attrName>
                                        </p:attrNameLst>
                                      </p:cBhvr>
                                      <p:to>
                                        <p:strVal val="visible"/>
                                      </p:to>
                                    </p:set>
                                    <p:anim calcmode="lin" valueType="num">
                                      <p:cBhvr additive="base">
                                        <p:cTn dur="1000"/>
                                        <p:tgtEl>
                                          <p:spTgt spid="187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876"/>
                                        </p:tgtEl>
                                        <p:attrNameLst>
                                          <p:attrName>style.visibility</p:attrName>
                                        </p:attrNameLst>
                                      </p:cBhvr>
                                      <p:to>
                                        <p:strVal val="visible"/>
                                      </p:to>
                                    </p:set>
                                    <p:anim calcmode="lin" valueType="num">
                                      <p:cBhvr additive="base">
                                        <p:cTn dur="1000"/>
                                        <p:tgtEl>
                                          <p:spTgt spid="187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78"/>
                                        </p:tgtEl>
                                        <p:attrNameLst>
                                          <p:attrName>style.visibility</p:attrName>
                                        </p:attrNameLst>
                                      </p:cBhvr>
                                      <p:to>
                                        <p:strVal val="visible"/>
                                      </p:to>
                                    </p:set>
                                    <p:anim calcmode="lin" valueType="num">
                                      <p:cBhvr additive="base">
                                        <p:cTn dur="1000"/>
                                        <p:tgtEl>
                                          <p:spTgt spid="187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79"/>
                                        </p:tgtEl>
                                        <p:attrNameLst>
                                          <p:attrName>style.visibility</p:attrName>
                                        </p:attrNameLst>
                                      </p:cBhvr>
                                      <p:to>
                                        <p:strVal val="visible"/>
                                      </p:to>
                                    </p:set>
                                    <p:anim calcmode="lin" valueType="num">
                                      <p:cBhvr additive="base">
                                        <p:cTn dur="1000"/>
                                        <p:tgtEl>
                                          <p:spTgt spid="187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80"/>
                                        </p:tgtEl>
                                        <p:attrNameLst>
                                          <p:attrName>style.visibility</p:attrName>
                                        </p:attrNameLst>
                                      </p:cBhvr>
                                      <p:to>
                                        <p:strVal val="visible"/>
                                      </p:to>
                                    </p:set>
                                    <p:anim calcmode="lin" valueType="num">
                                      <p:cBhvr additive="base">
                                        <p:cTn dur="1000"/>
                                        <p:tgtEl>
                                          <p:spTgt spid="188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881"/>
                                        </p:tgtEl>
                                        <p:attrNameLst>
                                          <p:attrName>style.visibility</p:attrName>
                                        </p:attrNameLst>
                                      </p:cBhvr>
                                      <p:to>
                                        <p:strVal val="visible"/>
                                      </p:to>
                                    </p:set>
                                    <p:anim calcmode="lin" valueType="num">
                                      <p:cBhvr additive="base">
                                        <p:cTn dur="1000"/>
                                        <p:tgtEl>
                                          <p:spTgt spid="188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885" name="Shape 1885"/>
        <p:cNvGrpSpPr/>
        <p:nvPr/>
      </p:nvGrpSpPr>
      <p:grpSpPr>
        <a:xfrm>
          <a:off x="0" y="0"/>
          <a:ext cx="0" cy="0"/>
          <a:chOff x="0" y="0"/>
          <a:chExt cx="0" cy="0"/>
        </a:xfrm>
      </p:grpSpPr>
      <p:pic>
        <p:nvPicPr>
          <p:cNvPr id="1886" name="Google Shape;1886;g357c580f6f6_1_208"/>
          <p:cNvPicPr preferRelativeResize="0"/>
          <p:nvPr/>
        </p:nvPicPr>
        <p:blipFill>
          <a:blip r:embed="rId3">
            <a:alphaModFix/>
          </a:blip>
          <a:stretch>
            <a:fillRect/>
          </a:stretch>
        </p:blipFill>
        <p:spPr>
          <a:xfrm>
            <a:off x="-206737" y="-29563"/>
            <a:ext cx="9554524" cy="5318439"/>
          </a:xfrm>
          <a:prstGeom prst="rect">
            <a:avLst/>
          </a:prstGeom>
          <a:noFill/>
          <a:ln>
            <a:noFill/>
          </a:ln>
        </p:spPr>
      </p:pic>
      <p:pic>
        <p:nvPicPr>
          <p:cNvPr id="1887" name="Google Shape;1887;g357c580f6f6_1_208" title="ESTADO.png"/>
          <p:cNvPicPr preferRelativeResize="0"/>
          <p:nvPr/>
        </p:nvPicPr>
        <p:blipFill>
          <a:blip r:embed="rId4">
            <a:alphaModFix/>
          </a:blip>
          <a:stretch>
            <a:fillRect/>
          </a:stretch>
        </p:blipFill>
        <p:spPr>
          <a:xfrm>
            <a:off x="1662925" y="282950"/>
            <a:ext cx="6118349" cy="4693399"/>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891" name="Shape 1891"/>
        <p:cNvGrpSpPr/>
        <p:nvPr/>
      </p:nvGrpSpPr>
      <p:grpSpPr>
        <a:xfrm>
          <a:off x="0" y="0"/>
          <a:ext cx="0" cy="0"/>
          <a:chOff x="0" y="0"/>
          <a:chExt cx="0" cy="0"/>
        </a:xfrm>
      </p:grpSpPr>
      <p:pic>
        <p:nvPicPr>
          <p:cNvPr id="1892" name="Google Shape;1892;g35251cc313b_0_2437"/>
          <p:cNvPicPr preferRelativeResize="0"/>
          <p:nvPr/>
        </p:nvPicPr>
        <p:blipFill>
          <a:blip r:embed="rId3">
            <a:alphaModFix/>
          </a:blip>
          <a:stretch>
            <a:fillRect/>
          </a:stretch>
        </p:blipFill>
        <p:spPr>
          <a:xfrm>
            <a:off x="-203783" y="-90525"/>
            <a:ext cx="9554524" cy="5318439"/>
          </a:xfrm>
          <a:prstGeom prst="rect">
            <a:avLst/>
          </a:prstGeom>
          <a:noFill/>
          <a:ln>
            <a:noFill/>
          </a:ln>
        </p:spPr>
      </p:pic>
      <p:sp>
        <p:nvSpPr>
          <p:cNvPr id="1893" name="Google Shape;1893;g35251cc313b_0_2437"/>
          <p:cNvSpPr txBox="1"/>
          <p:nvPr/>
        </p:nvSpPr>
        <p:spPr>
          <a:xfrm>
            <a:off x="4856075" y="194150"/>
            <a:ext cx="3480000" cy="9234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 sz="6000">
                <a:solidFill>
                  <a:srgbClr val="FFFFFF"/>
                </a:solidFill>
                <a:latin typeface="Teko"/>
                <a:ea typeface="Teko"/>
                <a:cs typeface="Teko"/>
                <a:sym typeface="Teko"/>
              </a:rPr>
              <a:t>Rol del Estado</a:t>
            </a:r>
            <a:endParaRPr sz="700"/>
          </a:p>
        </p:txBody>
      </p:sp>
      <p:sp>
        <p:nvSpPr>
          <p:cNvPr id="1894" name="Google Shape;1894;g35251cc313b_0_2437"/>
          <p:cNvSpPr txBox="1"/>
          <p:nvPr/>
        </p:nvSpPr>
        <p:spPr>
          <a:xfrm>
            <a:off x="4779875" y="1089500"/>
            <a:ext cx="4232700" cy="558600"/>
          </a:xfrm>
          <a:prstGeom prst="rect">
            <a:avLst/>
          </a:prstGeom>
          <a:noFill/>
          <a:ln>
            <a:noFill/>
          </a:ln>
        </p:spPr>
        <p:txBody>
          <a:bodyPr anchorCtr="0" anchor="t" bIns="0" lIns="0" spcFirstLastPara="1" rIns="0" wrap="square" tIns="0">
            <a:spAutoFit/>
          </a:bodyPr>
          <a:lstStyle/>
          <a:p>
            <a:pPr indent="0" lvl="1" marL="0" marR="0" rtl="0" algn="l">
              <a:lnSpc>
                <a:spcPct val="115000"/>
              </a:lnSpc>
              <a:spcBef>
                <a:spcPts val="0"/>
              </a:spcBef>
              <a:spcAft>
                <a:spcPts val="0"/>
              </a:spcAft>
              <a:buNone/>
            </a:pPr>
            <a:r>
              <a:rPr lang="en" sz="1100">
                <a:solidFill>
                  <a:srgbClr val="FFFFFF"/>
                </a:solidFill>
                <a:latin typeface="Montserrat"/>
                <a:ea typeface="Montserrat"/>
                <a:cs typeface="Montserrat"/>
                <a:sym typeface="Montserrat"/>
              </a:rPr>
              <a:t>Pese al concepto de la privacidad en la DarkWeb, los gobiernos han desarrollado capacidades de vigilancia digital para:</a:t>
            </a:r>
            <a:endParaRPr sz="1100">
              <a:solidFill>
                <a:srgbClr val="FFFFFF"/>
              </a:solidFill>
              <a:latin typeface="Montserrat"/>
              <a:ea typeface="Montserrat"/>
              <a:cs typeface="Montserrat"/>
              <a:sym typeface="Montserrat"/>
            </a:endParaRPr>
          </a:p>
        </p:txBody>
      </p:sp>
      <p:pic>
        <p:nvPicPr>
          <p:cNvPr id="1895" name="Google Shape;1895;g35251cc313b_0_2437"/>
          <p:cNvPicPr preferRelativeResize="0"/>
          <p:nvPr/>
        </p:nvPicPr>
        <p:blipFill>
          <a:blip r:embed="rId4">
            <a:alphaModFix/>
          </a:blip>
          <a:stretch>
            <a:fillRect/>
          </a:stretch>
        </p:blipFill>
        <p:spPr>
          <a:xfrm>
            <a:off x="144922" y="428750"/>
            <a:ext cx="4535374" cy="2574925"/>
          </a:xfrm>
          <a:prstGeom prst="rect">
            <a:avLst/>
          </a:prstGeom>
          <a:noFill/>
          <a:ln>
            <a:noFill/>
          </a:ln>
        </p:spPr>
      </p:pic>
      <p:sp>
        <p:nvSpPr>
          <p:cNvPr id="1896" name="Google Shape;1896;g35251cc313b_0_2437"/>
          <p:cNvSpPr txBox="1"/>
          <p:nvPr/>
        </p:nvSpPr>
        <p:spPr>
          <a:xfrm>
            <a:off x="4932275" y="3756500"/>
            <a:ext cx="4232700" cy="948300"/>
          </a:xfrm>
          <a:prstGeom prst="rect">
            <a:avLst/>
          </a:prstGeom>
          <a:noFill/>
          <a:ln>
            <a:noFill/>
          </a:ln>
        </p:spPr>
        <p:txBody>
          <a:bodyPr anchorCtr="0" anchor="t" bIns="0" lIns="0" spcFirstLastPara="1" rIns="0" wrap="square" tIns="0">
            <a:spAutoFit/>
          </a:bodyPr>
          <a:lstStyle/>
          <a:p>
            <a:pPr indent="0" lvl="1"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a:p>
            <a:pPr indent="0" lvl="1"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a:p>
            <a:pPr indent="0" lvl="1"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a:p>
            <a:pPr indent="0" lvl="1"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a:p>
            <a:pPr indent="0" lvl="1"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p:txBody>
      </p:sp>
      <p:sp>
        <p:nvSpPr>
          <p:cNvPr id="1897" name="Google Shape;1897;g35251cc313b_0_2437"/>
          <p:cNvSpPr txBox="1"/>
          <p:nvPr/>
        </p:nvSpPr>
        <p:spPr>
          <a:xfrm>
            <a:off x="4779875" y="1775300"/>
            <a:ext cx="4232700" cy="1692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0"/>
              </a:spcBef>
              <a:spcAft>
                <a:spcPts val="0"/>
              </a:spcAft>
              <a:buClr>
                <a:schemeClr val="lt1"/>
              </a:buClr>
              <a:buSzPts val="1100"/>
              <a:buFont typeface="Montserrat"/>
              <a:buChar char="●"/>
            </a:pPr>
            <a:r>
              <a:rPr lang="en" sz="1100">
                <a:solidFill>
                  <a:schemeClr val="lt1"/>
                </a:solidFill>
                <a:latin typeface="Montserrat"/>
                <a:ea typeface="Montserrat"/>
                <a:cs typeface="Montserrat"/>
                <a:sym typeface="Montserrat"/>
              </a:rPr>
              <a:t>Identificar a operadores de sitios ilegales.</a:t>
            </a:r>
            <a:endParaRPr sz="1100">
              <a:solidFill>
                <a:srgbClr val="FFFFFF"/>
              </a:solidFill>
              <a:latin typeface="Montserrat"/>
              <a:ea typeface="Montserrat"/>
              <a:cs typeface="Montserrat"/>
              <a:sym typeface="Montserrat"/>
            </a:endParaRPr>
          </a:p>
        </p:txBody>
      </p:sp>
      <p:sp>
        <p:nvSpPr>
          <p:cNvPr id="1898" name="Google Shape;1898;g35251cc313b_0_2437"/>
          <p:cNvSpPr txBox="1"/>
          <p:nvPr/>
        </p:nvSpPr>
        <p:spPr>
          <a:xfrm>
            <a:off x="4779875" y="2003900"/>
            <a:ext cx="4232700" cy="1692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0"/>
              </a:spcBef>
              <a:spcAft>
                <a:spcPts val="0"/>
              </a:spcAft>
              <a:buClr>
                <a:schemeClr val="lt1"/>
              </a:buClr>
              <a:buSzPts val="1100"/>
              <a:buFont typeface="Montserrat"/>
              <a:buChar char="●"/>
            </a:pPr>
            <a:r>
              <a:rPr lang="en" sz="1100">
                <a:solidFill>
                  <a:schemeClr val="lt1"/>
                </a:solidFill>
                <a:latin typeface="Montserrat"/>
                <a:ea typeface="Montserrat"/>
                <a:cs typeface="Montserrat"/>
                <a:sym typeface="Montserrat"/>
              </a:rPr>
              <a:t>Infiltrar foros criminales.</a:t>
            </a:r>
            <a:endParaRPr sz="1100">
              <a:solidFill>
                <a:schemeClr val="lt1"/>
              </a:solidFill>
              <a:latin typeface="Montserrat"/>
              <a:ea typeface="Montserrat"/>
              <a:cs typeface="Montserrat"/>
              <a:sym typeface="Montserrat"/>
            </a:endParaRPr>
          </a:p>
        </p:txBody>
      </p:sp>
      <p:sp>
        <p:nvSpPr>
          <p:cNvPr id="1899" name="Google Shape;1899;g35251cc313b_0_2437"/>
          <p:cNvSpPr txBox="1"/>
          <p:nvPr/>
        </p:nvSpPr>
        <p:spPr>
          <a:xfrm>
            <a:off x="4779875" y="2232500"/>
            <a:ext cx="4232700" cy="1692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0"/>
              </a:spcBef>
              <a:spcAft>
                <a:spcPts val="0"/>
              </a:spcAft>
              <a:buClr>
                <a:schemeClr val="lt1"/>
              </a:buClr>
              <a:buSzPts val="1100"/>
              <a:buFont typeface="Montserrat"/>
              <a:buChar char="●"/>
            </a:pPr>
            <a:r>
              <a:rPr lang="en" sz="1100">
                <a:solidFill>
                  <a:schemeClr val="lt1"/>
                </a:solidFill>
                <a:latin typeface="Montserrat"/>
                <a:ea typeface="Montserrat"/>
                <a:cs typeface="Montserrat"/>
                <a:sym typeface="Montserrat"/>
              </a:rPr>
              <a:t>Rastrear transacciones (incluso en criptomonedas).</a:t>
            </a:r>
            <a:endParaRPr sz="1100">
              <a:solidFill>
                <a:schemeClr val="lt1"/>
              </a:solidFill>
              <a:latin typeface="Montserrat"/>
              <a:ea typeface="Montserrat"/>
              <a:cs typeface="Montserrat"/>
              <a:sym typeface="Montserrat"/>
            </a:endParaRPr>
          </a:p>
        </p:txBody>
      </p:sp>
      <p:sp>
        <p:nvSpPr>
          <p:cNvPr id="1900" name="Google Shape;1900;g35251cc313b_0_2437"/>
          <p:cNvSpPr txBox="1"/>
          <p:nvPr/>
        </p:nvSpPr>
        <p:spPr>
          <a:xfrm>
            <a:off x="4779875" y="2461100"/>
            <a:ext cx="4232700" cy="1692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0"/>
              </a:spcBef>
              <a:spcAft>
                <a:spcPts val="0"/>
              </a:spcAft>
              <a:buClr>
                <a:schemeClr val="lt1"/>
              </a:buClr>
              <a:buSzPts val="1100"/>
              <a:buFont typeface="Montserrat"/>
              <a:buChar char="●"/>
            </a:pPr>
            <a:r>
              <a:rPr lang="en" sz="1100">
                <a:solidFill>
                  <a:schemeClr val="lt1"/>
                </a:solidFill>
                <a:latin typeface="Montserrat"/>
                <a:ea typeface="Montserrat"/>
                <a:cs typeface="Montserrat"/>
                <a:sym typeface="Montserrat"/>
              </a:rPr>
              <a:t>Recolectar inteligencia para operaciones judiciales.</a:t>
            </a:r>
            <a:endParaRPr sz="1100">
              <a:solidFill>
                <a:schemeClr val="lt1"/>
              </a:solidFill>
              <a:latin typeface="Montserrat"/>
              <a:ea typeface="Montserrat"/>
              <a:cs typeface="Montserrat"/>
              <a:sym typeface="Montserrat"/>
            </a:endParaRPr>
          </a:p>
        </p:txBody>
      </p:sp>
      <p:sp>
        <p:nvSpPr>
          <p:cNvPr id="1901" name="Google Shape;1901;g35251cc313b_0_2437"/>
          <p:cNvSpPr txBox="1"/>
          <p:nvPr/>
        </p:nvSpPr>
        <p:spPr>
          <a:xfrm>
            <a:off x="207875" y="3146900"/>
            <a:ext cx="7887600" cy="363900"/>
          </a:xfrm>
          <a:prstGeom prst="rect">
            <a:avLst/>
          </a:prstGeom>
          <a:noFill/>
          <a:ln>
            <a:noFill/>
          </a:ln>
        </p:spPr>
        <p:txBody>
          <a:bodyPr anchorCtr="0" anchor="t" bIns="0" lIns="0" spcFirstLastPara="1" rIns="0" wrap="square" tIns="0">
            <a:spAutoFit/>
          </a:bodyPr>
          <a:lstStyle/>
          <a:p>
            <a:pPr indent="0" lvl="1" marL="0" marR="0" rtl="0" algn="just">
              <a:lnSpc>
                <a:spcPct val="115000"/>
              </a:lnSpc>
              <a:spcBef>
                <a:spcPts val="0"/>
              </a:spcBef>
              <a:spcAft>
                <a:spcPts val="0"/>
              </a:spcAft>
              <a:buNone/>
            </a:pPr>
            <a:r>
              <a:rPr lang="en" sz="1100">
                <a:solidFill>
                  <a:srgbClr val="FFFFFF"/>
                </a:solidFill>
                <a:latin typeface="Montserrat"/>
                <a:ea typeface="Montserrat"/>
                <a:cs typeface="Montserrat"/>
                <a:sym typeface="Montserrat"/>
              </a:rPr>
              <a:t>Cuando se </a:t>
            </a:r>
            <a:r>
              <a:rPr lang="en" sz="1100">
                <a:solidFill>
                  <a:srgbClr val="FFFFFF"/>
                </a:solidFill>
                <a:latin typeface="Montserrat"/>
                <a:ea typeface="Montserrat"/>
                <a:cs typeface="Montserrat"/>
                <a:sym typeface="Montserrat"/>
              </a:rPr>
              <a:t>reúne</a:t>
            </a:r>
            <a:r>
              <a:rPr lang="en" sz="1100">
                <a:solidFill>
                  <a:srgbClr val="FFFFFF"/>
                </a:solidFill>
                <a:latin typeface="Montserrat"/>
                <a:ea typeface="Montserrat"/>
                <a:cs typeface="Montserrat"/>
                <a:sym typeface="Montserrat"/>
              </a:rPr>
              <a:t> la suficiente evidencia, las agencias disponen</a:t>
            </a:r>
            <a:endParaRPr sz="1100">
              <a:solidFill>
                <a:srgbClr val="FFFFFF"/>
              </a:solidFill>
              <a:latin typeface="Montserrat"/>
              <a:ea typeface="Montserrat"/>
              <a:cs typeface="Montserrat"/>
              <a:sym typeface="Montserrat"/>
            </a:endParaRPr>
          </a:p>
          <a:p>
            <a:pPr indent="0" lvl="1" marL="0" marR="0" rtl="0" algn="just">
              <a:lnSpc>
                <a:spcPct val="115000"/>
              </a:lnSpc>
              <a:spcBef>
                <a:spcPts val="0"/>
              </a:spcBef>
              <a:spcAft>
                <a:spcPts val="0"/>
              </a:spcAft>
              <a:buNone/>
            </a:pPr>
            <a:r>
              <a:rPr lang="en" sz="1100">
                <a:solidFill>
                  <a:srgbClr val="FFFFFF"/>
                </a:solidFill>
                <a:latin typeface="Montserrat"/>
                <a:ea typeface="Montserrat"/>
                <a:cs typeface="Montserrat"/>
                <a:sym typeface="Montserrat"/>
              </a:rPr>
              <a:t>de  capacidades para de Desmantelamiento y Takedown de Servicios: </a:t>
            </a:r>
            <a:endParaRPr sz="1100">
              <a:solidFill>
                <a:srgbClr val="FFFFFF"/>
              </a:solidFill>
              <a:latin typeface="Montserrat"/>
              <a:ea typeface="Montserrat"/>
              <a:cs typeface="Montserrat"/>
              <a:sym typeface="Montserrat"/>
            </a:endParaRPr>
          </a:p>
        </p:txBody>
      </p:sp>
      <p:sp>
        <p:nvSpPr>
          <p:cNvPr id="1902" name="Google Shape;1902;g35251cc313b_0_2437"/>
          <p:cNvSpPr txBox="1"/>
          <p:nvPr/>
        </p:nvSpPr>
        <p:spPr>
          <a:xfrm>
            <a:off x="131675" y="3604100"/>
            <a:ext cx="4440300" cy="1692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0"/>
              </a:spcBef>
              <a:spcAft>
                <a:spcPts val="0"/>
              </a:spcAft>
              <a:buClr>
                <a:schemeClr val="lt1"/>
              </a:buClr>
              <a:buSzPts val="1100"/>
              <a:buFont typeface="Montserrat"/>
              <a:buChar char="●"/>
            </a:pPr>
            <a:r>
              <a:rPr lang="en" sz="1100">
                <a:solidFill>
                  <a:schemeClr val="lt1"/>
                </a:solidFill>
                <a:latin typeface="Montserrat"/>
                <a:ea typeface="Montserrat"/>
                <a:cs typeface="Montserrat"/>
                <a:sym typeface="Montserrat"/>
              </a:rPr>
              <a:t>Ejecutar operaciones conjuntas para arrestar operadores.</a:t>
            </a:r>
            <a:endParaRPr sz="1100">
              <a:solidFill>
                <a:schemeClr val="lt1"/>
              </a:solidFill>
              <a:latin typeface="Montserrat"/>
              <a:ea typeface="Montserrat"/>
              <a:cs typeface="Montserrat"/>
              <a:sym typeface="Montserrat"/>
            </a:endParaRPr>
          </a:p>
        </p:txBody>
      </p:sp>
      <p:sp>
        <p:nvSpPr>
          <p:cNvPr id="1903" name="Google Shape;1903;g35251cc313b_0_2437"/>
          <p:cNvSpPr txBox="1"/>
          <p:nvPr/>
        </p:nvSpPr>
        <p:spPr>
          <a:xfrm>
            <a:off x="131675" y="3908900"/>
            <a:ext cx="4440300" cy="3639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0"/>
              </a:spcBef>
              <a:spcAft>
                <a:spcPts val="0"/>
              </a:spcAft>
              <a:buClr>
                <a:schemeClr val="lt1"/>
              </a:buClr>
              <a:buSzPts val="1100"/>
              <a:buFont typeface="Montserrat"/>
              <a:buChar char="●"/>
            </a:pPr>
            <a:r>
              <a:rPr lang="en" sz="1100">
                <a:solidFill>
                  <a:schemeClr val="lt1"/>
                </a:solidFill>
                <a:latin typeface="Montserrat"/>
                <a:ea typeface="Montserrat"/>
                <a:cs typeface="Montserrat"/>
                <a:sym typeface="Montserrat"/>
              </a:rPr>
              <a:t>Cerrar servidores físicos (a veces ubicados en diferentes países).</a:t>
            </a:r>
            <a:endParaRPr sz="1100">
              <a:solidFill>
                <a:schemeClr val="lt1"/>
              </a:solidFill>
              <a:latin typeface="Montserrat"/>
              <a:ea typeface="Montserrat"/>
              <a:cs typeface="Montserrat"/>
              <a:sym typeface="Montserrat"/>
            </a:endParaRPr>
          </a:p>
        </p:txBody>
      </p:sp>
      <p:sp>
        <p:nvSpPr>
          <p:cNvPr id="1904" name="Google Shape;1904;g35251cc313b_0_2437"/>
          <p:cNvSpPr txBox="1"/>
          <p:nvPr/>
        </p:nvSpPr>
        <p:spPr>
          <a:xfrm>
            <a:off x="131675" y="4366100"/>
            <a:ext cx="4440300" cy="1692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0"/>
              </a:spcBef>
              <a:spcAft>
                <a:spcPts val="0"/>
              </a:spcAft>
              <a:buClr>
                <a:schemeClr val="lt1"/>
              </a:buClr>
              <a:buSzPts val="1100"/>
              <a:buFont typeface="Montserrat"/>
              <a:buChar char="●"/>
            </a:pPr>
            <a:r>
              <a:rPr lang="en" sz="1100">
                <a:solidFill>
                  <a:schemeClr val="lt1"/>
                </a:solidFill>
                <a:latin typeface="Montserrat"/>
                <a:ea typeface="Montserrat"/>
                <a:cs typeface="Montserrat"/>
                <a:sym typeface="Montserrat"/>
              </a:rPr>
              <a:t>Confiscar criptomonedas.</a:t>
            </a:r>
            <a:endParaRPr sz="1100">
              <a:solidFill>
                <a:schemeClr val="lt1"/>
              </a:solidFill>
              <a:latin typeface="Montserrat"/>
              <a:ea typeface="Montserrat"/>
              <a:cs typeface="Montserrat"/>
              <a:sym typeface="Montserrat"/>
            </a:endParaRPr>
          </a:p>
        </p:txBody>
      </p:sp>
      <p:sp>
        <p:nvSpPr>
          <p:cNvPr id="1905" name="Google Shape;1905;g35251cc313b_0_2437"/>
          <p:cNvSpPr txBox="1"/>
          <p:nvPr/>
        </p:nvSpPr>
        <p:spPr>
          <a:xfrm>
            <a:off x="131675" y="4670900"/>
            <a:ext cx="4440300" cy="1692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0"/>
              </a:spcBef>
              <a:spcAft>
                <a:spcPts val="0"/>
              </a:spcAft>
              <a:buClr>
                <a:schemeClr val="lt1"/>
              </a:buClr>
              <a:buSzPts val="1100"/>
              <a:buFont typeface="Montserrat"/>
              <a:buChar char="●"/>
            </a:pPr>
            <a:r>
              <a:rPr lang="en" sz="1100">
                <a:solidFill>
                  <a:schemeClr val="lt1"/>
                </a:solidFill>
                <a:latin typeface="Montserrat"/>
                <a:ea typeface="Montserrat"/>
                <a:cs typeface="Montserrat"/>
                <a:sym typeface="Montserrat"/>
              </a:rPr>
              <a:t>Infectar redes con malware de vigilancia. </a:t>
            </a:r>
            <a:endParaRPr sz="1100">
              <a:solidFill>
                <a:schemeClr val="lt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894"/>
                                        </p:tgtEl>
                                        <p:attrNameLst>
                                          <p:attrName>style.visibility</p:attrName>
                                        </p:attrNameLst>
                                      </p:cBhvr>
                                      <p:to>
                                        <p:strVal val="visible"/>
                                      </p:to>
                                    </p:set>
                                    <p:anim calcmode="lin" valueType="num">
                                      <p:cBhvr additive="base">
                                        <p:cTn dur="1000"/>
                                        <p:tgtEl>
                                          <p:spTgt spid="189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97"/>
                                        </p:tgtEl>
                                        <p:attrNameLst>
                                          <p:attrName>style.visibility</p:attrName>
                                        </p:attrNameLst>
                                      </p:cBhvr>
                                      <p:to>
                                        <p:strVal val="visible"/>
                                      </p:to>
                                    </p:set>
                                    <p:anim calcmode="lin" valueType="num">
                                      <p:cBhvr additive="base">
                                        <p:cTn dur="1000"/>
                                        <p:tgtEl>
                                          <p:spTgt spid="189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98"/>
                                        </p:tgtEl>
                                        <p:attrNameLst>
                                          <p:attrName>style.visibility</p:attrName>
                                        </p:attrNameLst>
                                      </p:cBhvr>
                                      <p:to>
                                        <p:strVal val="visible"/>
                                      </p:to>
                                    </p:set>
                                    <p:anim calcmode="lin" valueType="num">
                                      <p:cBhvr additive="base">
                                        <p:cTn dur="1000"/>
                                        <p:tgtEl>
                                          <p:spTgt spid="189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99"/>
                                        </p:tgtEl>
                                        <p:attrNameLst>
                                          <p:attrName>style.visibility</p:attrName>
                                        </p:attrNameLst>
                                      </p:cBhvr>
                                      <p:to>
                                        <p:strVal val="visible"/>
                                      </p:to>
                                    </p:set>
                                    <p:anim calcmode="lin" valueType="num">
                                      <p:cBhvr additive="base">
                                        <p:cTn dur="1000"/>
                                        <p:tgtEl>
                                          <p:spTgt spid="189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00"/>
                                        </p:tgtEl>
                                        <p:attrNameLst>
                                          <p:attrName>style.visibility</p:attrName>
                                        </p:attrNameLst>
                                      </p:cBhvr>
                                      <p:to>
                                        <p:strVal val="visible"/>
                                      </p:to>
                                    </p:set>
                                    <p:anim calcmode="lin" valueType="num">
                                      <p:cBhvr additive="base">
                                        <p:cTn dur="1000"/>
                                        <p:tgtEl>
                                          <p:spTgt spid="190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01"/>
                                        </p:tgtEl>
                                        <p:attrNameLst>
                                          <p:attrName>style.visibility</p:attrName>
                                        </p:attrNameLst>
                                      </p:cBhvr>
                                      <p:to>
                                        <p:strVal val="visible"/>
                                      </p:to>
                                    </p:set>
                                    <p:anim calcmode="lin" valueType="num">
                                      <p:cBhvr additive="base">
                                        <p:cTn dur="1000"/>
                                        <p:tgtEl>
                                          <p:spTgt spid="190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02"/>
                                        </p:tgtEl>
                                        <p:attrNameLst>
                                          <p:attrName>style.visibility</p:attrName>
                                        </p:attrNameLst>
                                      </p:cBhvr>
                                      <p:to>
                                        <p:strVal val="visible"/>
                                      </p:to>
                                    </p:set>
                                    <p:anim calcmode="lin" valueType="num">
                                      <p:cBhvr additive="base">
                                        <p:cTn dur="1000"/>
                                        <p:tgtEl>
                                          <p:spTgt spid="190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03"/>
                                        </p:tgtEl>
                                        <p:attrNameLst>
                                          <p:attrName>style.visibility</p:attrName>
                                        </p:attrNameLst>
                                      </p:cBhvr>
                                      <p:to>
                                        <p:strVal val="visible"/>
                                      </p:to>
                                    </p:set>
                                    <p:anim calcmode="lin" valueType="num">
                                      <p:cBhvr additive="base">
                                        <p:cTn dur="1000"/>
                                        <p:tgtEl>
                                          <p:spTgt spid="190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04"/>
                                        </p:tgtEl>
                                        <p:attrNameLst>
                                          <p:attrName>style.visibility</p:attrName>
                                        </p:attrNameLst>
                                      </p:cBhvr>
                                      <p:to>
                                        <p:strVal val="visible"/>
                                      </p:to>
                                    </p:set>
                                    <p:anim calcmode="lin" valueType="num">
                                      <p:cBhvr additive="base">
                                        <p:cTn dur="1000"/>
                                        <p:tgtEl>
                                          <p:spTgt spid="190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05"/>
                                        </p:tgtEl>
                                        <p:attrNameLst>
                                          <p:attrName>style.visibility</p:attrName>
                                        </p:attrNameLst>
                                      </p:cBhvr>
                                      <p:to>
                                        <p:strVal val="visible"/>
                                      </p:to>
                                    </p:set>
                                    <p:anim calcmode="lin" valueType="num">
                                      <p:cBhvr additive="base">
                                        <p:cTn dur="1000"/>
                                        <p:tgtEl>
                                          <p:spTgt spid="190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909" name="Shape 1909"/>
        <p:cNvGrpSpPr/>
        <p:nvPr/>
      </p:nvGrpSpPr>
      <p:grpSpPr>
        <a:xfrm>
          <a:off x="0" y="0"/>
          <a:ext cx="0" cy="0"/>
          <a:chOff x="0" y="0"/>
          <a:chExt cx="0" cy="0"/>
        </a:xfrm>
      </p:grpSpPr>
      <p:pic>
        <p:nvPicPr>
          <p:cNvPr id="1910" name="Google Shape;1910;g359e0021a59_0_14"/>
          <p:cNvPicPr preferRelativeResize="0"/>
          <p:nvPr/>
        </p:nvPicPr>
        <p:blipFill>
          <a:blip r:embed="rId3">
            <a:alphaModFix/>
          </a:blip>
          <a:stretch>
            <a:fillRect/>
          </a:stretch>
        </p:blipFill>
        <p:spPr>
          <a:xfrm>
            <a:off x="-203783" y="-90525"/>
            <a:ext cx="9554524" cy="5318439"/>
          </a:xfrm>
          <a:prstGeom prst="rect">
            <a:avLst/>
          </a:prstGeom>
          <a:noFill/>
          <a:ln>
            <a:noFill/>
          </a:ln>
        </p:spPr>
      </p:pic>
      <p:sp>
        <p:nvSpPr>
          <p:cNvPr id="1911" name="Google Shape;1911;g359e0021a59_0_14"/>
          <p:cNvSpPr txBox="1"/>
          <p:nvPr/>
        </p:nvSpPr>
        <p:spPr>
          <a:xfrm>
            <a:off x="4856075" y="194150"/>
            <a:ext cx="3480000" cy="9234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 sz="6000">
                <a:solidFill>
                  <a:srgbClr val="FFFFFF"/>
                </a:solidFill>
                <a:latin typeface="Teko"/>
                <a:ea typeface="Teko"/>
                <a:cs typeface="Teko"/>
                <a:sym typeface="Teko"/>
              </a:rPr>
              <a:t>Rol del Estado</a:t>
            </a:r>
            <a:endParaRPr sz="700"/>
          </a:p>
        </p:txBody>
      </p:sp>
      <p:sp>
        <p:nvSpPr>
          <p:cNvPr id="1912" name="Google Shape;1912;g359e0021a59_0_14"/>
          <p:cNvSpPr txBox="1"/>
          <p:nvPr/>
        </p:nvSpPr>
        <p:spPr>
          <a:xfrm>
            <a:off x="4779875" y="1089500"/>
            <a:ext cx="4232700" cy="558600"/>
          </a:xfrm>
          <a:prstGeom prst="rect">
            <a:avLst/>
          </a:prstGeom>
          <a:noFill/>
          <a:ln>
            <a:noFill/>
          </a:ln>
        </p:spPr>
        <p:txBody>
          <a:bodyPr anchorCtr="0" anchor="t" bIns="0" lIns="0" spcFirstLastPara="1" rIns="0" wrap="square" tIns="0">
            <a:spAutoFit/>
          </a:bodyPr>
          <a:lstStyle/>
          <a:p>
            <a:pPr indent="0" lvl="1" marL="0" marR="0" rtl="0" algn="l">
              <a:lnSpc>
                <a:spcPct val="115000"/>
              </a:lnSpc>
              <a:spcBef>
                <a:spcPts val="0"/>
              </a:spcBef>
              <a:spcAft>
                <a:spcPts val="0"/>
              </a:spcAft>
              <a:buNone/>
            </a:pPr>
            <a:r>
              <a:rPr lang="en" sz="1100">
                <a:solidFill>
                  <a:srgbClr val="FFFFFF"/>
                </a:solidFill>
                <a:latin typeface="Montserrat"/>
                <a:ea typeface="Montserrat"/>
                <a:cs typeface="Montserrat"/>
                <a:sym typeface="Montserrat"/>
              </a:rPr>
              <a:t>Pese al concepto de la privacidad en la DarkWeb, los gobiernos han desarrollado capacidades de vigilancia digital para:</a:t>
            </a:r>
            <a:endParaRPr sz="1100">
              <a:solidFill>
                <a:srgbClr val="FFFFFF"/>
              </a:solidFill>
              <a:latin typeface="Montserrat"/>
              <a:ea typeface="Montserrat"/>
              <a:cs typeface="Montserrat"/>
              <a:sym typeface="Montserrat"/>
            </a:endParaRPr>
          </a:p>
        </p:txBody>
      </p:sp>
      <p:pic>
        <p:nvPicPr>
          <p:cNvPr id="1913" name="Google Shape;1913;g359e0021a59_0_14"/>
          <p:cNvPicPr preferRelativeResize="0"/>
          <p:nvPr/>
        </p:nvPicPr>
        <p:blipFill>
          <a:blip r:embed="rId4">
            <a:alphaModFix/>
          </a:blip>
          <a:stretch>
            <a:fillRect/>
          </a:stretch>
        </p:blipFill>
        <p:spPr>
          <a:xfrm>
            <a:off x="144922" y="428750"/>
            <a:ext cx="4535374" cy="2574925"/>
          </a:xfrm>
          <a:prstGeom prst="rect">
            <a:avLst/>
          </a:prstGeom>
          <a:noFill/>
          <a:ln>
            <a:noFill/>
          </a:ln>
        </p:spPr>
      </p:pic>
      <p:sp>
        <p:nvSpPr>
          <p:cNvPr id="1914" name="Google Shape;1914;g359e0021a59_0_14"/>
          <p:cNvSpPr txBox="1"/>
          <p:nvPr/>
        </p:nvSpPr>
        <p:spPr>
          <a:xfrm>
            <a:off x="4932275" y="3756500"/>
            <a:ext cx="4232700" cy="948300"/>
          </a:xfrm>
          <a:prstGeom prst="rect">
            <a:avLst/>
          </a:prstGeom>
          <a:noFill/>
          <a:ln>
            <a:noFill/>
          </a:ln>
        </p:spPr>
        <p:txBody>
          <a:bodyPr anchorCtr="0" anchor="t" bIns="0" lIns="0" spcFirstLastPara="1" rIns="0" wrap="square" tIns="0">
            <a:spAutoFit/>
          </a:bodyPr>
          <a:lstStyle/>
          <a:p>
            <a:pPr indent="0" lvl="1"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a:p>
            <a:pPr indent="0" lvl="1"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a:p>
            <a:pPr indent="0" lvl="1"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a:p>
            <a:pPr indent="0" lvl="1"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a:p>
            <a:pPr indent="0" lvl="1"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p:txBody>
      </p:sp>
      <p:sp>
        <p:nvSpPr>
          <p:cNvPr id="1915" name="Google Shape;1915;g359e0021a59_0_14"/>
          <p:cNvSpPr txBox="1"/>
          <p:nvPr/>
        </p:nvSpPr>
        <p:spPr>
          <a:xfrm>
            <a:off x="4779875" y="1775300"/>
            <a:ext cx="4232700" cy="1692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0"/>
              </a:spcBef>
              <a:spcAft>
                <a:spcPts val="0"/>
              </a:spcAft>
              <a:buClr>
                <a:schemeClr val="lt1"/>
              </a:buClr>
              <a:buSzPts val="1100"/>
              <a:buFont typeface="Montserrat"/>
              <a:buChar char="●"/>
            </a:pPr>
            <a:r>
              <a:rPr lang="en" sz="1100">
                <a:solidFill>
                  <a:schemeClr val="lt1"/>
                </a:solidFill>
                <a:latin typeface="Montserrat"/>
                <a:ea typeface="Montserrat"/>
                <a:cs typeface="Montserrat"/>
                <a:sym typeface="Montserrat"/>
              </a:rPr>
              <a:t>Identificar a operadores de sitios ilegales.</a:t>
            </a:r>
            <a:endParaRPr sz="1100">
              <a:solidFill>
                <a:srgbClr val="FFFFFF"/>
              </a:solidFill>
              <a:latin typeface="Montserrat"/>
              <a:ea typeface="Montserrat"/>
              <a:cs typeface="Montserrat"/>
              <a:sym typeface="Montserrat"/>
            </a:endParaRPr>
          </a:p>
        </p:txBody>
      </p:sp>
      <p:sp>
        <p:nvSpPr>
          <p:cNvPr id="1916" name="Google Shape;1916;g359e0021a59_0_14"/>
          <p:cNvSpPr txBox="1"/>
          <p:nvPr/>
        </p:nvSpPr>
        <p:spPr>
          <a:xfrm>
            <a:off x="4779875" y="2003900"/>
            <a:ext cx="4232700" cy="1692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0"/>
              </a:spcBef>
              <a:spcAft>
                <a:spcPts val="0"/>
              </a:spcAft>
              <a:buClr>
                <a:schemeClr val="lt1"/>
              </a:buClr>
              <a:buSzPts val="1100"/>
              <a:buFont typeface="Montserrat"/>
              <a:buChar char="●"/>
            </a:pPr>
            <a:r>
              <a:rPr lang="en" sz="1100">
                <a:solidFill>
                  <a:schemeClr val="lt1"/>
                </a:solidFill>
                <a:latin typeface="Montserrat"/>
                <a:ea typeface="Montserrat"/>
                <a:cs typeface="Montserrat"/>
                <a:sym typeface="Montserrat"/>
              </a:rPr>
              <a:t>Infiltrar foros criminales.</a:t>
            </a:r>
            <a:endParaRPr sz="1100">
              <a:solidFill>
                <a:schemeClr val="lt1"/>
              </a:solidFill>
              <a:latin typeface="Montserrat"/>
              <a:ea typeface="Montserrat"/>
              <a:cs typeface="Montserrat"/>
              <a:sym typeface="Montserrat"/>
            </a:endParaRPr>
          </a:p>
        </p:txBody>
      </p:sp>
      <p:sp>
        <p:nvSpPr>
          <p:cNvPr id="1917" name="Google Shape;1917;g359e0021a59_0_14"/>
          <p:cNvSpPr txBox="1"/>
          <p:nvPr/>
        </p:nvSpPr>
        <p:spPr>
          <a:xfrm>
            <a:off x="4779875" y="2232500"/>
            <a:ext cx="4232700" cy="1692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0"/>
              </a:spcBef>
              <a:spcAft>
                <a:spcPts val="0"/>
              </a:spcAft>
              <a:buClr>
                <a:schemeClr val="lt1"/>
              </a:buClr>
              <a:buSzPts val="1100"/>
              <a:buFont typeface="Montserrat"/>
              <a:buChar char="●"/>
            </a:pPr>
            <a:r>
              <a:rPr lang="en" sz="1100">
                <a:solidFill>
                  <a:schemeClr val="lt1"/>
                </a:solidFill>
                <a:latin typeface="Montserrat"/>
                <a:ea typeface="Montserrat"/>
                <a:cs typeface="Montserrat"/>
                <a:sym typeface="Montserrat"/>
              </a:rPr>
              <a:t>Rastrear transacciones (incluso en criptomonedas).</a:t>
            </a:r>
            <a:endParaRPr sz="1100">
              <a:solidFill>
                <a:schemeClr val="lt1"/>
              </a:solidFill>
              <a:latin typeface="Montserrat"/>
              <a:ea typeface="Montserrat"/>
              <a:cs typeface="Montserrat"/>
              <a:sym typeface="Montserrat"/>
            </a:endParaRPr>
          </a:p>
        </p:txBody>
      </p:sp>
      <p:sp>
        <p:nvSpPr>
          <p:cNvPr id="1918" name="Google Shape;1918;g359e0021a59_0_14"/>
          <p:cNvSpPr txBox="1"/>
          <p:nvPr/>
        </p:nvSpPr>
        <p:spPr>
          <a:xfrm>
            <a:off x="4779875" y="2461100"/>
            <a:ext cx="4232700" cy="1692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0"/>
              </a:spcBef>
              <a:spcAft>
                <a:spcPts val="0"/>
              </a:spcAft>
              <a:buClr>
                <a:schemeClr val="lt1"/>
              </a:buClr>
              <a:buSzPts val="1100"/>
              <a:buFont typeface="Montserrat"/>
              <a:buChar char="●"/>
            </a:pPr>
            <a:r>
              <a:rPr lang="en" sz="1100">
                <a:solidFill>
                  <a:schemeClr val="lt1"/>
                </a:solidFill>
                <a:latin typeface="Montserrat"/>
                <a:ea typeface="Montserrat"/>
                <a:cs typeface="Montserrat"/>
                <a:sym typeface="Montserrat"/>
              </a:rPr>
              <a:t>Recolectar inteligencia para operaciones judiciales.</a:t>
            </a:r>
            <a:endParaRPr sz="1100">
              <a:solidFill>
                <a:schemeClr val="lt1"/>
              </a:solidFill>
              <a:latin typeface="Montserrat"/>
              <a:ea typeface="Montserrat"/>
              <a:cs typeface="Montserrat"/>
              <a:sym typeface="Montserrat"/>
            </a:endParaRPr>
          </a:p>
        </p:txBody>
      </p:sp>
      <p:sp>
        <p:nvSpPr>
          <p:cNvPr id="1919" name="Google Shape;1919;g359e0021a59_0_14"/>
          <p:cNvSpPr txBox="1"/>
          <p:nvPr/>
        </p:nvSpPr>
        <p:spPr>
          <a:xfrm>
            <a:off x="207875" y="3146900"/>
            <a:ext cx="7887600" cy="363900"/>
          </a:xfrm>
          <a:prstGeom prst="rect">
            <a:avLst/>
          </a:prstGeom>
          <a:noFill/>
          <a:ln>
            <a:noFill/>
          </a:ln>
        </p:spPr>
        <p:txBody>
          <a:bodyPr anchorCtr="0" anchor="t" bIns="0" lIns="0" spcFirstLastPara="1" rIns="0" wrap="square" tIns="0">
            <a:spAutoFit/>
          </a:bodyPr>
          <a:lstStyle/>
          <a:p>
            <a:pPr indent="0" lvl="1" marL="0" marR="0" rtl="0" algn="just">
              <a:lnSpc>
                <a:spcPct val="115000"/>
              </a:lnSpc>
              <a:spcBef>
                <a:spcPts val="0"/>
              </a:spcBef>
              <a:spcAft>
                <a:spcPts val="0"/>
              </a:spcAft>
              <a:buNone/>
            </a:pPr>
            <a:r>
              <a:rPr lang="en" sz="1100">
                <a:solidFill>
                  <a:srgbClr val="FFFFFF"/>
                </a:solidFill>
                <a:latin typeface="Montserrat"/>
                <a:ea typeface="Montserrat"/>
                <a:cs typeface="Montserrat"/>
                <a:sym typeface="Montserrat"/>
              </a:rPr>
              <a:t>Cuando se reúne la suficiente evidencia, las agencias disponen</a:t>
            </a:r>
            <a:endParaRPr sz="1100">
              <a:solidFill>
                <a:srgbClr val="FFFFFF"/>
              </a:solidFill>
              <a:latin typeface="Montserrat"/>
              <a:ea typeface="Montserrat"/>
              <a:cs typeface="Montserrat"/>
              <a:sym typeface="Montserrat"/>
            </a:endParaRPr>
          </a:p>
          <a:p>
            <a:pPr indent="0" lvl="1" marL="0" marR="0" rtl="0" algn="just">
              <a:lnSpc>
                <a:spcPct val="115000"/>
              </a:lnSpc>
              <a:spcBef>
                <a:spcPts val="0"/>
              </a:spcBef>
              <a:spcAft>
                <a:spcPts val="0"/>
              </a:spcAft>
              <a:buNone/>
            </a:pPr>
            <a:r>
              <a:rPr lang="en" sz="1100">
                <a:solidFill>
                  <a:srgbClr val="FFFFFF"/>
                </a:solidFill>
                <a:latin typeface="Montserrat"/>
                <a:ea typeface="Montserrat"/>
                <a:cs typeface="Montserrat"/>
                <a:sym typeface="Montserrat"/>
              </a:rPr>
              <a:t>de  capacidades para de Desmantelamiento y Takedown de Servicios: </a:t>
            </a:r>
            <a:endParaRPr sz="1100">
              <a:solidFill>
                <a:srgbClr val="FFFFFF"/>
              </a:solidFill>
              <a:latin typeface="Montserrat"/>
              <a:ea typeface="Montserrat"/>
              <a:cs typeface="Montserrat"/>
              <a:sym typeface="Montserrat"/>
            </a:endParaRPr>
          </a:p>
        </p:txBody>
      </p:sp>
      <p:sp>
        <p:nvSpPr>
          <p:cNvPr id="1920" name="Google Shape;1920;g359e0021a59_0_14"/>
          <p:cNvSpPr txBox="1"/>
          <p:nvPr/>
        </p:nvSpPr>
        <p:spPr>
          <a:xfrm>
            <a:off x="131675" y="3604100"/>
            <a:ext cx="4440300" cy="1692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0"/>
              </a:spcBef>
              <a:spcAft>
                <a:spcPts val="0"/>
              </a:spcAft>
              <a:buClr>
                <a:schemeClr val="lt1"/>
              </a:buClr>
              <a:buSzPts val="1100"/>
              <a:buFont typeface="Montserrat"/>
              <a:buChar char="●"/>
            </a:pPr>
            <a:r>
              <a:rPr lang="en" sz="1100">
                <a:solidFill>
                  <a:schemeClr val="lt1"/>
                </a:solidFill>
                <a:latin typeface="Montserrat"/>
                <a:ea typeface="Montserrat"/>
                <a:cs typeface="Montserrat"/>
                <a:sym typeface="Montserrat"/>
              </a:rPr>
              <a:t>Ejecutar operaciones conjuntas para arrestar operadores.</a:t>
            </a:r>
            <a:endParaRPr sz="1100">
              <a:solidFill>
                <a:schemeClr val="lt1"/>
              </a:solidFill>
              <a:latin typeface="Montserrat"/>
              <a:ea typeface="Montserrat"/>
              <a:cs typeface="Montserrat"/>
              <a:sym typeface="Montserrat"/>
            </a:endParaRPr>
          </a:p>
        </p:txBody>
      </p:sp>
      <p:sp>
        <p:nvSpPr>
          <p:cNvPr id="1921" name="Google Shape;1921;g359e0021a59_0_14"/>
          <p:cNvSpPr txBox="1"/>
          <p:nvPr/>
        </p:nvSpPr>
        <p:spPr>
          <a:xfrm>
            <a:off x="131675" y="3908900"/>
            <a:ext cx="4440300" cy="3639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0"/>
              </a:spcBef>
              <a:spcAft>
                <a:spcPts val="0"/>
              </a:spcAft>
              <a:buClr>
                <a:schemeClr val="lt1"/>
              </a:buClr>
              <a:buSzPts val="1100"/>
              <a:buFont typeface="Montserrat"/>
              <a:buChar char="●"/>
            </a:pPr>
            <a:r>
              <a:rPr lang="en" sz="1100">
                <a:solidFill>
                  <a:schemeClr val="lt1"/>
                </a:solidFill>
                <a:latin typeface="Montserrat"/>
                <a:ea typeface="Montserrat"/>
                <a:cs typeface="Montserrat"/>
                <a:sym typeface="Montserrat"/>
              </a:rPr>
              <a:t>Cerrar servidores físicos (a veces ubicados en diferentes países).</a:t>
            </a:r>
            <a:endParaRPr sz="1100">
              <a:solidFill>
                <a:schemeClr val="lt1"/>
              </a:solidFill>
              <a:latin typeface="Montserrat"/>
              <a:ea typeface="Montserrat"/>
              <a:cs typeface="Montserrat"/>
              <a:sym typeface="Montserrat"/>
            </a:endParaRPr>
          </a:p>
        </p:txBody>
      </p:sp>
      <p:sp>
        <p:nvSpPr>
          <p:cNvPr id="1922" name="Google Shape;1922;g359e0021a59_0_14"/>
          <p:cNvSpPr txBox="1"/>
          <p:nvPr/>
        </p:nvSpPr>
        <p:spPr>
          <a:xfrm>
            <a:off x="131675" y="4366100"/>
            <a:ext cx="4440300" cy="1692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0"/>
              </a:spcBef>
              <a:spcAft>
                <a:spcPts val="0"/>
              </a:spcAft>
              <a:buClr>
                <a:schemeClr val="lt1"/>
              </a:buClr>
              <a:buSzPts val="1100"/>
              <a:buFont typeface="Montserrat"/>
              <a:buChar char="●"/>
            </a:pPr>
            <a:r>
              <a:rPr lang="en" sz="1100">
                <a:solidFill>
                  <a:schemeClr val="lt1"/>
                </a:solidFill>
                <a:latin typeface="Montserrat"/>
                <a:ea typeface="Montserrat"/>
                <a:cs typeface="Montserrat"/>
                <a:sym typeface="Montserrat"/>
              </a:rPr>
              <a:t>Confiscar criptomonedas.</a:t>
            </a:r>
            <a:endParaRPr sz="1100">
              <a:solidFill>
                <a:schemeClr val="lt1"/>
              </a:solidFill>
              <a:latin typeface="Montserrat"/>
              <a:ea typeface="Montserrat"/>
              <a:cs typeface="Montserrat"/>
              <a:sym typeface="Montserrat"/>
            </a:endParaRPr>
          </a:p>
        </p:txBody>
      </p:sp>
      <p:sp>
        <p:nvSpPr>
          <p:cNvPr id="1923" name="Google Shape;1923;g359e0021a59_0_14"/>
          <p:cNvSpPr txBox="1"/>
          <p:nvPr/>
        </p:nvSpPr>
        <p:spPr>
          <a:xfrm>
            <a:off x="131675" y="4670900"/>
            <a:ext cx="4440300" cy="1692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0"/>
              </a:spcBef>
              <a:spcAft>
                <a:spcPts val="0"/>
              </a:spcAft>
              <a:buClr>
                <a:schemeClr val="lt1"/>
              </a:buClr>
              <a:buSzPts val="1100"/>
              <a:buFont typeface="Montserrat"/>
              <a:buChar char="●"/>
            </a:pPr>
            <a:r>
              <a:rPr lang="en" sz="1100">
                <a:solidFill>
                  <a:schemeClr val="lt1"/>
                </a:solidFill>
                <a:latin typeface="Montserrat"/>
                <a:ea typeface="Montserrat"/>
                <a:cs typeface="Montserrat"/>
                <a:sym typeface="Montserrat"/>
              </a:rPr>
              <a:t>Infectar redes con malware de vigilancia. </a:t>
            </a:r>
            <a:endParaRPr sz="1100">
              <a:solidFill>
                <a:schemeClr val="lt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912"/>
                                        </p:tgtEl>
                                        <p:attrNameLst>
                                          <p:attrName>style.visibility</p:attrName>
                                        </p:attrNameLst>
                                      </p:cBhvr>
                                      <p:to>
                                        <p:strVal val="visible"/>
                                      </p:to>
                                    </p:set>
                                    <p:anim calcmode="lin" valueType="num">
                                      <p:cBhvr additive="base">
                                        <p:cTn dur="1000"/>
                                        <p:tgtEl>
                                          <p:spTgt spid="191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5"/>
                                        </p:tgtEl>
                                        <p:attrNameLst>
                                          <p:attrName>style.visibility</p:attrName>
                                        </p:attrNameLst>
                                      </p:cBhvr>
                                      <p:to>
                                        <p:strVal val="visible"/>
                                      </p:to>
                                    </p:set>
                                    <p:anim calcmode="lin" valueType="num">
                                      <p:cBhvr additive="base">
                                        <p:cTn dur="1000"/>
                                        <p:tgtEl>
                                          <p:spTgt spid="191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6"/>
                                        </p:tgtEl>
                                        <p:attrNameLst>
                                          <p:attrName>style.visibility</p:attrName>
                                        </p:attrNameLst>
                                      </p:cBhvr>
                                      <p:to>
                                        <p:strVal val="visible"/>
                                      </p:to>
                                    </p:set>
                                    <p:anim calcmode="lin" valueType="num">
                                      <p:cBhvr additive="base">
                                        <p:cTn dur="1000"/>
                                        <p:tgtEl>
                                          <p:spTgt spid="191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7"/>
                                        </p:tgtEl>
                                        <p:attrNameLst>
                                          <p:attrName>style.visibility</p:attrName>
                                        </p:attrNameLst>
                                      </p:cBhvr>
                                      <p:to>
                                        <p:strVal val="visible"/>
                                      </p:to>
                                    </p:set>
                                    <p:anim calcmode="lin" valueType="num">
                                      <p:cBhvr additive="base">
                                        <p:cTn dur="1000"/>
                                        <p:tgtEl>
                                          <p:spTgt spid="191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8"/>
                                        </p:tgtEl>
                                        <p:attrNameLst>
                                          <p:attrName>style.visibility</p:attrName>
                                        </p:attrNameLst>
                                      </p:cBhvr>
                                      <p:to>
                                        <p:strVal val="visible"/>
                                      </p:to>
                                    </p:set>
                                    <p:anim calcmode="lin" valueType="num">
                                      <p:cBhvr additive="base">
                                        <p:cTn dur="1000"/>
                                        <p:tgtEl>
                                          <p:spTgt spid="191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9"/>
                                        </p:tgtEl>
                                        <p:attrNameLst>
                                          <p:attrName>style.visibility</p:attrName>
                                        </p:attrNameLst>
                                      </p:cBhvr>
                                      <p:to>
                                        <p:strVal val="visible"/>
                                      </p:to>
                                    </p:set>
                                    <p:anim calcmode="lin" valueType="num">
                                      <p:cBhvr additive="base">
                                        <p:cTn dur="1000"/>
                                        <p:tgtEl>
                                          <p:spTgt spid="191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0"/>
                                        </p:tgtEl>
                                        <p:attrNameLst>
                                          <p:attrName>style.visibility</p:attrName>
                                        </p:attrNameLst>
                                      </p:cBhvr>
                                      <p:to>
                                        <p:strVal val="visible"/>
                                      </p:to>
                                    </p:set>
                                    <p:anim calcmode="lin" valueType="num">
                                      <p:cBhvr additive="base">
                                        <p:cTn dur="1000"/>
                                        <p:tgtEl>
                                          <p:spTgt spid="192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1"/>
                                        </p:tgtEl>
                                        <p:attrNameLst>
                                          <p:attrName>style.visibility</p:attrName>
                                        </p:attrNameLst>
                                      </p:cBhvr>
                                      <p:to>
                                        <p:strVal val="visible"/>
                                      </p:to>
                                    </p:set>
                                    <p:anim calcmode="lin" valueType="num">
                                      <p:cBhvr additive="base">
                                        <p:cTn dur="1000"/>
                                        <p:tgtEl>
                                          <p:spTgt spid="192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2"/>
                                        </p:tgtEl>
                                        <p:attrNameLst>
                                          <p:attrName>style.visibility</p:attrName>
                                        </p:attrNameLst>
                                      </p:cBhvr>
                                      <p:to>
                                        <p:strVal val="visible"/>
                                      </p:to>
                                    </p:set>
                                    <p:anim calcmode="lin" valueType="num">
                                      <p:cBhvr additive="base">
                                        <p:cTn dur="1000"/>
                                        <p:tgtEl>
                                          <p:spTgt spid="192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3"/>
                                        </p:tgtEl>
                                        <p:attrNameLst>
                                          <p:attrName>style.visibility</p:attrName>
                                        </p:attrNameLst>
                                      </p:cBhvr>
                                      <p:to>
                                        <p:strVal val="visible"/>
                                      </p:to>
                                    </p:set>
                                    <p:anim calcmode="lin" valueType="num">
                                      <p:cBhvr additive="base">
                                        <p:cTn dur="1000"/>
                                        <p:tgtEl>
                                          <p:spTgt spid="192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927" name="Shape 1927"/>
        <p:cNvGrpSpPr/>
        <p:nvPr/>
      </p:nvGrpSpPr>
      <p:grpSpPr>
        <a:xfrm>
          <a:off x="0" y="0"/>
          <a:ext cx="0" cy="0"/>
          <a:chOff x="0" y="0"/>
          <a:chExt cx="0" cy="0"/>
        </a:xfrm>
      </p:grpSpPr>
      <p:pic>
        <p:nvPicPr>
          <p:cNvPr id="1928" name="Google Shape;1928;g359e0021a59_0_31"/>
          <p:cNvPicPr preferRelativeResize="0"/>
          <p:nvPr/>
        </p:nvPicPr>
        <p:blipFill>
          <a:blip r:embed="rId3">
            <a:alphaModFix/>
          </a:blip>
          <a:stretch>
            <a:fillRect/>
          </a:stretch>
        </p:blipFill>
        <p:spPr>
          <a:xfrm>
            <a:off x="-203783" y="-90525"/>
            <a:ext cx="9554524" cy="5318439"/>
          </a:xfrm>
          <a:prstGeom prst="rect">
            <a:avLst/>
          </a:prstGeom>
          <a:noFill/>
          <a:ln>
            <a:noFill/>
          </a:ln>
        </p:spPr>
      </p:pic>
      <p:sp>
        <p:nvSpPr>
          <p:cNvPr id="1929" name="Google Shape;1929;g359e0021a59_0_31"/>
          <p:cNvSpPr txBox="1"/>
          <p:nvPr/>
        </p:nvSpPr>
        <p:spPr>
          <a:xfrm>
            <a:off x="4932275" y="3756500"/>
            <a:ext cx="4232700" cy="948300"/>
          </a:xfrm>
          <a:prstGeom prst="rect">
            <a:avLst/>
          </a:prstGeom>
          <a:noFill/>
          <a:ln>
            <a:noFill/>
          </a:ln>
        </p:spPr>
        <p:txBody>
          <a:bodyPr anchorCtr="0" anchor="t" bIns="0" lIns="0" spcFirstLastPara="1" rIns="0" wrap="square" tIns="0">
            <a:spAutoFit/>
          </a:bodyPr>
          <a:lstStyle/>
          <a:p>
            <a:pPr indent="0" lvl="1"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a:p>
            <a:pPr indent="0" lvl="1"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a:p>
            <a:pPr indent="0" lvl="1"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a:p>
            <a:pPr indent="0" lvl="1"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a:p>
            <a:pPr indent="0" lvl="1"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p:txBody>
      </p:sp>
      <p:pic>
        <p:nvPicPr>
          <p:cNvPr id="1930" name="Google Shape;1930;g359e0021a59_0_31"/>
          <p:cNvPicPr preferRelativeResize="0"/>
          <p:nvPr/>
        </p:nvPicPr>
        <p:blipFill>
          <a:blip r:embed="rId4">
            <a:alphaModFix/>
          </a:blip>
          <a:stretch>
            <a:fillRect/>
          </a:stretch>
        </p:blipFill>
        <p:spPr>
          <a:xfrm>
            <a:off x="5709700" y="29425"/>
            <a:ext cx="2980324" cy="2483800"/>
          </a:xfrm>
          <a:prstGeom prst="rect">
            <a:avLst/>
          </a:prstGeom>
          <a:noFill/>
          <a:ln>
            <a:noFill/>
          </a:ln>
        </p:spPr>
      </p:pic>
      <p:pic>
        <p:nvPicPr>
          <p:cNvPr id="1931" name="Google Shape;1931;g359e0021a59_0_31"/>
          <p:cNvPicPr preferRelativeResize="0"/>
          <p:nvPr/>
        </p:nvPicPr>
        <p:blipFill>
          <a:blip r:embed="rId5">
            <a:alphaModFix/>
          </a:blip>
          <a:stretch>
            <a:fillRect/>
          </a:stretch>
        </p:blipFill>
        <p:spPr>
          <a:xfrm>
            <a:off x="66075" y="73950"/>
            <a:ext cx="4747425" cy="2439275"/>
          </a:xfrm>
          <a:prstGeom prst="rect">
            <a:avLst/>
          </a:prstGeom>
          <a:noFill/>
          <a:ln>
            <a:noFill/>
          </a:ln>
        </p:spPr>
      </p:pic>
      <p:pic>
        <p:nvPicPr>
          <p:cNvPr id="1932" name="Google Shape;1932;g359e0021a59_0_31" title="polonia.jpg"/>
          <p:cNvPicPr preferRelativeResize="0"/>
          <p:nvPr/>
        </p:nvPicPr>
        <p:blipFill>
          <a:blip r:embed="rId6">
            <a:alphaModFix/>
          </a:blip>
          <a:stretch>
            <a:fillRect/>
          </a:stretch>
        </p:blipFill>
        <p:spPr>
          <a:xfrm>
            <a:off x="66075" y="2571750"/>
            <a:ext cx="4747425" cy="2529900"/>
          </a:xfrm>
          <a:prstGeom prst="rect">
            <a:avLst/>
          </a:prstGeom>
          <a:noFill/>
          <a:ln>
            <a:noFill/>
          </a:ln>
        </p:spPr>
      </p:pic>
      <p:pic>
        <p:nvPicPr>
          <p:cNvPr id="1933" name="Google Shape;1933;g359e0021a59_0_31"/>
          <p:cNvPicPr preferRelativeResize="0"/>
          <p:nvPr/>
        </p:nvPicPr>
        <p:blipFill>
          <a:blip r:embed="rId7">
            <a:alphaModFix/>
          </a:blip>
          <a:stretch>
            <a:fillRect/>
          </a:stretch>
        </p:blipFill>
        <p:spPr>
          <a:xfrm>
            <a:off x="5709700" y="2571750"/>
            <a:ext cx="2980325" cy="2529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931"/>
                                        </p:tgtEl>
                                        <p:attrNameLst>
                                          <p:attrName>style.visibility</p:attrName>
                                        </p:attrNameLst>
                                      </p:cBhvr>
                                      <p:to>
                                        <p:strVal val="visible"/>
                                      </p:to>
                                    </p:set>
                                    <p:anim calcmode="lin" valueType="num">
                                      <p:cBhvr additive="base">
                                        <p:cTn dur="1000"/>
                                        <p:tgtEl>
                                          <p:spTgt spid="193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930"/>
                                        </p:tgtEl>
                                        <p:attrNameLst>
                                          <p:attrName>style.visibility</p:attrName>
                                        </p:attrNameLst>
                                      </p:cBhvr>
                                      <p:to>
                                        <p:strVal val="visible"/>
                                      </p:to>
                                    </p:set>
                                    <p:anim calcmode="lin" valueType="num">
                                      <p:cBhvr additive="base">
                                        <p:cTn dur="1000"/>
                                        <p:tgtEl>
                                          <p:spTgt spid="193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32"/>
                                        </p:tgtEl>
                                        <p:attrNameLst>
                                          <p:attrName>style.visibility</p:attrName>
                                        </p:attrNameLst>
                                      </p:cBhvr>
                                      <p:to>
                                        <p:strVal val="visible"/>
                                      </p:to>
                                    </p:set>
                                    <p:anim calcmode="lin" valueType="num">
                                      <p:cBhvr additive="base">
                                        <p:cTn dur="1000"/>
                                        <p:tgtEl>
                                          <p:spTgt spid="193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33"/>
                                        </p:tgtEl>
                                        <p:attrNameLst>
                                          <p:attrName>style.visibility</p:attrName>
                                        </p:attrNameLst>
                                      </p:cBhvr>
                                      <p:to>
                                        <p:strVal val="visible"/>
                                      </p:to>
                                    </p:set>
                                    <p:anim calcmode="lin" valueType="num">
                                      <p:cBhvr additive="base">
                                        <p:cTn dur="1000"/>
                                        <p:tgtEl>
                                          <p:spTgt spid="193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937" name="Shape 1937"/>
        <p:cNvGrpSpPr/>
        <p:nvPr/>
      </p:nvGrpSpPr>
      <p:grpSpPr>
        <a:xfrm>
          <a:off x="0" y="0"/>
          <a:ext cx="0" cy="0"/>
          <a:chOff x="0" y="0"/>
          <a:chExt cx="0" cy="0"/>
        </a:xfrm>
      </p:grpSpPr>
      <p:sp>
        <p:nvSpPr>
          <p:cNvPr id="1938" name="Google Shape;1938;g359e0021a59_0_53"/>
          <p:cNvSpPr txBox="1"/>
          <p:nvPr/>
        </p:nvSpPr>
        <p:spPr>
          <a:xfrm>
            <a:off x="101951" y="1975850"/>
            <a:ext cx="4497075" cy="869625"/>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en" sz="1300">
                <a:solidFill>
                  <a:schemeClr val="lt1"/>
                </a:solidFill>
                <a:latin typeface="Montserrat"/>
                <a:ea typeface="Montserrat"/>
                <a:cs typeface="Montserrat"/>
                <a:sym typeface="Montserrat"/>
              </a:rPr>
              <a:t>Silk Road fue el primer gran mercado de drogas y bienes ilegales en la Dark Web. Funcionaba como un “Amazon del crimen”. </a:t>
            </a:r>
            <a:r>
              <a:rPr lang="en" sz="1300">
                <a:solidFill>
                  <a:schemeClr val="lt1"/>
                </a:solidFill>
                <a:latin typeface="Montserrat"/>
                <a:ea typeface="Montserrat"/>
                <a:cs typeface="Montserrat"/>
                <a:sym typeface="Montserrat"/>
              </a:rPr>
              <a:t>Participó</a:t>
            </a:r>
            <a:r>
              <a:rPr lang="en" sz="1300">
                <a:solidFill>
                  <a:schemeClr val="lt1"/>
                </a:solidFill>
                <a:latin typeface="Montserrat"/>
                <a:ea typeface="Montserrat"/>
                <a:cs typeface="Montserrat"/>
                <a:sym typeface="Montserrat"/>
              </a:rPr>
              <a:t> el FBI, DEA y IRS.</a:t>
            </a:r>
            <a:endParaRPr sz="1300">
              <a:solidFill>
                <a:schemeClr val="lt1"/>
              </a:solidFill>
              <a:latin typeface="Montserrat"/>
              <a:ea typeface="Montserrat"/>
              <a:cs typeface="Montserrat"/>
              <a:sym typeface="Montserrat"/>
            </a:endParaRPr>
          </a:p>
        </p:txBody>
      </p:sp>
      <p:pic>
        <p:nvPicPr>
          <p:cNvPr id="1939" name="Google Shape;1939;g359e0021a59_0_53" title="2 Alphabay.png"/>
          <p:cNvPicPr preferRelativeResize="0"/>
          <p:nvPr/>
        </p:nvPicPr>
        <p:blipFill>
          <a:blip r:embed="rId3">
            <a:alphaModFix/>
          </a:blip>
          <a:stretch>
            <a:fillRect/>
          </a:stretch>
        </p:blipFill>
        <p:spPr>
          <a:xfrm>
            <a:off x="4716091" y="511824"/>
            <a:ext cx="4357333" cy="1446726"/>
          </a:xfrm>
          <a:prstGeom prst="rect">
            <a:avLst/>
          </a:prstGeom>
          <a:noFill/>
          <a:ln>
            <a:noFill/>
          </a:ln>
        </p:spPr>
      </p:pic>
      <p:pic>
        <p:nvPicPr>
          <p:cNvPr id="1940" name="Google Shape;1940;g359e0021a59_0_53" title="SILK.jpg"/>
          <p:cNvPicPr preferRelativeResize="0"/>
          <p:nvPr/>
        </p:nvPicPr>
        <p:blipFill>
          <a:blip r:embed="rId4">
            <a:alphaModFix/>
          </a:blip>
          <a:stretch>
            <a:fillRect/>
          </a:stretch>
        </p:blipFill>
        <p:spPr>
          <a:xfrm>
            <a:off x="3975" y="511825"/>
            <a:ext cx="4594999" cy="1446725"/>
          </a:xfrm>
          <a:prstGeom prst="rect">
            <a:avLst/>
          </a:prstGeom>
          <a:noFill/>
          <a:ln>
            <a:noFill/>
          </a:ln>
        </p:spPr>
      </p:pic>
      <p:sp>
        <p:nvSpPr>
          <p:cNvPr id="1941" name="Google Shape;1941;g359e0021a59_0_53"/>
          <p:cNvSpPr txBox="1"/>
          <p:nvPr/>
        </p:nvSpPr>
        <p:spPr>
          <a:xfrm>
            <a:off x="102476" y="2870500"/>
            <a:ext cx="4497000" cy="5694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en" sz="1300">
                <a:solidFill>
                  <a:schemeClr val="lt1"/>
                </a:solidFill>
                <a:latin typeface="Montserrat"/>
                <a:ea typeface="Montserrat"/>
                <a:cs typeface="Montserrat"/>
                <a:sym typeface="Montserrat"/>
              </a:rPr>
              <a:t>Se incautaron más de 144,000 BTC, equivalentes a decenas de millones de dólares.</a:t>
            </a:r>
            <a:endParaRPr sz="1300">
              <a:solidFill>
                <a:schemeClr val="lt1"/>
              </a:solidFill>
              <a:latin typeface="Montserrat"/>
              <a:ea typeface="Montserrat"/>
              <a:cs typeface="Montserrat"/>
              <a:sym typeface="Montserrat"/>
            </a:endParaRPr>
          </a:p>
        </p:txBody>
      </p:sp>
      <p:sp>
        <p:nvSpPr>
          <p:cNvPr id="1942" name="Google Shape;1942;g359e0021a59_0_53"/>
          <p:cNvSpPr txBox="1"/>
          <p:nvPr/>
        </p:nvSpPr>
        <p:spPr>
          <a:xfrm>
            <a:off x="102476" y="3556300"/>
            <a:ext cx="4497000" cy="1470000"/>
          </a:xfrm>
          <a:prstGeom prst="rect">
            <a:avLst/>
          </a:prstGeom>
          <a:noFill/>
          <a:ln>
            <a:noFill/>
          </a:ln>
        </p:spPr>
        <p:txBody>
          <a:bodyPr anchorCtr="0" anchor="t" bIns="34275" lIns="68575" spcFirstLastPara="1" rIns="68575" wrap="square" tIns="34275">
            <a:spAutoFit/>
          </a:bodyPr>
          <a:lstStyle/>
          <a:p>
            <a:pPr indent="0" lvl="0" marL="0" marR="0" rtl="0" algn="just">
              <a:lnSpc>
                <a:spcPct val="150000"/>
              </a:lnSpc>
              <a:spcBef>
                <a:spcPts val="0"/>
              </a:spcBef>
              <a:spcAft>
                <a:spcPts val="0"/>
              </a:spcAft>
              <a:buNone/>
            </a:pPr>
            <a:r>
              <a:rPr lang="en" sz="1300">
                <a:solidFill>
                  <a:schemeClr val="lt1"/>
                </a:solidFill>
                <a:latin typeface="Montserrat"/>
                <a:ea typeface="Montserrat"/>
                <a:cs typeface="Montserrat"/>
                <a:sym typeface="Montserrat"/>
              </a:rPr>
              <a:t>El FBI rastreó a Ross Ulbricht (alias Dread Pirate Roberts) usando su actividad en foros públicos y direcciones IP filtradas y fue arrestado en una biblioteca pública con su laptop abierto y logueado como administrador del sitio.</a:t>
            </a:r>
            <a:endParaRPr sz="1300">
              <a:solidFill>
                <a:schemeClr val="lt1"/>
              </a:solidFill>
              <a:latin typeface="Montserrat"/>
              <a:ea typeface="Montserrat"/>
              <a:cs typeface="Montserrat"/>
              <a:sym typeface="Montserrat"/>
            </a:endParaRPr>
          </a:p>
        </p:txBody>
      </p:sp>
      <p:sp>
        <p:nvSpPr>
          <p:cNvPr id="1943" name="Google Shape;1943;g359e0021a59_0_53"/>
          <p:cNvSpPr txBox="1"/>
          <p:nvPr/>
        </p:nvSpPr>
        <p:spPr>
          <a:xfrm>
            <a:off x="2458750" y="27028"/>
            <a:ext cx="39264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700">
                <a:solidFill>
                  <a:schemeClr val="lt1"/>
                </a:solidFill>
                <a:latin typeface="Montserrat"/>
                <a:ea typeface="Montserrat"/>
                <a:cs typeface="Montserrat"/>
                <a:sym typeface="Montserrat"/>
              </a:rPr>
              <a:t>Hitos de Takedowns</a:t>
            </a:r>
            <a:endParaRPr b="1" sz="2700">
              <a:solidFill>
                <a:schemeClr val="lt1"/>
              </a:solidFill>
              <a:latin typeface="Montserrat"/>
              <a:ea typeface="Montserrat"/>
              <a:cs typeface="Montserrat"/>
              <a:sym typeface="Montserrat"/>
            </a:endParaRPr>
          </a:p>
        </p:txBody>
      </p:sp>
      <p:sp>
        <p:nvSpPr>
          <p:cNvPr id="1944" name="Google Shape;1944;g359e0021a59_0_53"/>
          <p:cNvSpPr txBox="1"/>
          <p:nvPr/>
        </p:nvSpPr>
        <p:spPr>
          <a:xfrm>
            <a:off x="4673950" y="1975850"/>
            <a:ext cx="4399500" cy="14700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en" sz="1300">
                <a:solidFill>
                  <a:schemeClr val="lt1"/>
                </a:solidFill>
                <a:latin typeface="Montserrat"/>
                <a:ea typeface="Montserrat"/>
                <a:cs typeface="Montserrat"/>
                <a:sym typeface="Montserrat"/>
              </a:rPr>
              <a:t>AlphaBay superó a Silk Road en tamaño y variedad, operando con más de 400,000 usuarios. Ofrecía drogas, armas, malware y documentos falsos. Del cierre participo FBI, DEA, Europol, autoridades tailandesas y canadienses.</a:t>
            </a:r>
            <a:endParaRPr sz="1300">
              <a:solidFill>
                <a:schemeClr val="lt1"/>
              </a:solidFill>
              <a:latin typeface="Montserrat"/>
              <a:ea typeface="Montserrat"/>
              <a:cs typeface="Montserrat"/>
              <a:sym typeface="Montserrat"/>
            </a:endParaRPr>
          </a:p>
        </p:txBody>
      </p:sp>
      <p:sp>
        <p:nvSpPr>
          <p:cNvPr id="1945" name="Google Shape;1945;g359e0021a59_0_53"/>
          <p:cNvSpPr txBox="1"/>
          <p:nvPr/>
        </p:nvSpPr>
        <p:spPr>
          <a:xfrm>
            <a:off x="4674476" y="3556300"/>
            <a:ext cx="4497000" cy="1470000"/>
          </a:xfrm>
          <a:prstGeom prst="rect">
            <a:avLst/>
          </a:prstGeom>
          <a:noFill/>
          <a:ln>
            <a:noFill/>
          </a:ln>
        </p:spPr>
        <p:txBody>
          <a:bodyPr anchorCtr="0" anchor="t" bIns="34275" lIns="68575" spcFirstLastPara="1" rIns="68575" wrap="square" tIns="34275">
            <a:spAutoFit/>
          </a:bodyPr>
          <a:lstStyle/>
          <a:p>
            <a:pPr indent="0" lvl="0" marL="0" marR="0" rtl="0" algn="just">
              <a:lnSpc>
                <a:spcPct val="150000"/>
              </a:lnSpc>
              <a:spcBef>
                <a:spcPts val="0"/>
              </a:spcBef>
              <a:spcAft>
                <a:spcPts val="0"/>
              </a:spcAft>
              <a:buNone/>
            </a:pPr>
            <a:r>
              <a:rPr lang="en" sz="1300">
                <a:solidFill>
                  <a:schemeClr val="lt1"/>
                </a:solidFill>
                <a:latin typeface="Montserrat"/>
                <a:ea typeface="Montserrat"/>
                <a:cs typeface="Montserrat"/>
                <a:sym typeface="Montserrat"/>
              </a:rPr>
              <a:t>Se rastreó a su administrador, Alexandre Cazes, mediante un email filtrado y registros de dominio. Fue arrestado en Tailandia y días después apareció muerto en su celda. Servidores fueron incautados en Canadá, Países Bajos y otros países.</a:t>
            </a:r>
            <a:endParaRPr sz="1300">
              <a:solidFill>
                <a:schemeClr val="lt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940"/>
                                        </p:tgtEl>
                                        <p:attrNameLst>
                                          <p:attrName>style.visibility</p:attrName>
                                        </p:attrNameLst>
                                      </p:cBhvr>
                                      <p:to>
                                        <p:strVal val="visible"/>
                                      </p:to>
                                    </p:set>
                                    <p:anim calcmode="lin" valueType="num">
                                      <p:cBhvr additive="base">
                                        <p:cTn dur="1000"/>
                                        <p:tgtEl>
                                          <p:spTgt spid="194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938"/>
                                        </p:tgtEl>
                                        <p:attrNameLst>
                                          <p:attrName>style.visibility</p:attrName>
                                        </p:attrNameLst>
                                      </p:cBhvr>
                                      <p:to>
                                        <p:strVal val="visible"/>
                                      </p:to>
                                    </p:set>
                                    <p:anim calcmode="lin" valueType="num">
                                      <p:cBhvr additive="base">
                                        <p:cTn dur="1000"/>
                                        <p:tgtEl>
                                          <p:spTgt spid="193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941"/>
                                        </p:tgtEl>
                                        <p:attrNameLst>
                                          <p:attrName>style.visibility</p:attrName>
                                        </p:attrNameLst>
                                      </p:cBhvr>
                                      <p:to>
                                        <p:strVal val="visible"/>
                                      </p:to>
                                    </p:set>
                                    <p:anim calcmode="lin" valueType="num">
                                      <p:cBhvr additive="base">
                                        <p:cTn dur="1000"/>
                                        <p:tgtEl>
                                          <p:spTgt spid="194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942"/>
                                        </p:tgtEl>
                                        <p:attrNameLst>
                                          <p:attrName>style.visibility</p:attrName>
                                        </p:attrNameLst>
                                      </p:cBhvr>
                                      <p:to>
                                        <p:strVal val="visible"/>
                                      </p:to>
                                    </p:set>
                                    <p:anim calcmode="lin" valueType="num">
                                      <p:cBhvr additive="base">
                                        <p:cTn dur="1000"/>
                                        <p:tgtEl>
                                          <p:spTgt spid="194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939"/>
                                        </p:tgtEl>
                                        <p:attrNameLst>
                                          <p:attrName>style.visibility</p:attrName>
                                        </p:attrNameLst>
                                      </p:cBhvr>
                                      <p:to>
                                        <p:strVal val="visible"/>
                                      </p:to>
                                    </p:set>
                                    <p:anim calcmode="lin" valueType="num">
                                      <p:cBhvr additive="base">
                                        <p:cTn dur="1000"/>
                                        <p:tgtEl>
                                          <p:spTgt spid="193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944"/>
                                        </p:tgtEl>
                                        <p:attrNameLst>
                                          <p:attrName>style.visibility</p:attrName>
                                        </p:attrNameLst>
                                      </p:cBhvr>
                                      <p:to>
                                        <p:strVal val="visible"/>
                                      </p:to>
                                    </p:set>
                                    <p:anim calcmode="lin" valueType="num">
                                      <p:cBhvr additive="base">
                                        <p:cTn dur="1"/>
                                        <p:tgtEl>
                                          <p:spTgt spid="194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945"/>
                                        </p:tgtEl>
                                        <p:attrNameLst>
                                          <p:attrName>style.visibility</p:attrName>
                                        </p:attrNameLst>
                                      </p:cBhvr>
                                      <p:to>
                                        <p:strVal val="visible"/>
                                      </p:to>
                                    </p:set>
                                    <p:anim calcmode="lin" valueType="num">
                                      <p:cBhvr additive="base">
                                        <p:cTn dur="1000"/>
                                        <p:tgtEl>
                                          <p:spTgt spid="194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949" name="Shape 1949"/>
        <p:cNvGrpSpPr/>
        <p:nvPr/>
      </p:nvGrpSpPr>
      <p:grpSpPr>
        <a:xfrm>
          <a:off x="0" y="0"/>
          <a:ext cx="0" cy="0"/>
          <a:chOff x="0" y="0"/>
          <a:chExt cx="0" cy="0"/>
        </a:xfrm>
      </p:grpSpPr>
      <p:sp>
        <p:nvSpPr>
          <p:cNvPr id="1950" name="Google Shape;1950;g359e0021a59_0_82"/>
          <p:cNvSpPr txBox="1"/>
          <p:nvPr/>
        </p:nvSpPr>
        <p:spPr>
          <a:xfrm>
            <a:off x="101951" y="1975850"/>
            <a:ext cx="4497000" cy="1770000"/>
          </a:xfrm>
          <a:prstGeom prst="rect">
            <a:avLst/>
          </a:prstGeom>
          <a:noFill/>
          <a:ln>
            <a:noFill/>
          </a:ln>
        </p:spPr>
        <p:txBody>
          <a:bodyPr anchorCtr="0" anchor="t" bIns="34275" lIns="68575" spcFirstLastPara="1" rIns="68575" wrap="square" tIns="34275">
            <a:spAutoFit/>
          </a:bodyPr>
          <a:lstStyle/>
          <a:p>
            <a:pPr indent="0" lvl="0" marL="0" marR="0" rtl="0" algn="just">
              <a:lnSpc>
                <a:spcPct val="150000"/>
              </a:lnSpc>
              <a:spcBef>
                <a:spcPts val="0"/>
              </a:spcBef>
              <a:spcAft>
                <a:spcPts val="0"/>
              </a:spcAft>
              <a:buNone/>
            </a:pPr>
            <a:r>
              <a:rPr lang="en" sz="1300">
                <a:solidFill>
                  <a:schemeClr val="lt1"/>
                </a:solidFill>
                <a:latin typeface="Montserrat"/>
                <a:ea typeface="Montserrat"/>
                <a:cs typeface="Montserrat"/>
                <a:sym typeface="Montserrat"/>
              </a:rPr>
              <a:t>Hansa Market fue un mercado medio, pero se volvió famoso por la operación encubierta de la </a:t>
            </a:r>
            <a:r>
              <a:rPr lang="en" sz="1300">
                <a:solidFill>
                  <a:schemeClr val="lt1"/>
                </a:solidFill>
                <a:latin typeface="Montserrat"/>
                <a:ea typeface="Montserrat"/>
                <a:cs typeface="Montserrat"/>
                <a:sym typeface="Montserrat"/>
              </a:rPr>
              <a:t>policía</a:t>
            </a:r>
            <a:r>
              <a:rPr lang="en" sz="1300">
                <a:solidFill>
                  <a:schemeClr val="lt1"/>
                </a:solidFill>
                <a:latin typeface="Montserrat"/>
                <a:ea typeface="Montserrat"/>
                <a:cs typeface="Montserrat"/>
                <a:sym typeface="Montserrat"/>
              </a:rPr>
              <a:t>. Durante un mes operaron el sitio de forma encubierta: modificaron el código para registrar las direcciones IP, capturar mensajes, contraseñas y detalles de transacciones.</a:t>
            </a:r>
            <a:endParaRPr sz="1300">
              <a:solidFill>
                <a:schemeClr val="lt1"/>
              </a:solidFill>
              <a:latin typeface="Montserrat"/>
              <a:ea typeface="Montserrat"/>
              <a:cs typeface="Montserrat"/>
              <a:sym typeface="Montserrat"/>
            </a:endParaRPr>
          </a:p>
        </p:txBody>
      </p:sp>
      <p:sp>
        <p:nvSpPr>
          <p:cNvPr id="1951" name="Google Shape;1951;g359e0021a59_0_82"/>
          <p:cNvSpPr txBox="1"/>
          <p:nvPr/>
        </p:nvSpPr>
        <p:spPr>
          <a:xfrm>
            <a:off x="101951" y="3708700"/>
            <a:ext cx="4497000" cy="1470000"/>
          </a:xfrm>
          <a:prstGeom prst="rect">
            <a:avLst/>
          </a:prstGeom>
          <a:noFill/>
          <a:ln>
            <a:noFill/>
          </a:ln>
        </p:spPr>
        <p:txBody>
          <a:bodyPr anchorCtr="0" anchor="t" bIns="34275" lIns="68575" spcFirstLastPara="1" rIns="68575" wrap="square" tIns="34275">
            <a:spAutoFit/>
          </a:bodyPr>
          <a:lstStyle/>
          <a:p>
            <a:pPr indent="0" lvl="0" marL="0" marR="0" rtl="0" algn="just">
              <a:lnSpc>
                <a:spcPct val="150000"/>
              </a:lnSpc>
              <a:spcBef>
                <a:spcPts val="0"/>
              </a:spcBef>
              <a:spcAft>
                <a:spcPts val="0"/>
              </a:spcAft>
              <a:buNone/>
            </a:pPr>
            <a:r>
              <a:rPr lang="en" sz="1300">
                <a:solidFill>
                  <a:schemeClr val="lt1"/>
                </a:solidFill>
                <a:latin typeface="Montserrat"/>
                <a:ea typeface="Montserrat"/>
                <a:cs typeface="Montserrat"/>
                <a:sym typeface="Montserrat"/>
              </a:rPr>
              <a:t>Tras el cierre de AlphaBay, miles de usuarios migraron a Hansa… sin saber que estaban siendo vigilados. Evidencia encontrada: Listado de usuarios y vendedores con sus historiales de operaciones ilegales.</a:t>
            </a:r>
            <a:endParaRPr sz="1300">
              <a:solidFill>
                <a:schemeClr val="lt1"/>
              </a:solidFill>
              <a:latin typeface="Montserrat"/>
              <a:ea typeface="Montserrat"/>
              <a:cs typeface="Montserrat"/>
              <a:sym typeface="Montserrat"/>
            </a:endParaRPr>
          </a:p>
        </p:txBody>
      </p:sp>
      <p:sp>
        <p:nvSpPr>
          <p:cNvPr id="1952" name="Google Shape;1952;g359e0021a59_0_82"/>
          <p:cNvSpPr txBox="1"/>
          <p:nvPr/>
        </p:nvSpPr>
        <p:spPr>
          <a:xfrm>
            <a:off x="2458750" y="27028"/>
            <a:ext cx="39264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700">
                <a:solidFill>
                  <a:schemeClr val="lt1"/>
                </a:solidFill>
                <a:latin typeface="Montserrat"/>
                <a:ea typeface="Montserrat"/>
                <a:cs typeface="Montserrat"/>
                <a:sym typeface="Montserrat"/>
              </a:rPr>
              <a:t>Hitos de Takedowns</a:t>
            </a:r>
            <a:endParaRPr b="1" sz="2700">
              <a:solidFill>
                <a:schemeClr val="lt1"/>
              </a:solidFill>
              <a:latin typeface="Montserrat"/>
              <a:ea typeface="Montserrat"/>
              <a:cs typeface="Montserrat"/>
              <a:sym typeface="Montserrat"/>
            </a:endParaRPr>
          </a:p>
        </p:txBody>
      </p:sp>
      <p:sp>
        <p:nvSpPr>
          <p:cNvPr id="1953" name="Google Shape;1953;g359e0021a59_0_82"/>
          <p:cNvSpPr txBox="1"/>
          <p:nvPr/>
        </p:nvSpPr>
        <p:spPr>
          <a:xfrm>
            <a:off x="4673950" y="1975850"/>
            <a:ext cx="4399500" cy="1470000"/>
          </a:xfrm>
          <a:prstGeom prst="rect">
            <a:avLst/>
          </a:prstGeom>
          <a:noFill/>
          <a:ln>
            <a:noFill/>
          </a:ln>
        </p:spPr>
        <p:txBody>
          <a:bodyPr anchorCtr="0" anchor="t" bIns="34275" lIns="68575" spcFirstLastPara="1" rIns="68575" wrap="square" tIns="34275">
            <a:spAutoFit/>
          </a:bodyPr>
          <a:lstStyle/>
          <a:p>
            <a:pPr indent="0" lvl="0" marL="0" marR="0" rtl="0" algn="just">
              <a:lnSpc>
                <a:spcPct val="150000"/>
              </a:lnSpc>
              <a:spcBef>
                <a:spcPts val="0"/>
              </a:spcBef>
              <a:spcAft>
                <a:spcPts val="0"/>
              </a:spcAft>
              <a:buNone/>
            </a:pPr>
            <a:r>
              <a:rPr lang="en" sz="1300">
                <a:solidFill>
                  <a:schemeClr val="lt1"/>
                </a:solidFill>
                <a:latin typeface="Montserrat"/>
                <a:ea typeface="Montserrat"/>
                <a:cs typeface="Montserrat"/>
                <a:sym typeface="Montserrat"/>
              </a:rPr>
              <a:t>Participó</a:t>
            </a:r>
            <a:r>
              <a:rPr lang="en" sz="1300">
                <a:solidFill>
                  <a:schemeClr val="lt1"/>
                </a:solidFill>
                <a:latin typeface="Montserrat"/>
                <a:ea typeface="Montserrat"/>
                <a:cs typeface="Montserrat"/>
                <a:sym typeface="Montserrat"/>
              </a:rPr>
              <a:t> el FBI, Europol, Policía Nacional de los Países Bajos, NCA (Reino Unido), junto con fuerzas de más de 17 países en la operación "Operation Cookie Monster" y la </a:t>
            </a:r>
            <a:r>
              <a:rPr lang="en" sz="1300">
                <a:solidFill>
                  <a:schemeClr val="lt1"/>
                </a:solidFill>
                <a:latin typeface="Montserrat"/>
                <a:ea typeface="Montserrat"/>
                <a:cs typeface="Montserrat"/>
                <a:sym typeface="Montserrat"/>
              </a:rPr>
              <a:t>investigación</a:t>
            </a:r>
            <a:r>
              <a:rPr lang="en" sz="1300">
                <a:solidFill>
                  <a:schemeClr val="lt1"/>
                </a:solidFill>
                <a:latin typeface="Montserrat"/>
                <a:ea typeface="Montserrat"/>
                <a:cs typeface="Montserrat"/>
                <a:sym typeface="Montserrat"/>
              </a:rPr>
              <a:t> </a:t>
            </a:r>
            <a:r>
              <a:rPr lang="en" sz="1300">
                <a:solidFill>
                  <a:schemeClr val="lt1"/>
                </a:solidFill>
                <a:latin typeface="Montserrat"/>
                <a:ea typeface="Montserrat"/>
                <a:cs typeface="Montserrat"/>
                <a:sym typeface="Montserrat"/>
              </a:rPr>
              <a:t>duró</a:t>
            </a:r>
            <a:r>
              <a:rPr lang="en" sz="1300">
                <a:solidFill>
                  <a:schemeClr val="lt1"/>
                </a:solidFill>
                <a:latin typeface="Montserrat"/>
                <a:ea typeface="Montserrat"/>
                <a:cs typeface="Montserrat"/>
                <a:sym typeface="Montserrat"/>
              </a:rPr>
              <a:t> </a:t>
            </a:r>
            <a:r>
              <a:rPr lang="en" sz="1300">
                <a:solidFill>
                  <a:schemeClr val="lt1"/>
                </a:solidFill>
                <a:latin typeface="Montserrat"/>
                <a:ea typeface="Montserrat"/>
                <a:cs typeface="Montserrat"/>
                <a:sym typeface="Montserrat"/>
              </a:rPr>
              <a:t>más</a:t>
            </a:r>
            <a:r>
              <a:rPr lang="en" sz="1300">
                <a:solidFill>
                  <a:schemeClr val="lt1"/>
                </a:solidFill>
                <a:latin typeface="Montserrat"/>
                <a:ea typeface="Montserrat"/>
                <a:cs typeface="Montserrat"/>
                <a:sym typeface="Montserrat"/>
              </a:rPr>
              <a:t> de 2 años.</a:t>
            </a:r>
            <a:endParaRPr sz="1300">
              <a:solidFill>
                <a:schemeClr val="lt1"/>
              </a:solidFill>
              <a:latin typeface="Montserrat"/>
              <a:ea typeface="Montserrat"/>
              <a:cs typeface="Montserrat"/>
              <a:sym typeface="Montserrat"/>
            </a:endParaRPr>
          </a:p>
        </p:txBody>
      </p:sp>
      <p:sp>
        <p:nvSpPr>
          <p:cNvPr id="1954" name="Google Shape;1954;g359e0021a59_0_82"/>
          <p:cNvSpPr txBox="1"/>
          <p:nvPr/>
        </p:nvSpPr>
        <p:spPr>
          <a:xfrm>
            <a:off x="4674476" y="3556300"/>
            <a:ext cx="4497000" cy="1470000"/>
          </a:xfrm>
          <a:prstGeom prst="rect">
            <a:avLst/>
          </a:prstGeom>
          <a:noFill/>
          <a:ln>
            <a:noFill/>
          </a:ln>
        </p:spPr>
        <p:txBody>
          <a:bodyPr anchorCtr="0" anchor="t" bIns="34275" lIns="68575" spcFirstLastPara="1" rIns="68575" wrap="square" tIns="34275">
            <a:spAutoFit/>
          </a:bodyPr>
          <a:lstStyle/>
          <a:p>
            <a:pPr indent="0" lvl="0" marL="0" marR="0" rtl="0" algn="just">
              <a:lnSpc>
                <a:spcPct val="150000"/>
              </a:lnSpc>
              <a:spcBef>
                <a:spcPts val="0"/>
              </a:spcBef>
              <a:spcAft>
                <a:spcPts val="0"/>
              </a:spcAft>
              <a:buNone/>
            </a:pPr>
            <a:r>
              <a:rPr lang="en" sz="1300">
                <a:solidFill>
                  <a:schemeClr val="lt1"/>
                </a:solidFill>
                <a:latin typeface="Montserrat"/>
                <a:ea typeface="Montserrat"/>
                <a:cs typeface="Montserrat"/>
                <a:sym typeface="Montserrat"/>
              </a:rPr>
              <a:t>Genesis Market vendía "identidades digitales completas", como cookies, huellas digitales de navegador y credenciales robadas, para suplantación de identidad, fraudes bancarios y acceso a sistemas corporativos.</a:t>
            </a:r>
            <a:endParaRPr sz="1300">
              <a:solidFill>
                <a:schemeClr val="lt1"/>
              </a:solidFill>
              <a:latin typeface="Montserrat"/>
              <a:ea typeface="Montserrat"/>
              <a:cs typeface="Montserrat"/>
              <a:sym typeface="Montserrat"/>
            </a:endParaRPr>
          </a:p>
        </p:txBody>
      </p:sp>
      <p:pic>
        <p:nvPicPr>
          <p:cNvPr id="1955" name="Google Shape;1955;g359e0021a59_0_82" title="HANSA}.jpg"/>
          <p:cNvPicPr preferRelativeResize="0"/>
          <p:nvPr/>
        </p:nvPicPr>
        <p:blipFill>
          <a:blip r:embed="rId3">
            <a:alphaModFix/>
          </a:blip>
          <a:stretch>
            <a:fillRect/>
          </a:stretch>
        </p:blipFill>
        <p:spPr>
          <a:xfrm>
            <a:off x="156375" y="533813"/>
            <a:ext cx="4290204" cy="1420050"/>
          </a:xfrm>
          <a:prstGeom prst="rect">
            <a:avLst/>
          </a:prstGeom>
          <a:noFill/>
          <a:ln>
            <a:noFill/>
          </a:ln>
        </p:spPr>
      </p:pic>
      <p:pic>
        <p:nvPicPr>
          <p:cNvPr id="1956" name="Google Shape;1956;g359e0021a59_0_82" title="5 genesis market.png"/>
          <p:cNvPicPr preferRelativeResize="0"/>
          <p:nvPr/>
        </p:nvPicPr>
        <p:blipFill>
          <a:blip r:embed="rId4">
            <a:alphaModFix/>
          </a:blip>
          <a:stretch>
            <a:fillRect/>
          </a:stretch>
        </p:blipFill>
        <p:spPr>
          <a:xfrm>
            <a:off x="4695200" y="511825"/>
            <a:ext cx="4232950" cy="1409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955"/>
                                        </p:tgtEl>
                                        <p:attrNameLst>
                                          <p:attrName>style.visibility</p:attrName>
                                        </p:attrNameLst>
                                      </p:cBhvr>
                                      <p:to>
                                        <p:strVal val="visible"/>
                                      </p:to>
                                    </p:set>
                                    <p:anim calcmode="lin" valueType="num">
                                      <p:cBhvr additive="base">
                                        <p:cTn dur="1000"/>
                                        <p:tgtEl>
                                          <p:spTgt spid="195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950"/>
                                        </p:tgtEl>
                                        <p:attrNameLst>
                                          <p:attrName>style.visibility</p:attrName>
                                        </p:attrNameLst>
                                      </p:cBhvr>
                                      <p:to>
                                        <p:strVal val="visible"/>
                                      </p:to>
                                    </p:set>
                                    <p:anim calcmode="lin" valueType="num">
                                      <p:cBhvr additive="base">
                                        <p:cTn dur="1000"/>
                                        <p:tgtEl>
                                          <p:spTgt spid="195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951"/>
                                        </p:tgtEl>
                                        <p:attrNameLst>
                                          <p:attrName>style.visibility</p:attrName>
                                        </p:attrNameLst>
                                      </p:cBhvr>
                                      <p:to>
                                        <p:strVal val="visible"/>
                                      </p:to>
                                    </p:set>
                                    <p:anim calcmode="lin" valueType="num">
                                      <p:cBhvr additive="base">
                                        <p:cTn dur="1000"/>
                                        <p:tgtEl>
                                          <p:spTgt spid="195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956"/>
                                        </p:tgtEl>
                                        <p:attrNameLst>
                                          <p:attrName>style.visibility</p:attrName>
                                        </p:attrNameLst>
                                      </p:cBhvr>
                                      <p:to>
                                        <p:strVal val="visible"/>
                                      </p:to>
                                    </p:set>
                                    <p:anim calcmode="lin" valueType="num">
                                      <p:cBhvr additive="base">
                                        <p:cTn dur="1000"/>
                                        <p:tgtEl>
                                          <p:spTgt spid="195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953"/>
                                        </p:tgtEl>
                                        <p:attrNameLst>
                                          <p:attrName>style.visibility</p:attrName>
                                        </p:attrNameLst>
                                      </p:cBhvr>
                                      <p:to>
                                        <p:strVal val="visible"/>
                                      </p:to>
                                    </p:set>
                                    <p:anim calcmode="lin" valueType="num">
                                      <p:cBhvr additive="base">
                                        <p:cTn dur="1"/>
                                        <p:tgtEl>
                                          <p:spTgt spid="195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954"/>
                                        </p:tgtEl>
                                        <p:attrNameLst>
                                          <p:attrName>style.visibility</p:attrName>
                                        </p:attrNameLst>
                                      </p:cBhvr>
                                      <p:to>
                                        <p:strVal val="visible"/>
                                      </p:to>
                                    </p:set>
                                    <p:anim calcmode="lin" valueType="num">
                                      <p:cBhvr additive="base">
                                        <p:cTn dur="1000"/>
                                        <p:tgtEl>
                                          <p:spTgt spid="195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960" name="Shape 1960"/>
        <p:cNvGrpSpPr/>
        <p:nvPr/>
      </p:nvGrpSpPr>
      <p:grpSpPr>
        <a:xfrm>
          <a:off x="0" y="0"/>
          <a:ext cx="0" cy="0"/>
          <a:chOff x="0" y="0"/>
          <a:chExt cx="0" cy="0"/>
        </a:xfrm>
      </p:grpSpPr>
      <p:pic>
        <p:nvPicPr>
          <p:cNvPr id="1961" name="Google Shape;1961;g35251cc313b_0_2096"/>
          <p:cNvPicPr preferRelativeResize="0"/>
          <p:nvPr/>
        </p:nvPicPr>
        <p:blipFill>
          <a:blip r:embed="rId3">
            <a:alphaModFix/>
          </a:blip>
          <a:stretch>
            <a:fillRect/>
          </a:stretch>
        </p:blipFill>
        <p:spPr>
          <a:xfrm>
            <a:off x="-1772113" y="264525"/>
            <a:ext cx="12972242" cy="5206626"/>
          </a:xfrm>
          <a:prstGeom prst="rect">
            <a:avLst/>
          </a:prstGeom>
          <a:noFill/>
          <a:ln>
            <a:noFill/>
          </a:ln>
        </p:spPr>
      </p:pic>
      <p:pic>
        <p:nvPicPr>
          <p:cNvPr id="1962" name="Google Shape;1962;g35251cc313b_0_2096"/>
          <p:cNvPicPr preferRelativeResize="0"/>
          <p:nvPr/>
        </p:nvPicPr>
        <p:blipFill>
          <a:blip r:embed="rId4">
            <a:alphaModFix/>
          </a:blip>
          <a:stretch>
            <a:fillRect/>
          </a:stretch>
        </p:blipFill>
        <p:spPr>
          <a:xfrm>
            <a:off x="514350" y="1730338"/>
            <a:ext cx="8115302" cy="2900596"/>
          </a:xfrm>
          <a:prstGeom prst="rect">
            <a:avLst/>
          </a:prstGeom>
          <a:noFill/>
          <a:ln>
            <a:noFill/>
          </a:ln>
        </p:spPr>
      </p:pic>
      <p:sp>
        <p:nvSpPr>
          <p:cNvPr id="1963" name="Google Shape;1963;g35251cc313b_0_2096"/>
          <p:cNvSpPr txBox="1"/>
          <p:nvPr/>
        </p:nvSpPr>
        <p:spPr>
          <a:xfrm>
            <a:off x="514350" y="575925"/>
            <a:ext cx="7814700" cy="9234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 sz="6000">
                <a:solidFill>
                  <a:srgbClr val="FFFFFF"/>
                </a:solidFill>
                <a:latin typeface="Teko"/>
                <a:ea typeface="Teko"/>
                <a:cs typeface="Teko"/>
                <a:sym typeface="Teko"/>
              </a:rPr>
              <a:t>Investigacion en la DarkWeb</a:t>
            </a:r>
            <a:endParaRPr sz="700"/>
          </a:p>
        </p:txBody>
      </p:sp>
      <p:grpSp>
        <p:nvGrpSpPr>
          <p:cNvPr id="1964" name="Google Shape;1964;g35251cc313b_0_2096"/>
          <p:cNvGrpSpPr/>
          <p:nvPr/>
        </p:nvGrpSpPr>
        <p:grpSpPr>
          <a:xfrm rot="5400000">
            <a:off x="-195803" y="3077288"/>
            <a:ext cx="1404925" cy="204895"/>
            <a:chOff x="0" y="-47625"/>
            <a:chExt cx="812800" cy="118539"/>
          </a:xfrm>
        </p:grpSpPr>
        <p:sp>
          <p:nvSpPr>
            <p:cNvPr id="1965" name="Google Shape;1965;g35251cc313b_0_2096"/>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06D59F"/>
            </a:solidFill>
            <a:ln>
              <a:noFill/>
            </a:ln>
          </p:spPr>
        </p:sp>
        <p:sp>
          <p:nvSpPr>
            <p:cNvPr id="1966" name="Google Shape;1966;g35251cc313b_0_2096"/>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967" name="Google Shape;1967;g35251cc313b_0_2096"/>
          <p:cNvGrpSpPr/>
          <p:nvPr/>
        </p:nvGrpSpPr>
        <p:grpSpPr>
          <a:xfrm rot="5400000">
            <a:off x="8029637" y="3077288"/>
            <a:ext cx="1404925" cy="204895"/>
            <a:chOff x="0" y="-47625"/>
            <a:chExt cx="812800" cy="118539"/>
          </a:xfrm>
        </p:grpSpPr>
        <p:sp>
          <p:nvSpPr>
            <p:cNvPr id="1968" name="Google Shape;1968;g35251cc313b_0_2096"/>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06D59F"/>
            </a:solidFill>
            <a:ln>
              <a:noFill/>
            </a:ln>
          </p:spPr>
        </p:sp>
        <p:sp>
          <p:nvSpPr>
            <p:cNvPr id="1969" name="Google Shape;1969;g35251cc313b_0_2096"/>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973" name="Shape 1973"/>
        <p:cNvGrpSpPr/>
        <p:nvPr/>
      </p:nvGrpSpPr>
      <p:grpSpPr>
        <a:xfrm>
          <a:off x="0" y="0"/>
          <a:ext cx="0" cy="0"/>
          <a:chOff x="0" y="0"/>
          <a:chExt cx="0" cy="0"/>
        </a:xfrm>
      </p:grpSpPr>
      <p:pic>
        <p:nvPicPr>
          <p:cNvPr id="1974" name="Google Shape;1974;g359e0021a59_0_98"/>
          <p:cNvPicPr preferRelativeResize="0"/>
          <p:nvPr/>
        </p:nvPicPr>
        <p:blipFill>
          <a:blip r:embed="rId3">
            <a:alphaModFix/>
          </a:blip>
          <a:stretch>
            <a:fillRect/>
          </a:stretch>
        </p:blipFill>
        <p:spPr>
          <a:xfrm>
            <a:off x="-1772113" y="264525"/>
            <a:ext cx="12972242" cy="5206626"/>
          </a:xfrm>
          <a:prstGeom prst="rect">
            <a:avLst/>
          </a:prstGeom>
          <a:noFill/>
          <a:ln>
            <a:noFill/>
          </a:ln>
        </p:spPr>
      </p:pic>
      <p:sp>
        <p:nvSpPr>
          <p:cNvPr id="1975" name="Google Shape;1975;g359e0021a59_0_98"/>
          <p:cNvSpPr txBox="1"/>
          <p:nvPr/>
        </p:nvSpPr>
        <p:spPr>
          <a:xfrm>
            <a:off x="514350" y="575925"/>
            <a:ext cx="7814700" cy="9234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 sz="6000">
                <a:solidFill>
                  <a:srgbClr val="FFFFFF"/>
                </a:solidFill>
                <a:latin typeface="Teko"/>
                <a:ea typeface="Teko"/>
                <a:cs typeface="Teko"/>
                <a:sym typeface="Teko"/>
              </a:rPr>
              <a:t>Investigación</a:t>
            </a:r>
            <a:r>
              <a:rPr lang="en" sz="6000">
                <a:solidFill>
                  <a:srgbClr val="FFFFFF"/>
                </a:solidFill>
                <a:latin typeface="Teko"/>
                <a:ea typeface="Teko"/>
                <a:cs typeface="Teko"/>
                <a:sym typeface="Teko"/>
              </a:rPr>
              <a:t> en la DarkWeb</a:t>
            </a:r>
            <a:endParaRPr sz="700"/>
          </a:p>
        </p:txBody>
      </p:sp>
      <p:pic>
        <p:nvPicPr>
          <p:cNvPr id="1976" name="Google Shape;1976;g359e0021a59_0_98"/>
          <p:cNvPicPr preferRelativeResize="0"/>
          <p:nvPr/>
        </p:nvPicPr>
        <p:blipFill>
          <a:blip r:embed="rId4">
            <a:alphaModFix/>
          </a:blip>
          <a:stretch>
            <a:fillRect/>
          </a:stretch>
        </p:blipFill>
        <p:spPr>
          <a:xfrm>
            <a:off x="196900" y="1820725"/>
            <a:ext cx="8401874" cy="19546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0" name="Shape 1980"/>
        <p:cNvGrpSpPr/>
        <p:nvPr/>
      </p:nvGrpSpPr>
      <p:grpSpPr>
        <a:xfrm>
          <a:off x="0" y="0"/>
          <a:ext cx="0" cy="0"/>
          <a:chOff x="0" y="0"/>
          <a:chExt cx="0" cy="0"/>
        </a:xfrm>
      </p:grpSpPr>
      <p:pic>
        <p:nvPicPr>
          <p:cNvPr id="1981" name="Google Shape;1981;g359c69846d0_1_629"/>
          <p:cNvPicPr preferRelativeResize="0"/>
          <p:nvPr/>
        </p:nvPicPr>
        <p:blipFill rotWithShape="1">
          <a:blip r:embed="rId3">
            <a:alphaModFix/>
          </a:blip>
          <a:srcRect b="7819" l="0" r="0" t="7828"/>
          <a:stretch/>
        </p:blipFill>
        <p:spPr>
          <a:xfrm>
            <a:off x="0" y="0"/>
            <a:ext cx="9144000" cy="5143499"/>
          </a:xfrm>
          <a:prstGeom prst="rect">
            <a:avLst/>
          </a:prstGeom>
          <a:noFill/>
          <a:ln>
            <a:noFill/>
          </a:ln>
        </p:spPr>
      </p:pic>
      <p:grpSp>
        <p:nvGrpSpPr>
          <p:cNvPr id="1982" name="Google Shape;1982;g359c69846d0_1_629"/>
          <p:cNvGrpSpPr/>
          <p:nvPr/>
        </p:nvGrpSpPr>
        <p:grpSpPr>
          <a:xfrm>
            <a:off x="4878505" y="2312924"/>
            <a:ext cx="3278632" cy="2463647"/>
            <a:chOff x="0" y="-38100"/>
            <a:chExt cx="1726959" cy="1297681"/>
          </a:xfrm>
        </p:grpSpPr>
        <p:sp>
          <p:nvSpPr>
            <p:cNvPr id="1983" name="Google Shape;1983;g359c69846d0_1_629"/>
            <p:cNvSpPr/>
            <p:nvPr/>
          </p:nvSpPr>
          <p:spPr>
            <a:xfrm>
              <a:off x="0" y="0"/>
              <a:ext cx="1726959" cy="1259581"/>
            </a:xfrm>
            <a:custGeom>
              <a:rect b="b" l="l" r="r" t="t"/>
              <a:pathLst>
                <a:path extrusionOk="0" h="1259581" w="1726959">
                  <a:moveTo>
                    <a:pt x="0" y="0"/>
                  </a:moveTo>
                  <a:lnTo>
                    <a:pt x="1726959" y="0"/>
                  </a:lnTo>
                  <a:lnTo>
                    <a:pt x="1726959" y="1259581"/>
                  </a:lnTo>
                  <a:lnTo>
                    <a:pt x="0" y="1259581"/>
                  </a:lnTo>
                  <a:close/>
                </a:path>
              </a:pathLst>
            </a:custGeom>
            <a:solidFill>
              <a:srgbClr val="132E57"/>
            </a:solidFill>
            <a:ln>
              <a:noFill/>
            </a:ln>
          </p:spPr>
        </p:sp>
        <p:sp>
          <p:nvSpPr>
            <p:cNvPr id="1984" name="Google Shape;1984;g359c69846d0_1_629"/>
            <p:cNvSpPr txBox="1"/>
            <p:nvPr/>
          </p:nvSpPr>
          <p:spPr>
            <a:xfrm>
              <a:off x="0" y="-38100"/>
              <a:ext cx="812700" cy="8508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985" name="Google Shape;1985;g359c69846d0_1_629"/>
          <p:cNvGrpSpPr/>
          <p:nvPr/>
        </p:nvGrpSpPr>
        <p:grpSpPr>
          <a:xfrm>
            <a:off x="1297106" y="2312924"/>
            <a:ext cx="3278632" cy="2463647"/>
            <a:chOff x="0" y="-38100"/>
            <a:chExt cx="1726959" cy="1297681"/>
          </a:xfrm>
        </p:grpSpPr>
        <p:sp>
          <p:nvSpPr>
            <p:cNvPr id="1986" name="Google Shape;1986;g359c69846d0_1_629"/>
            <p:cNvSpPr/>
            <p:nvPr/>
          </p:nvSpPr>
          <p:spPr>
            <a:xfrm>
              <a:off x="0" y="0"/>
              <a:ext cx="1726959" cy="1259581"/>
            </a:xfrm>
            <a:custGeom>
              <a:rect b="b" l="l" r="r" t="t"/>
              <a:pathLst>
                <a:path extrusionOk="0" h="1259581" w="1726959">
                  <a:moveTo>
                    <a:pt x="0" y="0"/>
                  </a:moveTo>
                  <a:lnTo>
                    <a:pt x="1726959" y="0"/>
                  </a:lnTo>
                  <a:lnTo>
                    <a:pt x="1726959" y="1259581"/>
                  </a:lnTo>
                  <a:lnTo>
                    <a:pt x="0" y="1259581"/>
                  </a:lnTo>
                  <a:close/>
                </a:path>
              </a:pathLst>
            </a:custGeom>
            <a:solidFill>
              <a:srgbClr val="132E57"/>
            </a:solidFill>
            <a:ln>
              <a:noFill/>
            </a:ln>
          </p:spPr>
        </p:sp>
        <p:sp>
          <p:nvSpPr>
            <p:cNvPr id="1987" name="Google Shape;1987;g359c69846d0_1_629"/>
            <p:cNvSpPr txBox="1"/>
            <p:nvPr/>
          </p:nvSpPr>
          <p:spPr>
            <a:xfrm>
              <a:off x="0" y="-38100"/>
              <a:ext cx="812700" cy="8508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pic>
        <p:nvPicPr>
          <p:cNvPr id="1988" name="Google Shape;1988;g359c69846d0_1_629"/>
          <p:cNvPicPr preferRelativeResize="0"/>
          <p:nvPr/>
        </p:nvPicPr>
        <p:blipFill>
          <a:blip r:embed="rId4">
            <a:alphaModFix/>
          </a:blip>
          <a:stretch>
            <a:fillRect/>
          </a:stretch>
        </p:blipFill>
        <p:spPr>
          <a:xfrm>
            <a:off x="2566450" y="171875"/>
            <a:ext cx="3806300" cy="2141050"/>
          </a:xfrm>
          <a:prstGeom prst="rect">
            <a:avLst/>
          </a:prstGeom>
          <a:noFill/>
          <a:ln>
            <a:noFill/>
          </a:ln>
        </p:spPr>
      </p:pic>
      <p:sp>
        <p:nvSpPr>
          <p:cNvPr id="1989" name="Google Shape;1989;g359c69846d0_1_629"/>
          <p:cNvSpPr txBox="1"/>
          <p:nvPr/>
        </p:nvSpPr>
        <p:spPr>
          <a:xfrm>
            <a:off x="1760003" y="2474325"/>
            <a:ext cx="2472300" cy="461700"/>
          </a:xfrm>
          <a:prstGeom prst="rect">
            <a:avLst/>
          </a:prstGeom>
          <a:noFill/>
          <a:ln>
            <a:noFill/>
          </a:ln>
          <a:effectLst>
            <a:outerShdw blurRad="828675" rotWithShape="0" algn="bl" dir="720000" dist="19050">
              <a:srgbClr val="6CE5E8">
                <a:alpha val="95000"/>
              </a:srgbClr>
            </a:outerShdw>
          </a:effectLst>
        </p:spPr>
        <p:txBody>
          <a:bodyPr anchorCtr="0" anchor="t" bIns="0" lIns="0" spcFirstLastPara="1" rIns="0" wrap="square" tIns="0">
            <a:spAutoFit/>
          </a:bodyPr>
          <a:lstStyle/>
          <a:p>
            <a:pPr indent="0" lvl="0" marL="0" marR="0" rtl="0" algn="r">
              <a:lnSpc>
                <a:spcPct val="120000"/>
              </a:lnSpc>
              <a:spcBef>
                <a:spcPts val="0"/>
              </a:spcBef>
              <a:spcAft>
                <a:spcPts val="0"/>
              </a:spcAft>
              <a:buNone/>
            </a:pPr>
            <a:r>
              <a:rPr lang="en" sz="3000">
                <a:solidFill>
                  <a:schemeClr val="lt1"/>
                </a:solidFill>
                <a:latin typeface="Teko Medium"/>
                <a:ea typeface="Teko Medium"/>
                <a:cs typeface="Teko Medium"/>
                <a:sym typeface="Teko Medium"/>
              </a:rPr>
              <a:t>BUSQUEDA MANUAL</a:t>
            </a:r>
            <a:endParaRPr sz="700"/>
          </a:p>
        </p:txBody>
      </p:sp>
      <p:sp>
        <p:nvSpPr>
          <p:cNvPr id="1990" name="Google Shape;1990;g359c69846d0_1_629"/>
          <p:cNvSpPr txBox="1"/>
          <p:nvPr/>
        </p:nvSpPr>
        <p:spPr>
          <a:xfrm>
            <a:off x="1414232" y="3006425"/>
            <a:ext cx="2292000" cy="184800"/>
          </a:xfrm>
          <a:prstGeom prst="rect">
            <a:avLst/>
          </a:prstGeom>
          <a:noFill/>
          <a:ln>
            <a:noFill/>
          </a:ln>
        </p:spPr>
        <p:txBody>
          <a:bodyPr anchorCtr="0" anchor="t" bIns="0" lIns="0" spcFirstLastPara="1" rIns="0" wrap="square" tIns="0">
            <a:spAutoFit/>
          </a:bodyPr>
          <a:lstStyle/>
          <a:p>
            <a:pPr indent="-304800" lvl="0" marL="457200" marR="0" rtl="0" algn="l">
              <a:lnSpc>
                <a:spcPct val="140016"/>
              </a:lnSpc>
              <a:spcBef>
                <a:spcPts val="0"/>
              </a:spcBef>
              <a:spcAft>
                <a:spcPts val="0"/>
              </a:spcAft>
              <a:buClr>
                <a:srgbClr val="FFFFFF"/>
              </a:buClr>
              <a:buSzPts val="1200"/>
              <a:buFont typeface="Montserrat"/>
              <a:buChar char="●"/>
            </a:pPr>
            <a:r>
              <a:rPr lang="en" sz="1200">
                <a:solidFill>
                  <a:srgbClr val="FFFFFF"/>
                </a:solidFill>
                <a:latin typeface="Montserrat"/>
                <a:ea typeface="Montserrat"/>
                <a:cs typeface="Montserrat"/>
                <a:sym typeface="Montserrat"/>
              </a:rPr>
              <a:t>Tediosa</a:t>
            </a:r>
            <a:endParaRPr sz="700"/>
          </a:p>
        </p:txBody>
      </p:sp>
      <p:sp>
        <p:nvSpPr>
          <p:cNvPr id="1991" name="Google Shape;1991;g359c69846d0_1_629"/>
          <p:cNvSpPr txBox="1"/>
          <p:nvPr/>
        </p:nvSpPr>
        <p:spPr>
          <a:xfrm>
            <a:off x="4975700" y="2474325"/>
            <a:ext cx="3053400" cy="461700"/>
          </a:xfrm>
          <a:prstGeom prst="rect">
            <a:avLst/>
          </a:prstGeom>
          <a:noFill/>
          <a:ln>
            <a:noFill/>
          </a:ln>
          <a:effectLst>
            <a:outerShdw blurRad="828675" rotWithShape="0" algn="bl" dir="720000" dist="19050">
              <a:srgbClr val="6CE5E8">
                <a:alpha val="9500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 sz="3000">
                <a:solidFill>
                  <a:schemeClr val="lt1"/>
                </a:solidFill>
                <a:latin typeface="Teko Medium"/>
                <a:ea typeface="Teko Medium"/>
                <a:cs typeface="Teko Medium"/>
                <a:sym typeface="Teko Medium"/>
              </a:rPr>
              <a:t>USO DE HERRAMIENTAS</a:t>
            </a:r>
            <a:endParaRPr sz="700"/>
          </a:p>
        </p:txBody>
      </p:sp>
      <p:sp>
        <p:nvSpPr>
          <p:cNvPr id="1992" name="Google Shape;1992;g359c69846d0_1_629"/>
          <p:cNvSpPr txBox="1"/>
          <p:nvPr/>
        </p:nvSpPr>
        <p:spPr>
          <a:xfrm>
            <a:off x="1414232" y="3311225"/>
            <a:ext cx="2292000" cy="184800"/>
          </a:xfrm>
          <a:prstGeom prst="rect">
            <a:avLst/>
          </a:prstGeom>
          <a:noFill/>
          <a:ln>
            <a:noFill/>
          </a:ln>
        </p:spPr>
        <p:txBody>
          <a:bodyPr anchorCtr="0" anchor="t" bIns="0" lIns="0" spcFirstLastPara="1" rIns="0" wrap="square" tIns="0">
            <a:spAutoFit/>
          </a:bodyPr>
          <a:lstStyle/>
          <a:p>
            <a:pPr indent="-304800" lvl="0" marL="457200" marR="0" rtl="0" algn="l">
              <a:lnSpc>
                <a:spcPct val="140016"/>
              </a:lnSpc>
              <a:spcBef>
                <a:spcPts val="0"/>
              </a:spcBef>
              <a:spcAft>
                <a:spcPts val="0"/>
              </a:spcAft>
              <a:buClr>
                <a:srgbClr val="FFFFFF"/>
              </a:buClr>
              <a:buSzPts val="1200"/>
              <a:buFont typeface="Montserrat"/>
              <a:buChar char="●"/>
            </a:pPr>
            <a:r>
              <a:rPr lang="en" sz="1200">
                <a:solidFill>
                  <a:srgbClr val="FFFFFF"/>
                </a:solidFill>
                <a:latin typeface="Montserrat"/>
                <a:ea typeface="Montserrat"/>
                <a:cs typeface="Montserrat"/>
                <a:sym typeface="Montserrat"/>
              </a:rPr>
              <a:t>Lenta</a:t>
            </a:r>
            <a:endParaRPr sz="700"/>
          </a:p>
        </p:txBody>
      </p:sp>
      <p:sp>
        <p:nvSpPr>
          <p:cNvPr id="1993" name="Google Shape;1993;g359c69846d0_1_629"/>
          <p:cNvSpPr txBox="1"/>
          <p:nvPr/>
        </p:nvSpPr>
        <p:spPr>
          <a:xfrm>
            <a:off x="1414224" y="3616025"/>
            <a:ext cx="2662500" cy="184800"/>
          </a:xfrm>
          <a:prstGeom prst="rect">
            <a:avLst/>
          </a:prstGeom>
          <a:noFill/>
          <a:ln>
            <a:noFill/>
          </a:ln>
        </p:spPr>
        <p:txBody>
          <a:bodyPr anchorCtr="0" anchor="t" bIns="0" lIns="0" spcFirstLastPara="1" rIns="0" wrap="square" tIns="0">
            <a:spAutoFit/>
          </a:bodyPr>
          <a:lstStyle/>
          <a:p>
            <a:pPr indent="-304800" lvl="0" marL="457200" marR="0" rtl="0" algn="l">
              <a:lnSpc>
                <a:spcPct val="140016"/>
              </a:lnSpc>
              <a:spcBef>
                <a:spcPts val="0"/>
              </a:spcBef>
              <a:spcAft>
                <a:spcPts val="0"/>
              </a:spcAft>
              <a:buClr>
                <a:srgbClr val="FFFFFF"/>
              </a:buClr>
              <a:buSzPts val="1200"/>
              <a:buFont typeface="Montserrat"/>
              <a:buChar char="●"/>
            </a:pPr>
            <a:r>
              <a:rPr lang="en" sz="1200">
                <a:solidFill>
                  <a:srgbClr val="FFFFFF"/>
                </a:solidFill>
                <a:latin typeface="Montserrat"/>
                <a:ea typeface="Montserrat"/>
                <a:cs typeface="Montserrat"/>
                <a:sym typeface="Montserrat"/>
              </a:rPr>
              <a:t>Demanda mucho tiempo</a:t>
            </a:r>
            <a:endParaRPr sz="700"/>
          </a:p>
        </p:txBody>
      </p:sp>
      <p:sp>
        <p:nvSpPr>
          <p:cNvPr id="1994" name="Google Shape;1994;g359c69846d0_1_629"/>
          <p:cNvSpPr txBox="1"/>
          <p:nvPr/>
        </p:nvSpPr>
        <p:spPr>
          <a:xfrm>
            <a:off x="1414225" y="3920825"/>
            <a:ext cx="3094200" cy="443400"/>
          </a:xfrm>
          <a:prstGeom prst="rect">
            <a:avLst/>
          </a:prstGeom>
          <a:noFill/>
          <a:ln>
            <a:noFill/>
          </a:ln>
        </p:spPr>
        <p:txBody>
          <a:bodyPr anchorCtr="0" anchor="t" bIns="0" lIns="0" spcFirstLastPara="1" rIns="0" wrap="square" tIns="0">
            <a:spAutoFit/>
          </a:bodyPr>
          <a:lstStyle/>
          <a:p>
            <a:pPr indent="-304800" lvl="0" marL="457200" marR="0" rtl="0" algn="l">
              <a:lnSpc>
                <a:spcPct val="140016"/>
              </a:lnSpc>
              <a:spcBef>
                <a:spcPts val="0"/>
              </a:spcBef>
              <a:spcAft>
                <a:spcPts val="0"/>
              </a:spcAft>
              <a:buClr>
                <a:srgbClr val="FFFFFF"/>
              </a:buClr>
              <a:buSzPts val="1200"/>
              <a:buFont typeface="Montserrat"/>
              <a:buChar char="●"/>
            </a:pPr>
            <a:r>
              <a:rPr lang="en" sz="1200">
                <a:solidFill>
                  <a:srgbClr val="FFFFFF"/>
                </a:solidFill>
                <a:latin typeface="Montserrat"/>
                <a:ea typeface="Montserrat"/>
                <a:cs typeface="Montserrat"/>
                <a:sym typeface="Montserrat"/>
              </a:rPr>
              <a:t>Es la que </a:t>
            </a:r>
            <a:r>
              <a:rPr lang="en" sz="1200">
                <a:solidFill>
                  <a:srgbClr val="FFFFFF"/>
                </a:solidFill>
                <a:latin typeface="Montserrat"/>
                <a:ea typeface="Montserrat"/>
                <a:cs typeface="Montserrat"/>
                <a:sym typeface="Montserrat"/>
              </a:rPr>
              <a:t>más</a:t>
            </a:r>
            <a:r>
              <a:rPr lang="en" sz="1200">
                <a:solidFill>
                  <a:srgbClr val="FFFFFF"/>
                </a:solidFill>
                <a:latin typeface="Montserrat"/>
                <a:ea typeface="Montserrat"/>
                <a:cs typeface="Montserrat"/>
                <a:sym typeface="Montserrat"/>
              </a:rPr>
              <a:t> entrena nuestros skills y capacidades de </a:t>
            </a:r>
            <a:r>
              <a:rPr lang="en" sz="1200">
                <a:solidFill>
                  <a:srgbClr val="FFFFFF"/>
                </a:solidFill>
                <a:latin typeface="Montserrat"/>
                <a:ea typeface="Montserrat"/>
                <a:cs typeface="Montserrat"/>
                <a:sym typeface="Montserrat"/>
              </a:rPr>
              <a:t>análisis</a:t>
            </a:r>
            <a:r>
              <a:rPr lang="en" sz="1200">
                <a:solidFill>
                  <a:srgbClr val="FFFFFF"/>
                </a:solidFill>
                <a:latin typeface="Montserrat"/>
                <a:ea typeface="Montserrat"/>
                <a:cs typeface="Montserrat"/>
                <a:sym typeface="Montserrat"/>
              </a:rPr>
              <a:t>.</a:t>
            </a:r>
            <a:endParaRPr sz="700"/>
          </a:p>
        </p:txBody>
      </p:sp>
      <p:sp>
        <p:nvSpPr>
          <p:cNvPr id="1995" name="Google Shape;1995;g359c69846d0_1_629"/>
          <p:cNvSpPr txBox="1"/>
          <p:nvPr/>
        </p:nvSpPr>
        <p:spPr>
          <a:xfrm>
            <a:off x="5071823" y="3006425"/>
            <a:ext cx="2903700" cy="184800"/>
          </a:xfrm>
          <a:prstGeom prst="rect">
            <a:avLst/>
          </a:prstGeom>
          <a:noFill/>
          <a:ln>
            <a:noFill/>
          </a:ln>
        </p:spPr>
        <p:txBody>
          <a:bodyPr anchorCtr="0" anchor="t" bIns="0" lIns="0" spcFirstLastPara="1" rIns="0" wrap="square" tIns="0">
            <a:spAutoFit/>
          </a:bodyPr>
          <a:lstStyle/>
          <a:p>
            <a:pPr indent="-304800" lvl="0" marL="457200" marR="0" rtl="0" algn="l">
              <a:lnSpc>
                <a:spcPct val="140016"/>
              </a:lnSpc>
              <a:spcBef>
                <a:spcPts val="0"/>
              </a:spcBef>
              <a:spcAft>
                <a:spcPts val="0"/>
              </a:spcAft>
              <a:buClr>
                <a:srgbClr val="FFFFFF"/>
              </a:buClr>
              <a:buSzPts val="1200"/>
              <a:buFont typeface="Montserrat"/>
              <a:buChar char="●"/>
            </a:pPr>
            <a:r>
              <a:rPr lang="en" sz="1200">
                <a:solidFill>
                  <a:srgbClr val="FFFFFF"/>
                </a:solidFill>
                <a:latin typeface="Montserrat"/>
                <a:ea typeface="Montserrat"/>
                <a:cs typeface="Montserrat"/>
                <a:sym typeface="Montserrat"/>
              </a:rPr>
              <a:t>Proceso semi automatizado.</a:t>
            </a:r>
            <a:endParaRPr sz="700"/>
          </a:p>
        </p:txBody>
      </p:sp>
      <p:sp>
        <p:nvSpPr>
          <p:cNvPr id="1996" name="Google Shape;1996;g359c69846d0_1_629"/>
          <p:cNvSpPr txBox="1"/>
          <p:nvPr/>
        </p:nvSpPr>
        <p:spPr>
          <a:xfrm>
            <a:off x="5071823" y="3311225"/>
            <a:ext cx="2903700" cy="184800"/>
          </a:xfrm>
          <a:prstGeom prst="rect">
            <a:avLst/>
          </a:prstGeom>
          <a:noFill/>
          <a:ln>
            <a:noFill/>
          </a:ln>
        </p:spPr>
        <p:txBody>
          <a:bodyPr anchorCtr="0" anchor="t" bIns="0" lIns="0" spcFirstLastPara="1" rIns="0" wrap="square" tIns="0">
            <a:spAutoFit/>
          </a:bodyPr>
          <a:lstStyle/>
          <a:p>
            <a:pPr indent="-304800" lvl="0" marL="457200" marR="0" rtl="0" algn="l">
              <a:lnSpc>
                <a:spcPct val="140016"/>
              </a:lnSpc>
              <a:spcBef>
                <a:spcPts val="0"/>
              </a:spcBef>
              <a:spcAft>
                <a:spcPts val="0"/>
              </a:spcAft>
              <a:buClr>
                <a:srgbClr val="FFFFFF"/>
              </a:buClr>
              <a:buSzPts val="1200"/>
              <a:buFont typeface="Montserrat"/>
              <a:buChar char="●"/>
            </a:pPr>
            <a:r>
              <a:rPr lang="en" sz="1200">
                <a:solidFill>
                  <a:srgbClr val="FFFFFF"/>
                </a:solidFill>
                <a:latin typeface="Montserrat"/>
                <a:ea typeface="Montserrat"/>
                <a:cs typeface="Montserrat"/>
                <a:sym typeface="Montserrat"/>
              </a:rPr>
              <a:t>Rapida.</a:t>
            </a:r>
            <a:endParaRPr sz="700"/>
          </a:p>
        </p:txBody>
      </p:sp>
      <p:sp>
        <p:nvSpPr>
          <p:cNvPr id="1997" name="Google Shape;1997;g359c69846d0_1_629"/>
          <p:cNvSpPr txBox="1"/>
          <p:nvPr/>
        </p:nvSpPr>
        <p:spPr>
          <a:xfrm>
            <a:off x="5071823" y="3616025"/>
            <a:ext cx="2903700" cy="443400"/>
          </a:xfrm>
          <a:prstGeom prst="rect">
            <a:avLst/>
          </a:prstGeom>
          <a:noFill/>
          <a:ln>
            <a:noFill/>
          </a:ln>
        </p:spPr>
        <p:txBody>
          <a:bodyPr anchorCtr="0" anchor="t" bIns="0" lIns="0" spcFirstLastPara="1" rIns="0" wrap="square" tIns="0">
            <a:spAutoFit/>
          </a:bodyPr>
          <a:lstStyle/>
          <a:p>
            <a:pPr indent="-304800" lvl="0" marL="457200" marR="0" rtl="0" algn="l">
              <a:lnSpc>
                <a:spcPct val="140016"/>
              </a:lnSpc>
              <a:spcBef>
                <a:spcPts val="0"/>
              </a:spcBef>
              <a:spcAft>
                <a:spcPts val="0"/>
              </a:spcAft>
              <a:buClr>
                <a:srgbClr val="FFFFFF"/>
              </a:buClr>
              <a:buSzPts val="1200"/>
              <a:buFont typeface="Montserrat"/>
              <a:buChar char="●"/>
            </a:pPr>
            <a:r>
              <a:rPr lang="en" sz="1200">
                <a:solidFill>
                  <a:srgbClr val="FFFFFF"/>
                </a:solidFill>
                <a:latin typeface="Montserrat"/>
                <a:ea typeface="Montserrat"/>
                <a:cs typeface="Montserrat"/>
                <a:sym typeface="Montserrat"/>
              </a:rPr>
              <a:t>Demanda poco tiempo en recolectar datos.</a:t>
            </a:r>
            <a:endParaRPr sz="700"/>
          </a:p>
        </p:txBody>
      </p:sp>
      <p:sp>
        <p:nvSpPr>
          <p:cNvPr id="1998" name="Google Shape;1998;g359c69846d0_1_629"/>
          <p:cNvSpPr txBox="1"/>
          <p:nvPr/>
        </p:nvSpPr>
        <p:spPr>
          <a:xfrm>
            <a:off x="5071823" y="4225625"/>
            <a:ext cx="2903700" cy="443400"/>
          </a:xfrm>
          <a:prstGeom prst="rect">
            <a:avLst/>
          </a:prstGeom>
          <a:noFill/>
          <a:ln>
            <a:noFill/>
          </a:ln>
        </p:spPr>
        <p:txBody>
          <a:bodyPr anchorCtr="0" anchor="t" bIns="0" lIns="0" spcFirstLastPara="1" rIns="0" wrap="square" tIns="0">
            <a:spAutoFit/>
          </a:bodyPr>
          <a:lstStyle/>
          <a:p>
            <a:pPr indent="-304800" lvl="0" marL="457200" marR="0" rtl="0" algn="l">
              <a:lnSpc>
                <a:spcPct val="140016"/>
              </a:lnSpc>
              <a:spcBef>
                <a:spcPts val="0"/>
              </a:spcBef>
              <a:spcAft>
                <a:spcPts val="0"/>
              </a:spcAft>
              <a:buClr>
                <a:srgbClr val="FFFFFF"/>
              </a:buClr>
              <a:buSzPts val="1200"/>
              <a:buFont typeface="Montserrat"/>
              <a:buChar char="●"/>
            </a:pPr>
            <a:r>
              <a:rPr lang="en" sz="1200">
                <a:solidFill>
                  <a:srgbClr val="FFFFFF"/>
                </a:solidFill>
                <a:latin typeface="Montserrat"/>
                <a:ea typeface="Montserrat"/>
                <a:cs typeface="Montserrat"/>
                <a:sym typeface="Montserrat"/>
              </a:rPr>
              <a:t>Usualmente se requiere </a:t>
            </a:r>
            <a:r>
              <a:rPr lang="en" sz="1200">
                <a:solidFill>
                  <a:srgbClr val="FFFFFF"/>
                </a:solidFill>
                <a:latin typeface="Montserrat"/>
                <a:ea typeface="Montserrat"/>
                <a:cs typeface="Montserrat"/>
                <a:sym typeface="Montserrat"/>
              </a:rPr>
              <a:t>verificación</a:t>
            </a:r>
            <a:r>
              <a:rPr lang="en" sz="1200">
                <a:solidFill>
                  <a:srgbClr val="FFFFFF"/>
                </a:solidFill>
                <a:latin typeface="Montserrat"/>
                <a:ea typeface="Montserrat"/>
                <a:cs typeface="Montserrat"/>
                <a:sym typeface="Montserrat"/>
              </a:rPr>
              <a:t> manual.</a:t>
            </a:r>
            <a:endParaRPr sz="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89"/>
                                        </p:tgtEl>
                                        <p:attrNameLst>
                                          <p:attrName>style.visibility</p:attrName>
                                        </p:attrNameLst>
                                      </p:cBhvr>
                                      <p:to>
                                        <p:strVal val="visible"/>
                                      </p:to>
                                    </p:set>
                                    <p:animEffect filter="fade" transition="in">
                                      <p:cBhvr>
                                        <p:cTn dur="500"/>
                                        <p:tgtEl>
                                          <p:spTgt spid="19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990"/>
                                        </p:tgtEl>
                                        <p:attrNameLst>
                                          <p:attrName>style.visibility</p:attrName>
                                        </p:attrNameLst>
                                      </p:cBhvr>
                                      <p:to>
                                        <p:strVal val="visible"/>
                                      </p:to>
                                    </p:set>
                                    <p:anim calcmode="lin" valueType="num">
                                      <p:cBhvr additive="base">
                                        <p:cTn dur="1000"/>
                                        <p:tgtEl>
                                          <p:spTgt spid="199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992"/>
                                        </p:tgtEl>
                                        <p:attrNameLst>
                                          <p:attrName>style.visibility</p:attrName>
                                        </p:attrNameLst>
                                      </p:cBhvr>
                                      <p:to>
                                        <p:strVal val="visible"/>
                                      </p:to>
                                    </p:set>
                                    <p:anim calcmode="lin" valueType="num">
                                      <p:cBhvr additive="base">
                                        <p:cTn dur="1000"/>
                                        <p:tgtEl>
                                          <p:spTgt spid="199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993"/>
                                        </p:tgtEl>
                                        <p:attrNameLst>
                                          <p:attrName>style.visibility</p:attrName>
                                        </p:attrNameLst>
                                      </p:cBhvr>
                                      <p:to>
                                        <p:strVal val="visible"/>
                                      </p:to>
                                    </p:set>
                                    <p:anim calcmode="lin" valueType="num">
                                      <p:cBhvr additive="base">
                                        <p:cTn dur="1000"/>
                                        <p:tgtEl>
                                          <p:spTgt spid="199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994"/>
                                        </p:tgtEl>
                                        <p:attrNameLst>
                                          <p:attrName>style.visibility</p:attrName>
                                        </p:attrNameLst>
                                      </p:cBhvr>
                                      <p:to>
                                        <p:strVal val="visible"/>
                                      </p:to>
                                    </p:set>
                                    <p:anim calcmode="lin" valueType="num">
                                      <p:cBhvr additive="base">
                                        <p:cTn dur="1000"/>
                                        <p:tgtEl>
                                          <p:spTgt spid="199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002" name="Shape 2002"/>
        <p:cNvGrpSpPr/>
        <p:nvPr/>
      </p:nvGrpSpPr>
      <p:grpSpPr>
        <a:xfrm>
          <a:off x="0" y="0"/>
          <a:ext cx="0" cy="0"/>
          <a:chOff x="0" y="0"/>
          <a:chExt cx="0" cy="0"/>
        </a:xfrm>
      </p:grpSpPr>
      <p:grpSp>
        <p:nvGrpSpPr>
          <p:cNvPr id="2003" name="Google Shape;2003;g359e0021a59_0_131"/>
          <p:cNvGrpSpPr/>
          <p:nvPr/>
        </p:nvGrpSpPr>
        <p:grpSpPr>
          <a:xfrm>
            <a:off x="4879376" y="2685963"/>
            <a:ext cx="4009213" cy="685800"/>
            <a:chOff x="6361081" y="3581184"/>
            <a:chExt cx="4059141" cy="914400"/>
          </a:xfrm>
        </p:grpSpPr>
        <p:sp>
          <p:nvSpPr>
            <p:cNvPr id="2004" name="Google Shape;2004;g359e0021a59_0_131"/>
            <p:cNvSpPr/>
            <p:nvPr/>
          </p:nvSpPr>
          <p:spPr>
            <a:xfrm>
              <a:off x="6361081" y="3581184"/>
              <a:ext cx="914400" cy="914400"/>
            </a:xfrm>
            <a:prstGeom prst="rect">
              <a:avLst/>
            </a:prstGeom>
            <a:gradFill>
              <a:gsLst>
                <a:gs pos="0">
                  <a:schemeClr val="accent4"/>
                </a:gs>
                <a:gs pos="44000">
                  <a:srgbClr val="41258C"/>
                </a:gs>
                <a:gs pos="100000">
                  <a:srgbClr val="320175"/>
                </a:gs>
              </a:gsLst>
              <a:lin ang="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800">
                  <a:solidFill>
                    <a:schemeClr val="lt1"/>
                  </a:solidFill>
                  <a:latin typeface="Montserrat"/>
                  <a:ea typeface="Montserrat"/>
                  <a:cs typeface="Montserrat"/>
                  <a:sym typeface="Montserrat"/>
                </a:rPr>
                <a:t>01</a:t>
              </a:r>
              <a:endParaRPr sz="1100"/>
            </a:p>
          </p:txBody>
        </p:sp>
        <p:sp>
          <p:nvSpPr>
            <p:cNvPr id="2005" name="Google Shape;2005;g359e0021a59_0_131"/>
            <p:cNvSpPr txBox="1"/>
            <p:nvPr/>
          </p:nvSpPr>
          <p:spPr>
            <a:xfrm>
              <a:off x="7316422" y="3848636"/>
              <a:ext cx="3103800" cy="379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a:solidFill>
                    <a:schemeClr val="lt1"/>
                  </a:solidFill>
                  <a:latin typeface="Montserrat"/>
                  <a:ea typeface="Montserrat"/>
                  <a:cs typeface="Montserrat"/>
                  <a:sym typeface="Montserrat"/>
                </a:rPr>
                <a:t>Mediante Scripts (OnionSearch)</a:t>
              </a:r>
              <a:endParaRPr sz="1400">
                <a:solidFill>
                  <a:schemeClr val="dk1"/>
                </a:solidFill>
                <a:latin typeface="Calibri"/>
                <a:ea typeface="Calibri"/>
                <a:cs typeface="Calibri"/>
                <a:sym typeface="Calibri"/>
              </a:endParaRPr>
            </a:p>
          </p:txBody>
        </p:sp>
      </p:grpSp>
      <p:pic>
        <p:nvPicPr>
          <p:cNvPr id="2006" name="Google Shape;2006;g359e0021a59_0_131"/>
          <p:cNvPicPr preferRelativeResize="0"/>
          <p:nvPr/>
        </p:nvPicPr>
        <p:blipFill>
          <a:blip r:embed="rId3">
            <a:alphaModFix/>
          </a:blip>
          <a:stretch>
            <a:fillRect/>
          </a:stretch>
        </p:blipFill>
        <p:spPr>
          <a:xfrm>
            <a:off x="28375" y="200475"/>
            <a:ext cx="4088299" cy="2097900"/>
          </a:xfrm>
          <a:prstGeom prst="rect">
            <a:avLst/>
          </a:prstGeom>
          <a:noFill/>
          <a:ln>
            <a:noFill/>
          </a:ln>
        </p:spPr>
      </p:pic>
      <p:pic>
        <p:nvPicPr>
          <p:cNvPr id="2007" name="Google Shape;2007;g359e0021a59_0_131"/>
          <p:cNvPicPr preferRelativeResize="0"/>
          <p:nvPr/>
        </p:nvPicPr>
        <p:blipFill>
          <a:blip r:embed="rId4">
            <a:alphaModFix/>
          </a:blip>
          <a:stretch>
            <a:fillRect/>
          </a:stretch>
        </p:blipFill>
        <p:spPr>
          <a:xfrm>
            <a:off x="5019125" y="200475"/>
            <a:ext cx="3144874" cy="2080075"/>
          </a:xfrm>
          <a:prstGeom prst="rect">
            <a:avLst/>
          </a:prstGeom>
          <a:noFill/>
          <a:ln>
            <a:noFill/>
          </a:ln>
        </p:spPr>
      </p:pic>
      <p:pic>
        <p:nvPicPr>
          <p:cNvPr id="2008" name="Google Shape;2008;g359e0021a59_0_131"/>
          <p:cNvPicPr preferRelativeResize="0"/>
          <p:nvPr/>
        </p:nvPicPr>
        <p:blipFill>
          <a:blip r:embed="rId5">
            <a:alphaModFix/>
          </a:blip>
          <a:stretch>
            <a:fillRect/>
          </a:stretch>
        </p:blipFill>
        <p:spPr>
          <a:xfrm>
            <a:off x="28375" y="2363950"/>
            <a:ext cx="4088291" cy="2097900"/>
          </a:xfrm>
          <a:prstGeom prst="rect">
            <a:avLst/>
          </a:prstGeom>
          <a:noFill/>
          <a:ln>
            <a:noFill/>
          </a:ln>
        </p:spPr>
      </p:pic>
      <p:grpSp>
        <p:nvGrpSpPr>
          <p:cNvPr id="2009" name="Google Shape;2009;g359e0021a59_0_131"/>
          <p:cNvGrpSpPr/>
          <p:nvPr/>
        </p:nvGrpSpPr>
        <p:grpSpPr>
          <a:xfrm>
            <a:off x="4820186" y="3879072"/>
            <a:ext cx="4255353" cy="685800"/>
            <a:chOff x="6301154" y="5171996"/>
            <a:chExt cx="4308346" cy="914400"/>
          </a:xfrm>
        </p:grpSpPr>
        <p:sp>
          <p:nvSpPr>
            <p:cNvPr id="2010" name="Google Shape;2010;g359e0021a59_0_131"/>
            <p:cNvSpPr/>
            <p:nvPr/>
          </p:nvSpPr>
          <p:spPr>
            <a:xfrm>
              <a:off x="6301154" y="5171996"/>
              <a:ext cx="914400" cy="914400"/>
            </a:xfrm>
            <a:prstGeom prst="rect">
              <a:avLst/>
            </a:prstGeom>
            <a:gradFill>
              <a:gsLst>
                <a:gs pos="0">
                  <a:schemeClr val="accent4"/>
                </a:gs>
                <a:gs pos="44000">
                  <a:srgbClr val="41258C"/>
                </a:gs>
                <a:gs pos="100000">
                  <a:srgbClr val="320175"/>
                </a:gs>
              </a:gsLst>
              <a:lin ang="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800">
                  <a:solidFill>
                    <a:schemeClr val="lt1"/>
                  </a:solidFill>
                  <a:latin typeface="Montserrat"/>
                  <a:ea typeface="Montserrat"/>
                  <a:cs typeface="Montserrat"/>
                  <a:sym typeface="Montserrat"/>
                </a:rPr>
                <a:t>02</a:t>
              </a:r>
              <a:endParaRPr sz="1100"/>
            </a:p>
          </p:txBody>
        </p:sp>
        <p:sp>
          <p:nvSpPr>
            <p:cNvPr id="2011" name="Google Shape;2011;g359e0021a59_0_131"/>
            <p:cNvSpPr txBox="1"/>
            <p:nvPr/>
          </p:nvSpPr>
          <p:spPr>
            <a:xfrm>
              <a:off x="7505700" y="5306031"/>
              <a:ext cx="3103800" cy="666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a:solidFill>
                    <a:schemeClr val="lt1"/>
                  </a:solidFill>
                  <a:latin typeface="Montserrat"/>
                  <a:ea typeface="Montserrat"/>
                  <a:cs typeface="Montserrat"/>
                  <a:sym typeface="Montserrat"/>
                </a:rPr>
                <a:t>Mediante Buscadores (Duck and Go - Ahmia)</a:t>
              </a:r>
              <a:endParaRPr sz="14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003"/>
                                        </p:tgtEl>
                                        <p:attrNameLst>
                                          <p:attrName>style.visibility</p:attrName>
                                        </p:attrNameLst>
                                      </p:cBhvr>
                                      <p:to>
                                        <p:strVal val="visible"/>
                                      </p:to>
                                    </p:set>
                                    <p:anim calcmode="lin" valueType="num">
                                      <p:cBhvr additive="base">
                                        <p:cTn dur="1000"/>
                                        <p:tgtEl>
                                          <p:spTgt spid="200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006"/>
                                        </p:tgtEl>
                                        <p:attrNameLst>
                                          <p:attrName>style.visibility</p:attrName>
                                        </p:attrNameLst>
                                      </p:cBhvr>
                                      <p:to>
                                        <p:strVal val="visible"/>
                                      </p:to>
                                    </p:set>
                                    <p:anim calcmode="lin" valueType="num">
                                      <p:cBhvr additive="base">
                                        <p:cTn dur="1000"/>
                                        <p:tgtEl>
                                          <p:spTgt spid="200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009"/>
                                        </p:tgtEl>
                                        <p:attrNameLst>
                                          <p:attrName>style.visibility</p:attrName>
                                        </p:attrNameLst>
                                      </p:cBhvr>
                                      <p:to>
                                        <p:strVal val="visible"/>
                                      </p:to>
                                    </p:set>
                                    <p:anim calcmode="lin" valueType="num">
                                      <p:cBhvr additive="base">
                                        <p:cTn dur="1000"/>
                                        <p:tgtEl>
                                          <p:spTgt spid="200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8"/>
                                        </p:tgtEl>
                                        <p:attrNameLst>
                                          <p:attrName>style.visibility</p:attrName>
                                        </p:attrNameLst>
                                      </p:cBhvr>
                                      <p:to>
                                        <p:strVal val="visible"/>
                                      </p:to>
                                    </p:set>
                                    <p:anim calcmode="lin" valueType="num">
                                      <p:cBhvr additive="base">
                                        <p:cTn dur="1000"/>
                                        <p:tgtEl>
                                          <p:spTgt spid="200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007"/>
                                        </p:tgtEl>
                                        <p:attrNameLst>
                                          <p:attrName>style.visibility</p:attrName>
                                        </p:attrNameLst>
                                      </p:cBhvr>
                                      <p:to>
                                        <p:strVal val="visible"/>
                                      </p:to>
                                    </p:set>
                                    <p:anim calcmode="lin" valueType="num">
                                      <p:cBhvr additive="base">
                                        <p:cTn dur="1000"/>
                                        <p:tgtEl>
                                          <p:spTgt spid="200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2015" name="Shape 2015"/>
        <p:cNvGrpSpPr/>
        <p:nvPr/>
      </p:nvGrpSpPr>
      <p:grpSpPr>
        <a:xfrm>
          <a:off x="0" y="0"/>
          <a:ext cx="0" cy="0"/>
          <a:chOff x="0" y="0"/>
          <a:chExt cx="0" cy="0"/>
        </a:xfrm>
      </p:grpSpPr>
      <p:pic>
        <p:nvPicPr>
          <p:cNvPr id="2016" name="Google Shape;2016;g35251cc313b_0_2317"/>
          <p:cNvPicPr preferRelativeResize="0"/>
          <p:nvPr/>
        </p:nvPicPr>
        <p:blipFill>
          <a:blip r:embed="rId3">
            <a:alphaModFix/>
          </a:blip>
          <a:stretch>
            <a:fillRect/>
          </a:stretch>
        </p:blipFill>
        <p:spPr>
          <a:xfrm>
            <a:off x="-124355" y="26787"/>
            <a:ext cx="9499930" cy="5288050"/>
          </a:xfrm>
          <a:prstGeom prst="rect">
            <a:avLst/>
          </a:prstGeom>
          <a:noFill/>
          <a:ln>
            <a:noFill/>
          </a:ln>
        </p:spPr>
      </p:pic>
      <p:pic>
        <p:nvPicPr>
          <p:cNvPr id="2017" name="Google Shape;2017;g35251cc313b_0_2317" title="Metodologia.png"/>
          <p:cNvPicPr preferRelativeResize="0"/>
          <p:nvPr/>
        </p:nvPicPr>
        <p:blipFill rotWithShape="1">
          <a:blip r:embed="rId4">
            <a:alphaModFix/>
          </a:blip>
          <a:srcRect b="0" l="0" r="0" t="0"/>
          <a:stretch/>
        </p:blipFill>
        <p:spPr>
          <a:xfrm>
            <a:off x="-12" y="26777"/>
            <a:ext cx="9033024" cy="5000547"/>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1" name="Shape 2021"/>
        <p:cNvGrpSpPr/>
        <p:nvPr/>
      </p:nvGrpSpPr>
      <p:grpSpPr>
        <a:xfrm>
          <a:off x="0" y="0"/>
          <a:ext cx="0" cy="0"/>
          <a:chOff x="0" y="0"/>
          <a:chExt cx="0" cy="0"/>
        </a:xfrm>
      </p:grpSpPr>
      <p:pic>
        <p:nvPicPr>
          <p:cNvPr id="2022" name="Google Shape;2022;g34d20b728ef_1_577"/>
          <p:cNvPicPr preferRelativeResize="0"/>
          <p:nvPr/>
        </p:nvPicPr>
        <p:blipFill rotWithShape="1">
          <a:blip r:embed="rId3">
            <a:alphaModFix/>
          </a:blip>
          <a:srcRect b="14714" l="0" r="10112" t="9443"/>
          <a:stretch/>
        </p:blipFill>
        <p:spPr>
          <a:xfrm>
            <a:off x="0" y="0"/>
            <a:ext cx="9144005" cy="5143502"/>
          </a:xfrm>
          <a:prstGeom prst="rect">
            <a:avLst/>
          </a:prstGeom>
          <a:noFill/>
          <a:ln>
            <a:noFill/>
          </a:ln>
        </p:spPr>
      </p:pic>
      <p:grpSp>
        <p:nvGrpSpPr>
          <p:cNvPr id="2023" name="Google Shape;2023;g34d20b728ef_1_577"/>
          <p:cNvGrpSpPr/>
          <p:nvPr/>
        </p:nvGrpSpPr>
        <p:grpSpPr>
          <a:xfrm>
            <a:off x="-1381496" y="-716595"/>
            <a:ext cx="6117186" cy="6144605"/>
            <a:chOff x="1813" y="0"/>
            <a:chExt cx="809173" cy="812800"/>
          </a:xfrm>
        </p:grpSpPr>
        <p:sp>
          <p:nvSpPr>
            <p:cNvPr id="2024" name="Google Shape;2024;g34d20b728ef_1_577"/>
            <p:cNvSpPr/>
            <p:nvPr/>
          </p:nvSpPr>
          <p:spPr>
            <a:xfrm>
              <a:off x="1813" y="0"/>
              <a:ext cx="809173" cy="812800"/>
            </a:xfrm>
            <a:custGeom>
              <a:rect b="b" l="l" r="r" t="t"/>
              <a:pathLst>
                <a:path extrusionOk="0" h="812800" w="809173">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25" name="Google Shape;2025;g34d20b728ef_1_577"/>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026" name="Google Shape;2026;g34d20b728ef_1_577"/>
          <p:cNvGrpSpPr/>
          <p:nvPr/>
        </p:nvGrpSpPr>
        <p:grpSpPr>
          <a:xfrm>
            <a:off x="-1558899" y="-716595"/>
            <a:ext cx="6117186" cy="6144605"/>
            <a:chOff x="1813" y="0"/>
            <a:chExt cx="809173" cy="812800"/>
          </a:xfrm>
        </p:grpSpPr>
        <p:sp>
          <p:nvSpPr>
            <p:cNvPr id="2027" name="Google Shape;2027;g34d20b728ef_1_577"/>
            <p:cNvSpPr/>
            <p:nvPr/>
          </p:nvSpPr>
          <p:spPr>
            <a:xfrm>
              <a:off x="1813" y="0"/>
              <a:ext cx="809173" cy="812800"/>
            </a:xfrm>
            <a:custGeom>
              <a:rect b="b" l="l" r="r" t="t"/>
              <a:pathLst>
                <a:path extrusionOk="0" h="812800" w="809173">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132E5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28" name="Google Shape;2028;g34d20b728ef_1_577"/>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029" name="Google Shape;2029;g34d20b728ef_1_577"/>
          <p:cNvSpPr txBox="1"/>
          <p:nvPr/>
        </p:nvSpPr>
        <p:spPr>
          <a:xfrm>
            <a:off x="277114" y="1468920"/>
            <a:ext cx="3663300" cy="138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4500">
                <a:solidFill>
                  <a:srgbClr val="60B3DD"/>
                </a:solidFill>
                <a:latin typeface="Teko Medium"/>
                <a:ea typeface="Teko Medium"/>
                <a:cs typeface="Teko Medium"/>
                <a:sym typeface="Teko Medium"/>
              </a:rPr>
              <a:t>USO DE HERRAMIENTAS</a:t>
            </a:r>
            <a:endParaRPr sz="700"/>
          </a:p>
        </p:txBody>
      </p:sp>
      <p:grpSp>
        <p:nvGrpSpPr>
          <p:cNvPr id="2030" name="Google Shape;2030;g34d20b728ef_1_577"/>
          <p:cNvGrpSpPr/>
          <p:nvPr/>
        </p:nvGrpSpPr>
        <p:grpSpPr>
          <a:xfrm>
            <a:off x="277556" y="951765"/>
            <a:ext cx="197681" cy="198567"/>
            <a:chOff x="1813" y="0"/>
            <a:chExt cx="809173" cy="812800"/>
          </a:xfrm>
        </p:grpSpPr>
        <p:sp>
          <p:nvSpPr>
            <p:cNvPr id="2031" name="Google Shape;2031;g34d20b728ef_1_577"/>
            <p:cNvSpPr/>
            <p:nvPr/>
          </p:nvSpPr>
          <p:spPr>
            <a:xfrm>
              <a:off x="1813" y="0"/>
              <a:ext cx="809173" cy="812800"/>
            </a:xfrm>
            <a:custGeom>
              <a:rect b="b" l="l" r="r" t="t"/>
              <a:pathLst>
                <a:path extrusionOk="0" h="812800" w="809173">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000000">
                <a:alpha val="0"/>
              </a:srgbClr>
            </a:solidFill>
            <a:ln cap="flat" cmpd="sng" w="38100">
              <a:solidFill>
                <a:srgbClr val="41B8D5"/>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32" name="Google Shape;2032;g34d20b728ef_1_577"/>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033" name="Google Shape;2033;g34d20b728ef_1_577"/>
          <p:cNvGrpSpPr/>
          <p:nvPr/>
        </p:nvGrpSpPr>
        <p:grpSpPr>
          <a:xfrm>
            <a:off x="628486" y="951765"/>
            <a:ext cx="197681" cy="198567"/>
            <a:chOff x="1813" y="0"/>
            <a:chExt cx="809173" cy="812800"/>
          </a:xfrm>
        </p:grpSpPr>
        <p:sp>
          <p:nvSpPr>
            <p:cNvPr id="2034" name="Google Shape;2034;g34d20b728ef_1_577"/>
            <p:cNvSpPr/>
            <p:nvPr/>
          </p:nvSpPr>
          <p:spPr>
            <a:xfrm>
              <a:off x="1813" y="0"/>
              <a:ext cx="809173" cy="812800"/>
            </a:xfrm>
            <a:custGeom>
              <a:rect b="b" l="l" r="r" t="t"/>
              <a:pathLst>
                <a:path extrusionOk="0" h="812800" w="809173">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000000">
                <a:alpha val="0"/>
              </a:srgbClr>
            </a:solidFill>
            <a:ln cap="flat" cmpd="sng" w="38100">
              <a:solidFill>
                <a:srgbClr val="41B8D5"/>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35" name="Google Shape;2035;g34d20b728ef_1_577"/>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036" name="Google Shape;2036;g34d20b728ef_1_577"/>
          <p:cNvGrpSpPr/>
          <p:nvPr/>
        </p:nvGrpSpPr>
        <p:grpSpPr>
          <a:xfrm>
            <a:off x="979416" y="951765"/>
            <a:ext cx="197681" cy="198567"/>
            <a:chOff x="1813" y="0"/>
            <a:chExt cx="809173" cy="812800"/>
          </a:xfrm>
        </p:grpSpPr>
        <p:sp>
          <p:nvSpPr>
            <p:cNvPr id="2037" name="Google Shape;2037;g34d20b728ef_1_577"/>
            <p:cNvSpPr/>
            <p:nvPr/>
          </p:nvSpPr>
          <p:spPr>
            <a:xfrm>
              <a:off x="1813" y="0"/>
              <a:ext cx="809173" cy="812800"/>
            </a:xfrm>
            <a:custGeom>
              <a:rect b="b" l="l" r="r" t="t"/>
              <a:pathLst>
                <a:path extrusionOk="0" h="812800" w="809173">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000000">
                <a:alpha val="0"/>
              </a:srgbClr>
            </a:solidFill>
            <a:ln cap="flat" cmpd="sng" w="38100">
              <a:solidFill>
                <a:srgbClr val="41B8D5"/>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38" name="Google Shape;2038;g34d20b728ef_1_577"/>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9"/>
                                        </p:tgtEl>
                                        <p:attrNameLst>
                                          <p:attrName>style.visibility</p:attrName>
                                        </p:attrNameLst>
                                      </p:cBhvr>
                                      <p:to>
                                        <p:strVal val="visible"/>
                                      </p:to>
                                    </p:set>
                                    <p:animEffect filter="fade" transition="in">
                                      <p:cBhvr>
                                        <p:cTn dur="500"/>
                                        <p:tgtEl>
                                          <p:spTgt spid="20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2" name="Shape 2042"/>
        <p:cNvGrpSpPr/>
        <p:nvPr/>
      </p:nvGrpSpPr>
      <p:grpSpPr>
        <a:xfrm>
          <a:off x="0" y="0"/>
          <a:ext cx="0" cy="0"/>
          <a:chOff x="0" y="0"/>
          <a:chExt cx="0" cy="0"/>
        </a:xfrm>
      </p:grpSpPr>
      <p:pic>
        <p:nvPicPr>
          <p:cNvPr id="2043" name="Google Shape;2043;g359cb2a55f7_0_22" title="4.png"/>
          <p:cNvPicPr preferRelativeResize="0"/>
          <p:nvPr/>
        </p:nvPicPr>
        <p:blipFill>
          <a:blip r:embed="rId3">
            <a:alphaModFix/>
          </a:blip>
          <a:stretch>
            <a:fillRect/>
          </a:stretch>
        </p:blipFill>
        <p:spPr>
          <a:xfrm>
            <a:off x="446000" y="221225"/>
            <a:ext cx="8500949" cy="42911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7" name="Shape 2047"/>
        <p:cNvGrpSpPr/>
        <p:nvPr/>
      </p:nvGrpSpPr>
      <p:grpSpPr>
        <a:xfrm>
          <a:off x="0" y="0"/>
          <a:ext cx="0" cy="0"/>
          <a:chOff x="0" y="0"/>
          <a:chExt cx="0" cy="0"/>
        </a:xfrm>
      </p:grpSpPr>
      <p:pic>
        <p:nvPicPr>
          <p:cNvPr id="2048" name="Google Shape;2048;g359cb2a55f7_0_70" title="3.png"/>
          <p:cNvPicPr preferRelativeResize="0"/>
          <p:nvPr/>
        </p:nvPicPr>
        <p:blipFill>
          <a:blip r:embed="rId3">
            <a:alphaModFix/>
          </a:blip>
          <a:stretch>
            <a:fillRect/>
          </a:stretch>
        </p:blipFill>
        <p:spPr>
          <a:xfrm>
            <a:off x="182575" y="251550"/>
            <a:ext cx="8839200" cy="4578632"/>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2052" name="Shape 2052"/>
        <p:cNvGrpSpPr/>
        <p:nvPr/>
      </p:nvGrpSpPr>
      <p:grpSpPr>
        <a:xfrm>
          <a:off x="0" y="0"/>
          <a:ext cx="0" cy="0"/>
          <a:chOff x="0" y="0"/>
          <a:chExt cx="0" cy="0"/>
        </a:xfrm>
      </p:grpSpPr>
      <p:pic>
        <p:nvPicPr>
          <p:cNvPr id="2053" name="Google Shape;2053;g359cb2a55f7_0_83"/>
          <p:cNvPicPr preferRelativeResize="0"/>
          <p:nvPr/>
        </p:nvPicPr>
        <p:blipFill>
          <a:blip r:embed="rId3">
            <a:alphaModFix/>
          </a:blip>
          <a:stretch>
            <a:fillRect/>
          </a:stretch>
        </p:blipFill>
        <p:spPr>
          <a:xfrm>
            <a:off x="-203783" y="-14325"/>
            <a:ext cx="9554524" cy="5318439"/>
          </a:xfrm>
          <a:prstGeom prst="rect">
            <a:avLst/>
          </a:prstGeom>
          <a:noFill/>
          <a:ln>
            <a:noFill/>
          </a:ln>
        </p:spPr>
      </p:pic>
      <p:pic>
        <p:nvPicPr>
          <p:cNvPr id="2054" name="Google Shape;2054;g359cb2a55f7_0_83"/>
          <p:cNvPicPr preferRelativeResize="0"/>
          <p:nvPr/>
        </p:nvPicPr>
        <p:blipFill>
          <a:blip r:embed="rId4">
            <a:alphaModFix/>
          </a:blip>
          <a:stretch>
            <a:fillRect/>
          </a:stretch>
        </p:blipFill>
        <p:spPr>
          <a:xfrm>
            <a:off x="297100" y="246988"/>
            <a:ext cx="11829279" cy="5048237"/>
          </a:xfrm>
          <a:prstGeom prst="rect">
            <a:avLst/>
          </a:prstGeom>
          <a:noFill/>
          <a:ln>
            <a:noFill/>
          </a:ln>
        </p:spPr>
      </p:pic>
      <p:grpSp>
        <p:nvGrpSpPr>
          <p:cNvPr id="2055" name="Google Shape;2055;g359cb2a55f7_0_83"/>
          <p:cNvGrpSpPr/>
          <p:nvPr/>
        </p:nvGrpSpPr>
        <p:grpSpPr>
          <a:xfrm rot="5400000">
            <a:off x="-176019" y="2428185"/>
            <a:ext cx="1404925" cy="204895"/>
            <a:chOff x="0" y="-47625"/>
            <a:chExt cx="812800" cy="118539"/>
          </a:xfrm>
        </p:grpSpPr>
        <p:sp>
          <p:nvSpPr>
            <p:cNvPr id="2056" name="Google Shape;2056;g359cb2a55f7_0_83"/>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2057" name="Google Shape;2057;g359cb2a55f7_0_83"/>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058" name="Google Shape;2058;g359cb2a55f7_0_83"/>
          <p:cNvGrpSpPr/>
          <p:nvPr/>
        </p:nvGrpSpPr>
        <p:grpSpPr>
          <a:xfrm rot="5400000">
            <a:off x="2798948" y="2428185"/>
            <a:ext cx="1404925" cy="204895"/>
            <a:chOff x="0" y="-47625"/>
            <a:chExt cx="812800" cy="118539"/>
          </a:xfrm>
        </p:grpSpPr>
        <p:sp>
          <p:nvSpPr>
            <p:cNvPr id="2059" name="Google Shape;2059;g359cb2a55f7_0_83"/>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2060" name="Google Shape;2060;g359cb2a55f7_0_83"/>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061" name="Google Shape;2061;g359cb2a55f7_0_83"/>
          <p:cNvSpPr txBox="1"/>
          <p:nvPr/>
        </p:nvSpPr>
        <p:spPr>
          <a:xfrm>
            <a:off x="4856075" y="879950"/>
            <a:ext cx="3796500" cy="18288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 sz="5400">
                <a:solidFill>
                  <a:srgbClr val="FFFFFF"/>
                </a:solidFill>
                <a:latin typeface="Teko"/>
                <a:ea typeface="Teko"/>
                <a:cs typeface="Teko"/>
                <a:sym typeface="Teko"/>
              </a:rPr>
              <a:t>Leaks, Extorsiones y algo mas</a:t>
            </a:r>
            <a:endParaRPr sz="100"/>
          </a:p>
        </p:txBody>
      </p:sp>
      <p:sp>
        <p:nvSpPr>
          <p:cNvPr id="2062" name="Google Shape;2062;g359cb2a55f7_0_83"/>
          <p:cNvSpPr txBox="1"/>
          <p:nvPr/>
        </p:nvSpPr>
        <p:spPr>
          <a:xfrm>
            <a:off x="4856073" y="2650520"/>
            <a:ext cx="3773700" cy="558600"/>
          </a:xfrm>
          <a:prstGeom prst="rect">
            <a:avLst/>
          </a:prstGeom>
          <a:noFill/>
          <a:ln>
            <a:noFill/>
          </a:ln>
        </p:spPr>
        <p:txBody>
          <a:bodyPr anchorCtr="0" anchor="t" bIns="0" lIns="0" spcFirstLastPara="1" rIns="0" wrap="square" tIns="0">
            <a:spAutoFit/>
          </a:bodyPr>
          <a:lstStyle/>
          <a:p>
            <a:pPr indent="0" lvl="1" marL="0" marR="0" rtl="0" algn="l">
              <a:lnSpc>
                <a:spcPct val="115000"/>
              </a:lnSpc>
              <a:spcBef>
                <a:spcPts val="0"/>
              </a:spcBef>
              <a:spcAft>
                <a:spcPts val="0"/>
              </a:spcAft>
              <a:buNone/>
            </a:pPr>
            <a:r>
              <a:rPr b="0" i="0" lang="en" sz="1100" u="none" cap="none" strike="noStrike">
                <a:solidFill>
                  <a:srgbClr val="FFFFFF"/>
                </a:solidFill>
                <a:latin typeface="Montserrat"/>
                <a:ea typeface="Montserrat"/>
                <a:cs typeface="Montserrat"/>
                <a:sym typeface="Montserrat"/>
              </a:rPr>
              <a:t>is a tapestry woven with threads of resilience, innovation, and triumph. From the earliest days of human civilization, our ancestors have faced </a:t>
            </a:r>
            <a:endParaRPr sz="700"/>
          </a:p>
        </p:txBody>
      </p:sp>
      <p:sp>
        <p:nvSpPr>
          <p:cNvPr id="2063" name="Google Shape;2063;g359cb2a55f7_0_83"/>
          <p:cNvSpPr/>
          <p:nvPr/>
        </p:nvSpPr>
        <p:spPr>
          <a:xfrm>
            <a:off x="3901730" y="678697"/>
            <a:ext cx="734775" cy="736113"/>
          </a:xfrm>
          <a:custGeom>
            <a:rect b="b" l="l" r="r" t="t"/>
            <a:pathLst>
              <a:path extrusionOk="0" h="1472226" w="1469549">
                <a:moveTo>
                  <a:pt x="0" y="0"/>
                </a:moveTo>
                <a:lnTo>
                  <a:pt x="1469549" y="0"/>
                </a:lnTo>
                <a:lnTo>
                  <a:pt x="1469549" y="1472226"/>
                </a:lnTo>
                <a:lnTo>
                  <a:pt x="0" y="1472226"/>
                </a:lnTo>
                <a:lnTo>
                  <a:pt x="0" y="0"/>
                </a:lnTo>
                <a:close/>
              </a:path>
            </a:pathLst>
          </a:custGeom>
          <a:blipFill rotWithShape="1">
            <a:blip r:embed="rId5">
              <a:alphaModFix/>
            </a:blip>
            <a:stretch>
              <a:fillRect b="0" l="0" r="0" t="0"/>
            </a:stretch>
          </a:blipFill>
          <a:ln>
            <a:noFill/>
          </a:ln>
        </p:spPr>
      </p:sp>
      <p:pic>
        <p:nvPicPr>
          <p:cNvPr id="2064" name="Google Shape;2064;g359cb2a55f7_0_83"/>
          <p:cNvPicPr preferRelativeResize="0"/>
          <p:nvPr/>
        </p:nvPicPr>
        <p:blipFill>
          <a:blip r:embed="rId6">
            <a:alphaModFix/>
          </a:blip>
          <a:stretch>
            <a:fillRect/>
          </a:stretch>
        </p:blipFill>
        <p:spPr>
          <a:xfrm>
            <a:off x="961700" y="1414788"/>
            <a:ext cx="2857500" cy="2143125"/>
          </a:xfrm>
          <a:prstGeom prst="rect">
            <a:avLst/>
          </a:prstGeom>
          <a:noFill/>
          <a:ln>
            <a:noFill/>
          </a:ln>
        </p:spPr>
      </p:pic>
      <p:pic>
        <p:nvPicPr>
          <p:cNvPr id="2065" name="Google Shape;2065;g359cb2a55f7_0_83" title="Untitled design (1).png"/>
          <p:cNvPicPr preferRelativeResize="0"/>
          <p:nvPr/>
        </p:nvPicPr>
        <p:blipFill>
          <a:blip r:embed="rId7">
            <a:alphaModFix amt="24000"/>
          </a:blip>
          <a:stretch>
            <a:fillRect/>
          </a:stretch>
        </p:blipFill>
        <p:spPr>
          <a:xfrm>
            <a:off x="2103425" y="149313"/>
            <a:ext cx="4762500" cy="47625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9" name="Shape 2069"/>
        <p:cNvGrpSpPr/>
        <p:nvPr/>
      </p:nvGrpSpPr>
      <p:grpSpPr>
        <a:xfrm>
          <a:off x="0" y="0"/>
          <a:ext cx="0" cy="0"/>
          <a:chOff x="0" y="0"/>
          <a:chExt cx="0" cy="0"/>
        </a:xfrm>
      </p:grpSpPr>
      <p:pic>
        <p:nvPicPr>
          <p:cNvPr id="2070" name="Google Shape;2070;g359cb2a55f7_0_104" title="2.png"/>
          <p:cNvPicPr preferRelativeResize="0"/>
          <p:nvPr/>
        </p:nvPicPr>
        <p:blipFill>
          <a:blip r:embed="rId3">
            <a:alphaModFix/>
          </a:blip>
          <a:stretch>
            <a:fillRect/>
          </a:stretch>
        </p:blipFill>
        <p:spPr>
          <a:xfrm>
            <a:off x="152400" y="152400"/>
            <a:ext cx="8808437" cy="4838702"/>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4" name="Shape 2074"/>
        <p:cNvGrpSpPr/>
        <p:nvPr/>
      </p:nvGrpSpPr>
      <p:grpSpPr>
        <a:xfrm>
          <a:off x="0" y="0"/>
          <a:ext cx="0" cy="0"/>
          <a:chOff x="0" y="0"/>
          <a:chExt cx="0" cy="0"/>
        </a:xfrm>
      </p:grpSpPr>
      <p:pic>
        <p:nvPicPr>
          <p:cNvPr id="2075" name="Google Shape;2075;g359cb2a55f7_0_75" title="2.1.png"/>
          <p:cNvPicPr preferRelativeResize="0"/>
          <p:nvPr/>
        </p:nvPicPr>
        <p:blipFill>
          <a:blip r:embed="rId3">
            <a:alphaModFix/>
          </a:blip>
          <a:stretch>
            <a:fillRect/>
          </a:stretch>
        </p:blipFill>
        <p:spPr>
          <a:xfrm>
            <a:off x="511175" y="113600"/>
            <a:ext cx="6064504" cy="48387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9" name="Shape 2079"/>
        <p:cNvGrpSpPr/>
        <p:nvPr/>
      </p:nvGrpSpPr>
      <p:grpSpPr>
        <a:xfrm>
          <a:off x="0" y="0"/>
          <a:ext cx="0" cy="0"/>
          <a:chOff x="0" y="0"/>
          <a:chExt cx="0" cy="0"/>
        </a:xfrm>
      </p:grpSpPr>
      <p:pic>
        <p:nvPicPr>
          <p:cNvPr id="2080" name="Google Shape;2080;g35234afb7e3_0_6"/>
          <p:cNvPicPr preferRelativeResize="0"/>
          <p:nvPr/>
        </p:nvPicPr>
        <p:blipFill>
          <a:blip r:embed="rId3">
            <a:alphaModFix/>
          </a:blip>
          <a:stretch>
            <a:fillRect/>
          </a:stretch>
        </p:blipFill>
        <p:spPr>
          <a:xfrm>
            <a:off x="152400" y="152400"/>
            <a:ext cx="7317640" cy="4838700"/>
          </a:xfrm>
          <a:prstGeom prst="rect">
            <a:avLst/>
          </a:prstGeom>
          <a:noFill/>
          <a:ln>
            <a:noFill/>
          </a:ln>
        </p:spPr>
      </p:pic>
      <p:pic>
        <p:nvPicPr>
          <p:cNvPr id="2081" name="Google Shape;2081;g35234afb7e3_0_6"/>
          <p:cNvPicPr preferRelativeResize="0"/>
          <p:nvPr/>
        </p:nvPicPr>
        <p:blipFill>
          <a:blip r:embed="rId4">
            <a:alphaModFix/>
          </a:blip>
          <a:stretch>
            <a:fillRect/>
          </a:stretch>
        </p:blipFill>
        <p:spPr>
          <a:xfrm>
            <a:off x="4753345" y="2169850"/>
            <a:ext cx="4710823" cy="2686226"/>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5" name="Shape 2085"/>
        <p:cNvGrpSpPr/>
        <p:nvPr/>
      </p:nvGrpSpPr>
      <p:grpSpPr>
        <a:xfrm>
          <a:off x="0" y="0"/>
          <a:ext cx="0" cy="0"/>
          <a:chOff x="0" y="0"/>
          <a:chExt cx="0" cy="0"/>
        </a:xfrm>
      </p:grpSpPr>
      <p:pic>
        <p:nvPicPr>
          <p:cNvPr id="2086" name="Google Shape;2086;g35234afb7e3_0_11"/>
          <p:cNvPicPr preferRelativeResize="0"/>
          <p:nvPr/>
        </p:nvPicPr>
        <p:blipFill>
          <a:blip r:embed="rId3">
            <a:alphaModFix/>
          </a:blip>
          <a:stretch>
            <a:fillRect/>
          </a:stretch>
        </p:blipFill>
        <p:spPr>
          <a:xfrm>
            <a:off x="152400" y="152400"/>
            <a:ext cx="8839199" cy="4804866"/>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2090" name="Shape 2090"/>
        <p:cNvGrpSpPr/>
        <p:nvPr/>
      </p:nvGrpSpPr>
      <p:grpSpPr>
        <a:xfrm>
          <a:off x="0" y="0"/>
          <a:ext cx="0" cy="0"/>
          <a:chOff x="0" y="0"/>
          <a:chExt cx="0" cy="0"/>
        </a:xfrm>
      </p:grpSpPr>
      <p:pic>
        <p:nvPicPr>
          <p:cNvPr id="2091" name="Google Shape;2091;g358087a55f5_0_50"/>
          <p:cNvPicPr preferRelativeResize="0"/>
          <p:nvPr/>
        </p:nvPicPr>
        <p:blipFill>
          <a:blip r:embed="rId3">
            <a:alphaModFix/>
          </a:blip>
          <a:stretch>
            <a:fillRect/>
          </a:stretch>
        </p:blipFill>
        <p:spPr>
          <a:xfrm>
            <a:off x="-203783" y="-14325"/>
            <a:ext cx="9554524" cy="5318439"/>
          </a:xfrm>
          <a:prstGeom prst="rect">
            <a:avLst/>
          </a:prstGeom>
          <a:noFill/>
          <a:ln>
            <a:noFill/>
          </a:ln>
        </p:spPr>
      </p:pic>
      <p:pic>
        <p:nvPicPr>
          <p:cNvPr id="2092" name="Google Shape;2092;g358087a55f5_0_50"/>
          <p:cNvPicPr preferRelativeResize="0"/>
          <p:nvPr/>
        </p:nvPicPr>
        <p:blipFill>
          <a:blip r:embed="rId4">
            <a:alphaModFix/>
          </a:blip>
          <a:stretch>
            <a:fillRect/>
          </a:stretch>
        </p:blipFill>
        <p:spPr>
          <a:xfrm>
            <a:off x="67300" y="152400"/>
            <a:ext cx="8924298" cy="4665699"/>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2096" name="Shape 2096"/>
        <p:cNvGrpSpPr/>
        <p:nvPr/>
      </p:nvGrpSpPr>
      <p:grpSpPr>
        <a:xfrm>
          <a:off x="0" y="0"/>
          <a:ext cx="0" cy="0"/>
          <a:chOff x="0" y="0"/>
          <a:chExt cx="0" cy="0"/>
        </a:xfrm>
      </p:grpSpPr>
      <p:pic>
        <p:nvPicPr>
          <p:cNvPr id="2097" name="Google Shape;2097;g358087a55f5_0_63"/>
          <p:cNvPicPr preferRelativeResize="0"/>
          <p:nvPr/>
        </p:nvPicPr>
        <p:blipFill>
          <a:blip r:embed="rId3">
            <a:alphaModFix/>
          </a:blip>
          <a:stretch>
            <a:fillRect/>
          </a:stretch>
        </p:blipFill>
        <p:spPr>
          <a:xfrm>
            <a:off x="-203783" y="-14325"/>
            <a:ext cx="9554524" cy="5318439"/>
          </a:xfrm>
          <a:prstGeom prst="rect">
            <a:avLst/>
          </a:prstGeom>
          <a:noFill/>
          <a:ln>
            <a:noFill/>
          </a:ln>
        </p:spPr>
      </p:pic>
      <p:pic>
        <p:nvPicPr>
          <p:cNvPr id="2098" name="Google Shape;2098;g358087a55f5_0_63"/>
          <p:cNvPicPr preferRelativeResize="0"/>
          <p:nvPr/>
        </p:nvPicPr>
        <p:blipFill>
          <a:blip r:embed="rId4">
            <a:alphaModFix/>
          </a:blip>
          <a:stretch>
            <a:fillRect/>
          </a:stretch>
        </p:blipFill>
        <p:spPr>
          <a:xfrm>
            <a:off x="298150" y="27050"/>
            <a:ext cx="8603451" cy="4859176"/>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2102" name="Shape 2102"/>
        <p:cNvGrpSpPr/>
        <p:nvPr/>
      </p:nvGrpSpPr>
      <p:grpSpPr>
        <a:xfrm>
          <a:off x="0" y="0"/>
          <a:ext cx="0" cy="0"/>
          <a:chOff x="0" y="0"/>
          <a:chExt cx="0" cy="0"/>
        </a:xfrm>
      </p:grpSpPr>
      <p:pic>
        <p:nvPicPr>
          <p:cNvPr id="2103" name="Google Shape;2103;g358087a55f5_0_57"/>
          <p:cNvPicPr preferRelativeResize="0"/>
          <p:nvPr/>
        </p:nvPicPr>
        <p:blipFill>
          <a:blip r:embed="rId3">
            <a:alphaModFix/>
          </a:blip>
          <a:stretch>
            <a:fillRect/>
          </a:stretch>
        </p:blipFill>
        <p:spPr>
          <a:xfrm>
            <a:off x="-203783" y="-14325"/>
            <a:ext cx="9554524" cy="5318439"/>
          </a:xfrm>
          <a:prstGeom prst="rect">
            <a:avLst/>
          </a:prstGeom>
          <a:noFill/>
          <a:ln>
            <a:noFill/>
          </a:ln>
        </p:spPr>
      </p:pic>
      <p:pic>
        <p:nvPicPr>
          <p:cNvPr id="2104" name="Google Shape;2104;g358087a55f5_0_57"/>
          <p:cNvPicPr preferRelativeResize="0"/>
          <p:nvPr/>
        </p:nvPicPr>
        <p:blipFill>
          <a:blip r:embed="rId4">
            <a:alphaModFix/>
          </a:blip>
          <a:stretch>
            <a:fillRect/>
          </a:stretch>
        </p:blipFill>
        <p:spPr>
          <a:xfrm>
            <a:off x="872173" y="325358"/>
            <a:ext cx="7228275" cy="449280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108" name="Shape 2108"/>
        <p:cNvGrpSpPr/>
        <p:nvPr/>
      </p:nvGrpSpPr>
      <p:grpSpPr>
        <a:xfrm>
          <a:off x="0" y="0"/>
          <a:ext cx="0" cy="0"/>
          <a:chOff x="0" y="0"/>
          <a:chExt cx="0" cy="0"/>
        </a:xfrm>
      </p:grpSpPr>
      <p:sp>
        <p:nvSpPr>
          <p:cNvPr id="2109" name="Google Shape;2109;g359c69846d0_1_0"/>
          <p:cNvSpPr txBox="1"/>
          <p:nvPr/>
        </p:nvSpPr>
        <p:spPr>
          <a:xfrm>
            <a:off x="7093059" y="120873"/>
            <a:ext cx="1939200" cy="23850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en" sz="1100">
                <a:solidFill>
                  <a:schemeClr val="lt1"/>
                </a:solidFill>
                <a:latin typeface="Montserrat"/>
                <a:ea typeface="Montserrat"/>
                <a:cs typeface="Montserrat"/>
                <a:sym typeface="Montserrat"/>
              </a:rPr>
              <a:t>Cyber Security</a:t>
            </a:r>
            <a:endParaRPr sz="1100"/>
          </a:p>
        </p:txBody>
      </p:sp>
      <p:sp>
        <p:nvSpPr>
          <p:cNvPr id="2110" name="Google Shape;2110;g359c69846d0_1_0"/>
          <p:cNvSpPr txBox="1"/>
          <p:nvPr/>
        </p:nvSpPr>
        <p:spPr>
          <a:xfrm>
            <a:off x="436700" y="657100"/>
            <a:ext cx="56904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700">
                <a:solidFill>
                  <a:schemeClr val="lt1"/>
                </a:solidFill>
                <a:latin typeface="Montserrat"/>
                <a:ea typeface="Montserrat"/>
                <a:cs typeface="Montserrat"/>
                <a:sym typeface="Montserrat"/>
              </a:rPr>
              <a:t>Consideraciones legales</a:t>
            </a:r>
            <a:endParaRPr b="1" sz="2700">
              <a:solidFill>
                <a:schemeClr val="lt1"/>
              </a:solidFill>
              <a:latin typeface="Montserrat"/>
              <a:ea typeface="Montserrat"/>
              <a:cs typeface="Montserrat"/>
              <a:sym typeface="Montserrat"/>
            </a:endParaRPr>
          </a:p>
        </p:txBody>
      </p:sp>
      <p:grpSp>
        <p:nvGrpSpPr>
          <p:cNvPr id="2111" name="Google Shape;2111;g359c69846d0_1_0"/>
          <p:cNvGrpSpPr/>
          <p:nvPr/>
        </p:nvGrpSpPr>
        <p:grpSpPr>
          <a:xfrm>
            <a:off x="436705" y="1529860"/>
            <a:ext cx="8140208" cy="3138031"/>
            <a:chOff x="582274" y="2039814"/>
            <a:chExt cx="10853610" cy="4184041"/>
          </a:xfrm>
        </p:grpSpPr>
        <p:pic>
          <p:nvPicPr>
            <p:cNvPr descr="Free photo medium shot man holding device" id="2112" name="Google Shape;2112;g359c69846d0_1_0"/>
            <p:cNvPicPr preferRelativeResize="0"/>
            <p:nvPr/>
          </p:nvPicPr>
          <p:blipFill rotWithShape="1">
            <a:blip r:embed="rId3">
              <a:alphaModFix/>
            </a:blip>
            <a:srcRect b="0" l="0" r="13525" t="0"/>
            <a:stretch/>
          </p:blipFill>
          <p:spPr>
            <a:xfrm>
              <a:off x="582274" y="2039814"/>
              <a:ext cx="5431664" cy="4184041"/>
            </a:xfrm>
            <a:prstGeom prst="rect">
              <a:avLst/>
            </a:prstGeom>
            <a:noFill/>
            <a:ln>
              <a:noFill/>
            </a:ln>
          </p:spPr>
        </p:pic>
        <p:sp>
          <p:nvSpPr>
            <p:cNvPr id="2113" name="Google Shape;2113;g359c69846d0_1_0"/>
            <p:cNvSpPr txBox="1"/>
            <p:nvPr/>
          </p:nvSpPr>
          <p:spPr>
            <a:xfrm>
              <a:off x="6265984" y="3198018"/>
              <a:ext cx="5169900" cy="16725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en">
                  <a:solidFill>
                    <a:schemeClr val="lt1"/>
                  </a:solidFill>
                  <a:latin typeface="Montserrat"/>
                  <a:ea typeface="Montserrat"/>
                  <a:cs typeface="Montserrat"/>
                  <a:sym typeface="Montserrat"/>
                </a:rPr>
                <a:t>En esta </a:t>
              </a:r>
              <a:r>
                <a:rPr lang="en">
                  <a:solidFill>
                    <a:schemeClr val="lt1"/>
                  </a:solidFill>
                  <a:latin typeface="Montserrat"/>
                  <a:ea typeface="Montserrat"/>
                  <a:cs typeface="Montserrat"/>
                  <a:sym typeface="Montserrat"/>
                </a:rPr>
                <a:t>último</a:t>
              </a:r>
              <a:r>
                <a:rPr lang="en">
                  <a:solidFill>
                    <a:schemeClr val="lt1"/>
                  </a:solidFill>
                  <a:latin typeface="Montserrat"/>
                  <a:ea typeface="Montserrat"/>
                  <a:cs typeface="Montserrat"/>
                  <a:sym typeface="Montserrat"/>
                </a:rPr>
                <a:t> </a:t>
              </a:r>
              <a:r>
                <a:rPr lang="en">
                  <a:solidFill>
                    <a:schemeClr val="lt1"/>
                  </a:solidFill>
                  <a:latin typeface="Montserrat"/>
                  <a:ea typeface="Montserrat"/>
                  <a:cs typeface="Montserrat"/>
                  <a:sym typeface="Montserrat"/>
                </a:rPr>
                <a:t>capítulo</a:t>
              </a:r>
              <a:r>
                <a:rPr lang="en">
                  <a:solidFill>
                    <a:schemeClr val="lt1"/>
                  </a:solidFill>
                  <a:latin typeface="Montserrat"/>
                  <a:ea typeface="Montserrat"/>
                  <a:cs typeface="Montserrat"/>
                  <a:sym typeface="Montserrat"/>
                </a:rPr>
                <a:t> resaltaremos los aspectos </a:t>
              </a:r>
              <a:r>
                <a:rPr lang="en">
                  <a:solidFill>
                    <a:schemeClr val="lt1"/>
                  </a:solidFill>
                  <a:latin typeface="Montserrat"/>
                  <a:ea typeface="Montserrat"/>
                  <a:cs typeface="Montserrat"/>
                  <a:sym typeface="Montserrat"/>
                </a:rPr>
                <a:t>más</a:t>
              </a:r>
              <a:r>
                <a:rPr lang="en">
                  <a:solidFill>
                    <a:schemeClr val="lt1"/>
                  </a:solidFill>
                  <a:latin typeface="Montserrat"/>
                  <a:ea typeface="Montserrat"/>
                  <a:cs typeface="Montserrat"/>
                  <a:sym typeface="Montserrat"/>
                </a:rPr>
                <a:t> importantes a tener en cuenta a la hora de intentar realizar una </a:t>
              </a:r>
              <a:r>
                <a:rPr lang="en">
                  <a:solidFill>
                    <a:schemeClr val="lt1"/>
                  </a:solidFill>
                  <a:latin typeface="Montserrat"/>
                  <a:ea typeface="Montserrat"/>
                  <a:cs typeface="Montserrat"/>
                  <a:sym typeface="Montserrat"/>
                </a:rPr>
                <a:t>investigación</a:t>
              </a:r>
              <a:endParaRPr sz="1400">
                <a:solidFill>
                  <a:schemeClr val="lt1"/>
                </a:solidFill>
                <a:latin typeface="Montserrat"/>
                <a:ea typeface="Montserrat"/>
                <a:cs typeface="Montserrat"/>
                <a:sym typeface="Montserrat"/>
              </a:endParaRPr>
            </a:p>
          </p:txBody>
        </p:sp>
      </p:gr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2117" name="Shape 2117"/>
        <p:cNvGrpSpPr/>
        <p:nvPr/>
      </p:nvGrpSpPr>
      <p:grpSpPr>
        <a:xfrm>
          <a:off x="0" y="0"/>
          <a:ext cx="0" cy="0"/>
          <a:chOff x="0" y="0"/>
          <a:chExt cx="0" cy="0"/>
        </a:xfrm>
      </p:grpSpPr>
      <p:grpSp>
        <p:nvGrpSpPr>
          <p:cNvPr id="2118" name="Google Shape;2118;g359c7b0364d_0_3109"/>
          <p:cNvGrpSpPr/>
          <p:nvPr/>
        </p:nvGrpSpPr>
        <p:grpSpPr>
          <a:xfrm>
            <a:off x="0" y="0"/>
            <a:ext cx="9144000" cy="5143500"/>
            <a:chOff x="0" y="0"/>
            <a:chExt cx="24384000" cy="13716000"/>
          </a:xfrm>
        </p:grpSpPr>
        <p:sp>
          <p:nvSpPr>
            <p:cNvPr id="2119" name="Google Shape;2119;g359c7b0364d_0_3109"/>
            <p:cNvSpPr/>
            <p:nvPr/>
          </p:nvSpPr>
          <p:spPr>
            <a:xfrm rot="5400000">
              <a:off x="8503696" y="-8503696"/>
              <a:ext cx="7376608" cy="24384000"/>
            </a:xfrm>
            <a:custGeom>
              <a:rect b="b" l="l" r="r" t="t"/>
              <a:pathLst>
                <a:path extrusionOk="0" h="24384000" w="7376608">
                  <a:moveTo>
                    <a:pt x="0" y="0"/>
                  </a:moveTo>
                  <a:lnTo>
                    <a:pt x="7376608" y="0"/>
                  </a:lnTo>
                  <a:lnTo>
                    <a:pt x="7376608" y="24384000"/>
                  </a:lnTo>
                  <a:lnTo>
                    <a:pt x="0" y="24384000"/>
                  </a:lnTo>
                  <a:lnTo>
                    <a:pt x="0" y="0"/>
                  </a:lnTo>
                  <a:close/>
                </a:path>
              </a:pathLst>
            </a:custGeom>
            <a:blipFill rotWithShape="1">
              <a:blip r:embed="rId3">
                <a:alphaModFix/>
              </a:blip>
              <a:stretch>
                <a:fillRect b="0" l="-25549" r="-205008" t="0"/>
              </a:stretch>
            </a:blipFill>
            <a:ln>
              <a:noFill/>
            </a:ln>
          </p:spPr>
        </p:sp>
        <p:sp>
          <p:nvSpPr>
            <p:cNvPr id="2120" name="Google Shape;2120;g359c7b0364d_0_3109"/>
            <p:cNvSpPr/>
            <p:nvPr/>
          </p:nvSpPr>
          <p:spPr>
            <a:xfrm flipH="1" rot="5400000">
              <a:off x="9022304" y="-1645696"/>
              <a:ext cx="6339392" cy="24384000"/>
            </a:xfrm>
            <a:custGeom>
              <a:rect b="b" l="l" r="r" t="t"/>
              <a:pathLst>
                <a:path extrusionOk="0" h="24384000" w="6339392">
                  <a:moveTo>
                    <a:pt x="0" y="24384000"/>
                  </a:moveTo>
                  <a:lnTo>
                    <a:pt x="6339392" y="24384000"/>
                  </a:lnTo>
                  <a:lnTo>
                    <a:pt x="6339392" y="0"/>
                  </a:lnTo>
                  <a:lnTo>
                    <a:pt x="0" y="0"/>
                  </a:lnTo>
                  <a:lnTo>
                    <a:pt x="0" y="24384000"/>
                  </a:lnTo>
                  <a:close/>
                </a:path>
              </a:pathLst>
            </a:custGeom>
            <a:blipFill rotWithShape="1">
              <a:blip r:embed="rId3">
                <a:alphaModFix/>
              </a:blip>
              <a:stretch>
                <a:fillRect b="0" l="-29732" r="-254898" t="0"/>
              </a:stretch>
            </a:blipFill>
            <a:ln>
              <a:noFill/>
            </a:ln>
          </p:spPr>
        </p:sp>
      </p:grpSp>
      <p:grpSp>
        <p:nvGrpSpPr>
          <p:cNvPr id="2121" name="Google Shape;2121;g359c7b0364d_0_3109"/>
          <p:cNvGrpSpPr/>
          <p:nvPr/>
        </p:nvGrpSpPr>
        <p:grpSpPr>
          <a:xfrm>
            <a:off x="385139" y="399013"/>
            <a:ext cx="8385817" cy="4387149"/>
            <a:chOff x="0" y="-47625"/>
            <a:chExt cx="4417075" cy="2310850"/>
          </a:xfrm>
        </p:grpSpPr>
        <p:sp>
          <p:nvSpPr>
            <p:cNvPr id="2122" name="Google Shape;2122;g359c7b0364d_0_3109"/>
            <p:cNvSpPr/>
            <p:nvPr/>
          </p:nvSpPr>
          <p:spPr>
            <a:xfrm>
              <a:off x="0" y="0"/>
              <a:ext cx="4417075" cy="2263225"/>
            </a:xfrm>
            <a:custGeom>
              <a:rect b="b" l="l" r="r" t="t"/>
              <a:pathLst>
                <a:path extrusionOk="0" h="2263225" w="4417075">
                  <a:moveTo>
                    <a:pt x="0" y="0"/>
                  </a:moveTo>
                  <a:lnTo>
                    <a:pt x="4417075" y="0"/>
                  </a:lnTo>
                  <a:lnTo>
                    <a:pt x="4417075" y="2263225"/>
                  </a:lnTo>
                  <a:lnTo>
                    <a:pt x="0" y="2263225"/>
                  </a:lnTo>
                  <a:close/>
                </a:path>
              </a:pathLst>
            </a:custGeom>
            <a:solidFill>
              <a:srgbClr val="0F1A38"/>
            </a:solidFill>
            <a:ln>
              <a:noFill/>
            </a:ln>
          </p:spPr>
        </p:sp>
        <p:sp>
          <p:nvSpPr>
            <p:cNvPr id="2123" name="Google Shape;2123;g359c7b0364d_0_3109"/>
            <p:cNvSpPr txBox="1"/>
            <p:nvPr/>
          </p:nvSpPr>
          <p:spPr>
            <a:xfrm>
              <a:off x="0" y="-47625"/>
              <a:ext cx="812700" cy="8604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124" name="Google Shape;2124;g359c7b0364d_0_3109"/>
          <p:cNvSpPr txBox="1"/>
          <p:nvPr/>
        </p:nvSpPr>
        <p:spPr>
          <a:xfrm>
            <a:off x="474474" y="1153425"/>
            <a:ext cx="2660100" cy="14469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 sz="1000" u="sng">
                <a:solidFill>
                  <a:srgbClr val="FFFFFF"/>
                </a:solidFill>
              </a:rPr>
              <a:t>Riesgo de asociación con actividades ilícitas:</a:t>
            </a:r>
            <a:r>
              <a:rPr lang="en" sz="1000">
                <a:solidFill>
                  <a:srgbClr val="FFFFFF"/>
                </a:solidFill>
              </a:rPr>
              <a:t> Ingresar a foros o marketplaces ilegales puede exponerte a responsabilidad penal, incluso si no interactúas con el contenido. Solo visualizar información ilegal (como pornografía infantil) puede ser considerado delito en muchas jurisdicciones.</a:t>
            </a:r>
            <a:endParaRPr sz="1000">
              <a:solidFill>
                <a:srgbClr val="FFFFFF"/>
              </a:solidFill>
            </a:endParaRPr>
          </a:p>
        </p:txBody>
      </p:sp>
      <p:sp>
        <p:nvSpPr>
          <p:cNvPr id="2125" name="Google Shape;2125;g359c7b0364d_0_3109"/>
          <p:cNvSpPr txBox="1"/>
          <p:nvPr/>
        </p:nvSpPr>
        <p:spPr>
          <a:xfrm>
            <a:off x="398274" y="493500"/>
            <a:ext cx="3168300" cy="2463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 sz="1600">
                <a:solidFill>
                  <a:srgbClr val="71CBEF"/>
                </a:solidFill>
                <a:latin typeface="Noto Sans"/>
                <a:ea typeface="Noto Sans"/>
                <a:cs typeface="Noto Sans"/>
                <a:sym typeface="Noto Sans"/>
              </a:rPr>
              <a:t>Riesgos legales indirectos</a:t>
            </a:r>
            <a:endParaRPr sz="1600"/>
          </a:p>
        </p:txBody>
      </p:sp>
      <p:cxnSp>
        <p:nvCxnSpPr>
          <p:cNvPr id="2126" name="Google Shape;2126;g359c7b0364d_0_3109"/>
          <p:cNvCxnSpPr/>
          <p:nvPr/>
        </p:nvCxnSpPr>
        <p:spPr>
          <a:xfrm>
            <a:off x="3330882" y="975383"/>
            <a:ext cx="9600" cy="2747700"/>
          </a:xfrm>
          <a:prstGeom prst="straightConnector1">
            <a:avLst/>
          </a:prstGeom>
          <a:noFill/>
          <a:ln cap="flat" cmpd="sng" w="38100">
            <a:solidFill>
              <a:srgbClr val="FFFFFF"/>
            </a:solidFill>
            <a:prstDash val="solid"/>
            <a:round/>
            <a:headEnd len="sm" w="sm" type="none"/>
            <a:tailEnd len="sm" w="sm" type="none"/>
          </a:ln>
        </p:spPr>
      </p:cxnSp>
      <p:cxnSp>
        <p:nvCxnSpPr>
          <p:cNvPr id="2127" name="Google Shape;2127;g359c7b0364d_0_3109"/>
          <p:cNvCxnSpPr/>
          <p:nvPr/>
        </p:nvCxnSpPr>
        <p:spPr>
          <a:xfrm>
            <a:off x="6310658" y="975383"/>
            <a:ext cx="9600" cy="2747700"/>
          </a:xfrm>
          <a:prstGeom prst="straightConnector1">
            <a:avLst/>
          </a:prstGeom>
          <a:noFill/>
          <a:ln cap="flat" cmpd="sng" w="38100">
            <a:solidFill>
              <a:srgbClr val="FFFFFF"/>
            </a:solidFill>
            <a:prstDash val="solid"/>
            <a:round/>
            <a:headEnd len="sm" w="sm" type="none"/>
            <a:tailEnd len="sm" w="sm" type="none"/>
          </a:ln>
        </p:spPr>
      </p:cxnSp>
      <p:sp>
        <p:nvSpPr>
          <p:cNvPr id="2128" name="Google Shape;2128;g359c7b0364d_0_3109"/>
          <p:cNvSpPr txBox="1"/>
          <p:nvPr/>
        </p:nvSpPr>
        <p:spPr>
          <a:xfrm>
            <a:off x="474474" y="2829825"/>
            <a:ext cx="2660100" cy="12315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 sz="1000" u="sng">
                <a:solidFill>
                  <a:srgbClr val="FFFFFF"/>
                </a:solidFill>
              </a:rPr>
              <a:t>Jurisdicciones restrictivas:</a:t>
            </a:r>
            <a:r>
              <a:rPr lang="en" sz="1000">
                <a:solidFill>
                  <a:srgbClr val="FFFFFF"/>
                </a:solidFill>
              </a:rPr>
              <a:t> En países como China, Rusia o Irán, el uso de herramientas que permitan el anonimato en línea puede estar prohibido o regulado, y el acceso a la Dark Web podría considerarse una violación de la ley.</a:t>
            </a:r>
            <a:endParaRPr sz="1000">
              <a:solidFill>
                <a:srgbClr val="FFFFFF"/>
              </a:solidFill>
            </a:endParaRPr>
          </a:p>
        </p:txBody>
      </p:sp>
      <p:sp>
        <p:nvSpPr>
          <p:cNvPr id="2129" name="Google Shape;2129;g359c7b0364d_0_3109"/>
          <p:cNvSpPr txBox="1"/>
          <p:nvPr/>
        </p:nvSpPr>
        <p:spPr>
          <a:xfrm>
            <a:off x="3446274" y="1153425"/>
            <a:ext cx="2660100" cy="23088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 sz="1000" u="sng">
                <a:solidFill>
                  <a:srgbClr val="FFFFFF"/>
                </a:solidFill>
              </a:rPr>
              <a:t>Acceso sin </a:t>
            </a:r>
            <a:r>
              <a:rPr b="1" lang="en" sz="1000" u="sng">
                <a:solidFill>
                  <a:srgbClr val="FFFFFF"/>
                </a:solidFill>
              </a:rPr>
              <a:t>autorización:</a:t>
            </a:r>
            <a:r>
              <a:rPr lang="en" sz="1000">
                <a:solidFill>
                  <a:srgbClr val="FFFFFF"/>
                </a:solidFill>
              </a:rPr>
              <a:t> Acceder, poseer, compartir o almacenar datos robados (como leaks de credenciales, bases de datos de empresas) suele ser ilegal,en varios países.  Ej: </a:t>
            </a:r>
            <a:r>
              <a:rPr b="1" i="1" lang="en" sz="1000">
                <a:solidFill>
                  <a:srgbClr val="FFFFFF"/>
                </a:solidFill>
              </a:rPr>
              <a:t>GDPR (Artículo 5 y 6)</a:t>
            </a:r>
            <a:r>
              <a:rPr lang="en" sz="1000">
                <a:solidFill>
                  <a:srgbClr val="FFFFFF"/>
                </a:solidFill>
              </a:rPr>
              <a:t>. En EE.UU., el acceso o uso de datos obtenidos mediante actividades ilícitas (Ej: hackeos) puede implicar responsabilidad penal, incluso si el investigador no participó en la obtención inicial según </a:t>
            </a:r>
            <a:r>
              <a:rPr b="1" lang="en" sz="1000">
                <a:solidFill>
                  <a:srgbClr val="FFFFFF"/>
                </a:solidFill>
              </a:rPr>
              <a:t>Computer Fraud and Abuse Act (CFAA).</a:t>
            </a:r>
            <a:endParaRPr b="1" sz="1000">
              <a:solidFill>
                <a:srgbClr val="FFFFFF"/>
              </a:solidFill>
            </a:endParaRPr>
          </a:p>
        </p:txBody>
      </p:sp>
      <p:sp>
        <p:nvSpPr>
          <p:cNvPr id="2130" name="Google Shape;2130;g359c7b0364d_0_3109"/>
          <p:cNvSpPr txBox="1"/>
          <p:nvPr/>
        </p:nvSpPr>
        <p:spPr>
          <a:xfrm>
            <a:off x="3522474" y="493500"/>
            <a:ext cx="3168300" cy="5664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 sz="1600">
                <a:solidFill>
                  <a:srgbClr val="71CBEF"/>
                </a:solidFill>
                <a:latin typeface="Noto Sans"/>
                <a:ea typeface="Noto Sans"/>
                <a:cs typeface="Noto Sans"/>
                <a:sym typeface="Noto Sans"/>
              </a:rPr>
              <a:t>Legalidad del Acceso a la Información Exfiltrada</a:t>
            </a:r>
            <a:endParaRPr sz="1600"/>
          </a:p>
        </p:txBody>
      </p:sp>
      <p:sp>
        <p:nvSpPr>
          <p:cNvPr id="2131" name="Google Shape;2131;g359c7b0364d_0_3109"/>
          <p:cNvSpPr txBox="1"/>
          <p:nvPr/>
        </p:nvSpPr>
        <p:spPr>
          <a:xfrm>
            <a:off x="3446274" y="3591825"/>
            <a:ext cx="2660100" cy="10158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 sz="1000" u="sng">
                <a:solidFill>
                  <a:srgbClr val="FFFFFF"/>
                </a:solidFill>
              </a:rPr>
              <a:t>Propósito:</a:t>
            </a:r>
            <a:r>
              <a:rPr lang="en" sz="1000">
                <a:solidFill>
                  <a:srgbClr val="FFFFFF"/>
                </a:solidFill>
              </a:rPr>
              <a:t> Los investigadores deben demostrar que el acceso a la información exfiltrada tiene un propósito legítimo, como prevenir delitos, proteger la seguridad pública o cumplir con un contrato autorizado. </a:t>
            </a:r>
            <a:endParaRPr sz="1000">
              <a:solidFill>
                <a:srgbClr val="FFFFFF"/>
              </a:solidFill>
            </a:endParaRPr>
          </a:p>
        </p:txBody>
      </p:sp>
      <p:sp>
        <p:nvSpPr>
          <p:cNvPr id="2132" name="Google Shape;2132;g359c7b0364d_0_3109"/>
          <p:cNvSpPr txBox="1"/>
          <p:nvPr/>
        </p:nvSpPr>
        <p:spPr>
          <a:xfrm>
            <a:off x="6418074" y="1153425"/>
            <a:ext cx="2660100" cy="12315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 sz="1000" u="sng">
                <a:solidFill>
                  <a:srgbClr val="FFFFFF"/>
                </a:solidFill>
              </a:rPr>
              <a:t>Autorización organizacional:</a:t>
            </a:r>
            <a:r>
              <a:rPr lang="en" sz="1000">
                <a:solidFill>
                  <a:srgbClr val="FFFFFF"/>
                </a:solidFill>
              </a:rPr>
              <a:t> Si la investigación se realiza en nombre de una empresa u organización, se debe contar con </a:t>
            </a:r>
            <a:r>
              <a:rPr lang="en" sz="1000">
                <a:solidFill>
                  <a:srgbClr val="FFFFFF"/>
                </a:solidFill>
              </a:rPr>
              <a:t>autorización</a:t>
            </a:r>
            <a:r>
              <a:rPr lang="en" sz="1000">
                <a:solidFill>
                  <a:srgbClr val="FFFFFF"/>
                </a:solidFill>
              </a:rPr>
              <a:t> explícita que detalle el alcance, los objetivos y los límites de la investigación. Esto puede incluir un contrato.</a:t>
            </a:r>
            <a:endParaRPr sz="1000">
              <a:solidFill>
                <a:srgbClr val="FFFFFF"/>
              </a:solidFill>
            </a:endParaRPr>
          </a:p>
        </p:txBody>
      </p:sp>
      <p:sp>
        <p:nvSpPr>
          <p:cNvPr id="2133" name="Google Shape;2133;g359c7b0364d_0_3109"/>
          <p:cNvSpPr txBox="1"/>
          <p:nvPr/>
        </p:nvSpPr>
        <p:spPr>
          <a:xfrm>
            <a:off x="6341874" y="493500"/>
            <a:ext cx="3168300" cy="2463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 sz="1600">
                <a:solidFill>
                  <a:srgbClr val="71CBEF"/>
                </a:solidFill>
                <a:latin typeface="Noto Sans"/>
                <a:ea typeface="Noto Sans"/>
                <a:cs typeface="Noto Sans"/>
                <a:sym typeface="Noto Sans"/>
              </a:rPr>
              <a:t>Permisos Necesarios</a:t>
            </a:r>
            <a:endParaRPr sz="1600"/>
          </a:p>
        </p:txBody>
      </p:sp>
      <p:sp>
        <p:nvSpPr>
          <p:cNvPr id="2134" name="Google Shape;2134;g359c7b0364d_0_3109"/>
          <p:cNvSpPr txBox="1"/>
          <p:nvPr/>
        </p:nvSpPr>
        <p:spPr>
          <a:xfrm>
            <a:off x="6418074" y="2525025"/>
            <a:ext cx="2660100" cy="12315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 sz="1000" u="sng">
                <a:solidFill>
                  <a:srgbClr val="FFFFFF"/>
                </a:solidFill>
              </a:rPr>
              <a:t>Autorización gubernamental:</a:t>
            </a:r>
            <a:r>
              <a:rPr lang="en" sz="1000">
                <a:solidFill>
                  <a:srgbClr val="FFFFFF"/>
                </a:solidFill>
              </a:rPr>
              <a:t> En algunos países, las investigaciones en la Dark Web que impliquen la recopilación de pruebas para procesos penales requieren la aprobación de autoridades judiciales o agencias de seguridad, el FBI, o la Europol. </a:t>
            </a:r>
            <a:endParaRPr sz="1000">
              <a:solidFill>
                <a:srgbClr val="FFFFFF"/>
              </a:solidFill>
            </a:endParaRPr>
          </a:p>
        </p:txBody>
      </p:sp>
      <p:sp>
        <p:nvSpPr>
          <p:cNvPr id="2135" name="Google Shape;2135;g359c7b0364d_0_3109"/>
          <p:cNvSpPr txBox="1"/>
          <p:nvPr/>
        </p:nvSpPr>
        <p:spPr>
          <a:xfrm>
            <a:off x="6418074" y="3896625"/>
            <a:ext cx="2660100" cy="12315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 sz="1000" u="sng">
                <a:solidFill>
                  <a:srgbClr val="FFFFFF"/>
                </a:solidFill>
              </a:rPr>
              <a:t>Cumplimiento normativo:</a:t>
            </a:r>
            <a:r>
              <a:rPr lang="en" sz="1000">
                <a:solidFill>
                  <a:srgbClr val="FFFFFF"/>
                </a:solidFill>
              </a:rPr>
              <a:t> Se cumplir las leyes locales de ciberseguridad y privacidad. Ley Federal de Protección de Datos Personales en Posesión de Particulares en</a:t>
            </a:r>
            <a:r>
              <a:rPr b="1" lang="en" sz="1000" u="sng">
                <a:solidFill>
                  <a:srgbClr val="FFFFFF"/>
                </a:solidFill>
              </a:rPr>
              <a:t> México.</a:t>
            </a:r>
            <a:r>
              <a:rPr lang="en" sz="1000">
                <a:solidFill>
                  <a:srgbClr val="FFFFFF"/>
                </a:solidFill>
              </a:rPr>
              <a:t> o la LGPD (Lei Geral de Proteção de Dados) de </a:t>
            </a:r>
            <a:r>
              <a:rPr b="1" lang="en" sz="1000" u="sng">
                <a:solidFill>
                  <a:srgbClr val="FFFFFF"/>
                </a:solidFill>
              </a:rPr>
              <a:t>Brasil.</a:t>
            </a:r>
            <a:endParaRPr b="1" sz="1000" u="sng">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24"/>
                                        </p:tgtEl>
                                        <p:attrNameLst>
                                          <p:attrName>style.visibility</p:attrName>
                                        </p:attrNameLst>
                                      </p:cBhvr>
                                      <p:to>
                                        <p:strVal val="visible"/>
                                      </p:to>
                                    </p:set>
                                    <p:anim calcmode="lin" valueType="num">
                                      <p:cBhvr additive="base">
                                        <p:cTn dur="1000"/>
                                        <p:tgtEl>
                                          <p:spTgt spid="212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28"/>
                                        </p:tgtEl>
                                        <p:attrNameLst>
                                          <p:attrName>style.visibility</p:attrName>
                                        </p:attrNameLst>
                                      </p:cBhvr>
                                      <p:to>
                                        <p:strVal val="visible"/>
                                      </p:to>
                                    </p:set>
                                    <p:anim calcmode="lin" valueType="num">
                                      <p:cBhvr additive="base">
                                        <p:cTn dur="1000"/>
                                        <p:tgtEl>
                                          <p:spTgt spid="212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29"/>
                                        </p:tgtEl>
                                        <p:attrNameLst>
                                          <p:attrName>style.visibility</p:attrName>
                                        </p:attrNameLst>
                                      </p:cBhvr>
                                      <p:to>
                                        <p:strVal val="visible"/>
                                      </p:to>
                                    </p:set>
                                    <p:anim calcmode="lin" valueType="num">
                                      <p:cBhvr additive="base">
                                        <p:cTn dur="1000"/>
                                        <p:tgtEl>
                                          <p:spTgt spid="212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1"/>
                                        </p:tgtEl>
                                        <p:attrNameLst>
                                          <p:attrName>style.visibility</p:attrName>
                                        </p:attrNameLst>
                                      </p:cBhvr>
                                      <p:to>
                                        <p:strVal val="visible"/>
                                      </p:to>
                                    </p:set>
                                    <p:anim calcmode="lin" valueType="num">
                                      <p:cBhvr additive="base">
                                        <p:cTn dur="1000"/>
                                        <p:tgtEl>
                                          <p:spTgt spid="213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2"/>
                                        </p:tgtEl>
                                        <p:attrNameLst>
                                          <p:attrName>style.visibility</p:attrName>
                                        </p:attrNameLst>
                                      </p:cBhvr>
                                      <p:to>
                                        <p:strVal val="visible"/>
                                      </p:to>
                                    </p:set>
                                    <p:anim calcmode="lin" valueType="num">
                                      <p:cBhvr additive="base">
                                        <p:cTn dur="1"/>
                                        <p:tgtEl>
                                          <p:spTgt spid="213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4"/>
                                        </p:tgtEl>
                                        <p:attrNameLst>
                                          <p:attrName>style.visibility</p:attrName>
                                        </p:attrNameLst>
                                      </p:cBhvr>
                                      <p:to>
                                        <p:strVal val="visible"/>
                                      </p:to>
                                    </p:set>
                                    <p:anim calcmode="lin" valueType="num">
                                      <p:cBhvr additive="base">
                                        <p:cTn dur="1000"/>
                                        <p:tgtEl>
                                          <p:spTgt spid="213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5"/>
                                        </p:tgtEl>
                                        <p:attrNameLst>
                                          <p:attrName>style.visibility</p:attrName>
                                        </p:attrNameLst>
                                      </p:cBhvr>
                                      <p:to>
                                        <p:strVal val="visible"/>
                                      </p:to>
                                    </p:set>
                                    <p:anim calcmode="lin" valueType="num">
                                      <p:cBhvr additive="base">
                                        <p:cTn dur="1000"/>
                                        <p:tgtEl>
                                          <p:spTgt spid="213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2139" name="Shape 2139"/>
        <p:cNvGrpSpPr/>
        <p:nvPr/>
      </p:nvGrpSpPr>
      <p:grpSpPr>
        <a:xfrm>
          <a:off x="0" y="0"/>
          <a:ext cx="0" cy="0"/>
          <a:chOff x="0" y="0"/>
          <a:chExt cx="0" cy="0"/>
        </a:xfrm>
      </p:grpSpPr>
      <p:pic>
        <p:nvPicPr>
          <p:cNvPr id="2140" name="Google Shape;2140;g35251cc313b_0_1221"/>
          <p:cNvPicPr preferRelativeResize="0"/>
          <p:nvPr/>
        </p:nvPicPr>
        <p:blipFill>
          <a:blip r:embed="rId3">
            <a:alphaModFix/>
          </a:blip>
          <a:stretch>
            <a:fillRect/>
          </a:stretch>
        </p:blipFill>
        <p:spPr>
          <a:xfrm>
            <a:off x="5425138" y="230044"/>
            <a:ext cx="3604637" cy="4634107"/>
          </a:xfrm>
          <a:prstGeom prst="rect">
            <a:avLst/>
          </a:prstGeom>
          <a:noFill/>
          <a:ln>
            <a:noFill/>
          </a:ln>
        </p:spPr>
      </p:pic>
      <p:sp>
        <p:nvSpPr>
          <p:cNvPr id="2141" name="Google Shape;2141;g35251cc313b_0_1221"/>
          <p:cNvSpPr txBox="1"/>
          <p:nvPr/>
        </p:nvSpPr>
        <p:spPr>
          <a:xfrm>
            <a:off x="3530391" y="89915"/>
            <a:ext cx="3689100" cy="9234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 sz="6000">
                <a:solidFill>
                  <a:srgbClr val="FFFFFF"/>
                </a:solidFill>
                <a:latin typeface="Teko"/>
                <a:ea typeface="Teko"/>
                <a:cs typeface="Teko"/>
                <a:sym typeface="Teko"/>
              </a:rPr>
              <a:t>BIOGRAFIA</a:t>
            </a:r>
            <a:endParaRPr sz="700"/>
          </a:p>
        </p:txBody>
      </p:sp>
      <p:sp>
        <p:nvSpPr>
          <p:cNvPr id="2142" name="Google Shape;2142;g35251cc313b_0_1221"/>
          <p:cNvSpPr txBox="1"/>
          <p:nvPr/>
        </p:nvSpPr>
        <p:spPr>
          <a:xfrm>
            <a:off x="130375" y="2185650"/>
            <a:ext cx="5745600" cy="558600"/>
          </a:xfrm>
          <a:prstGeom prst="rect">
            <a:avLst/>
          </a:prstGeom>
          <a:noFill/>
          <a:ln>
            <a:noFill/>
          </a:ln>
        </p:spPr>
        <p:txBody>
          <a:bodyPr anchorCtr="0" anchor="t" bIns="0" lIns="0" spcFirstLastPara="1" rIns="0" wrap="square" tIns="0">
            <a:spAutoFit/>
          </a:bodyPr>
          <a:lstStyle/>
          <a:p>
            <a:pPr indent="-298450" lvl="0" marL="457200" marR="0" rtl="0" algn="l">
              <a:lnSpc>
                <a:spcPct val="115000"/>
              </a:lnSpc>
              <a:spcBef>
                <a:spcPts val="0"/>
              </a:spcBef>
              <a:spcAft>
                <a:spcPts val="0"/>
              </a:spcAft>
              <a:buClr>
                <a:schemeClr val="lt1"/>
              </a:buClr>
              <a:buSzPts val="1100"/>
              <a:buFont typeface="Montserrat"/>
              <a:buChar char="●"/>
            </a:pPr>
            <a:r>
              <a:t/>
            </a:r>
            <a:endParaRPr sz="1100">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a:p>
            <a:pPr indent="0" lvl="0"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p:txBody>
      </p:sp>
      <p:grpSp>
        <p:nvGrpSpPr>
          <p:cNvPr id="2143" name="Google Shape;2143;g35251cc313b_0_1221"/>
          <p:cNvGrpSpPr/>
          <p:nvPr/>
        </p:nvGrpSpPr>
        <p:grpSpPr>
          <a:xfrm rot="5400000">
            <a:off x="5415436" y="2361529"/>
            <a:ext cx="1404925" cy="204895"/>
            <a:chOff x="0" y="-47625"/>
            <a:chExt cx="812800" cy="118539"/>
          </a:xfrm>
        </p:grpSpPr>
        <p:sp>
          <p:nvSpPr>
            <p:cNvPr id="2144" name="Google Shape;2144;g35251cc313b_0_1221"/>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2145" name="Google Shape;2145;g35251cc313b_0_1221"/>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146" name="Google Shape;2146;g35251cc313b_0_1221"/>
          <p:cNvGrpSpPr/>
          <p:nvPr/>
        </p:nvGrpSpPr>
        <p:grpSpPr>
          <a:xfrm rot="5400000">
            <a:off x="8029637" y="2361529"/>
            <a:ext cx="1404925" cy="204895"/>
            <a:chOff x="0" y="-47625"/>
            <a:chExt cx="812800" cy="118539"/>
          </a:xfrm>
        </p:grpSpPr>
        <p:sp>
          <p:nvSpPr>
            <p:cNvPr id="2147" name="Google Shape;2147;g35251cc313b_0_1221"/>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2148" name="Google Shape;2148;g35251cc313b_0_1221"/>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pic>
        <p:nvPicPr>
          <p:cNvPr id="2149" name="Google Shape;2149;g35251cc313b_0_1221"/>
          <p:cNvPicPr preferRelativeResize="0"/>
          <p:nvPr/>
        </p:nvPicPr>
        <p:blipFill>
          <a:blip r:embed="rId4">
            <a:alphaModFix/>
          </a:blip>
          <a:stretch>
            <a:fillRect/>
          </a:stretch>
        </p:blipFill>
        <p:spPr>
          <a:xfrm>
            <a:off x="6126525" y="676550"/>
            <a:ext cx="2503126" cy="3741085"/>
          </a:xfrm>
          <a:prstGeom prst="rect">
            <a:avLst/>
          </a:prstGeom>
          <a:noFill/>
          <a:ln>
            <a:noFill/>
          </a:ln>
        </p:spPr>
      </p:pic>
      <p:pic>
        <p:nvPicPr>
          <p:cNvPr id="2150" name="Google Shape;2150;g35251cc313b_0_1221"/>
          <p:cNvPicPr preferRelativeResize="0"/>
          <p:nvPr/>
        </p:nvPicPr>
        <p:blipFill>
          <a:blip r:embed="rId5">
            <a:alphaModFix/>
          </a:blip>
          <a:stretch>
            <a:fillRect/>
          </a:stretch>
        </p:blipFill>
        <p:spPr>
          <a:xfrm>
            <a:off x="-835725" y="89936"/>
            <a:ext cx="3657600" cy="1188720"/>
          </a:xfrm>
          <a:prstGeom prst="rect">
            <a:avLst/>
          </a:prstGeom>
          <a:noFill/>
          <a:ln>
            <a:noFill/>
          </a:ln>
        </p:spPr>
      </p:pic>
      <p:sp>
        <p:nvSpPr>
          <p:cNvPr id="2151" name="Google Shape;2151;g35251cc313b_0_1221"/>
          <p:cNvSpPr txBox="1"/>
          <p:nvPr/>
        </p:nvSpPr>
        <p:spPr>
          <a:xfrm>
            <a:off x="2934150" y="333763"/>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152" name="Google Shape;2152;g35251cc313b_0_1221"/>
          <p:cNvSpPr txBox="1"/>
          <p:nvPr/>
        </p:nvSpPr>
        <p:spPr>
          <a:xfrm>
            <a:off x="130375" y="1076675"/>
            <a:ext cx="5461800" cy="3249000"/>
          </a:xfrm>
          <a:prstGeom prst="rect">
            <a:avLst/>
          </a:prstGeom>
          <a:noFill/>
          <a:ln>
            <a:noFill/>
          </a:ln>
        </p:spPr>
        <p:txBody>
          <a:bodyPr anchorCtr="0" anchor="t" bIns="17150" lIns="34300" spcFirstLastPara="1" rIns="34300" wrap="square" tIns="17150">
            <a:spAutoFit/>
          </a:bodyPr>
          <a:lstStyle/>
          <a:p>
            <a:pPr indent="0" lvl="0" marL="0" marR="0" rtl="0" algn="l">
              <a:lnSpc>
                <a:spcPct val="110000"/>
              </a:lnSpc>
              <a:spcBef>
                <a:spcPts val="700"/>
              </a:spcBef>
              <a:spcAft>
                <a:spcPts val="0"/>
              </a:spcAft>
              <a:buNone/>
            </a:pPr>
            <a:r>
              <a:rPr lang="en" u="sng">
                <a:solidFill>
                  <a:schemeClr val="lt1"/>
                </a:solidFill>
                <a:latin typeface="Josefin Sans Light"/>
                <a:ea typeface="Josefin Sans Light"/>
                <a:cs typeface="Josefin Sans Light"/>
                <a:sym typeface="Josefin Sans Light"/>
                <a:hlinkClick r:id="rId6">
                  <a:extLst>
                    <a:ext uri="{A12FA001-AC4F-418D-AE19-62706E023703}">
                      <ahyp:hlinkClr val="tx"/>
                    </a:ext>
                  </a:extLst>
                </a:hlinkClick>
              </a:rPr>
              <a:t>https://nordvpn.com/es/research-lab/dark-web-case-study</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u="sng">
                <a:solidFill>
                  <a:schemeClr val="lt1"/>
                </a:solidFill>
                <a:latin typeface="Josefin Sans Light"/>
                <a:ea typeface="Josefin Sans Light"/>
                <a:cs typeface="Josefin Sans Light"/>
                <a:sym typeface="Josefin Sans Light"/>
                <a:hlinkClick r:id="rId7">
                  <a:extLst>
                    <a:ext uri="{A12FA001-AC4F-418D-AE19-62706E023703}">
                      <ahyp:hlinkClr val="tx"/>
                    </a:ext>
                  </a:extLst>
                </a:hlinkClick>
              </a:rPr>
              <a:t>https://www.chainalysis.com/blog/darknet-revenue-2023</a:t>
            </a:r>
            <a:endParaRPr>
              <a:solidFill>
                <a:schemeClr val="lt1"/>
              </a:solidFill>
            </a:endParaRPr>
          </a:p>
          <a:p>
            <a:pPr indent="0" lvl="0" marL="0" marR="0" rtl="0" algn="l">
              <a:lnSpc>
                <a:spcPct val="110000"/>
              </a:lnSpc>
              <a:spcBef>
                <a:spcPts val="700"/>
              </a:spcBef>
              <a:spcAft>
                <a:spcPts val="0"/>
              </a:spcAft>
              <a:buNone/>
            </a:pPr>
            <a:r>
              <a:rPr lang="en" u="sng">
                <a:solidFill>
                  <a:schemeClr val="lt1"/>
                </a:solidFill>
                <a:latin typeface="Josefin Sans Light"/>
                <a:ea typeface="Josefin Sans Light"/>
                <a:cs typeface="Josefin Sans Light"/>
                <a:sym typeface="Josefin Sans Light"/>
                <a:hlinkClick r:id="rId8">
                  <a:extLst>
                    <a:ext uri="{A12FA001-AC4F-418D-AE19-62706E023703}">
                      <ahyp:hlinkClr val="tx"/>
                    </a:ext>
                  </a:extLst>
                </a:hlinkClick>
              </a:rPr>
              <a:t>https://www.gasa.org/post/alarming-17-3m-trade-in-stolen-personal-data-on-the-dark-web</a:t>
            </a:r>
            <a:r>
              <a:rPr lang="en">
                <a:solidFill>
                  <a:schemeClr val="lt1"/>
                </a:solidFill>
                <a:latin typeface="Josefin Sans Light"/>
                <a:ea typeface="Josefin Sans Light"/>
                <a:cs typeface="Josefin Sans Light"/>
                <a:sym typeface="Josefin Sans Light"/>
              </a:rPr>
              <a:t> </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u="sng">
                <a:solidFill>
                  <a:schemeClr val="lt1"/>
                </a:solidFill>
                <a:latin typeface="Josefin Sans Light"/>
                <a:ea typeface="Josefin Sans Light"/>
                <a:cs typeface="Josefin Sans Light"/>
                <a:sym typeface="Josefin Sans Light"/>
                <a:hlinkClick r:id="rId9">
                  <a:extLst>
                    <a:ext uri="{A12FA001-AC4F-418D-AE19-62706E023703}">
                      <ahyp:hlinkClr val="tx"/>
                    </a:ext>
                  </a:extLst>
                </a:hlinkClick>
              </a:rPr>
              <a:t>https://preyproject.com/blog/dark-web-statistics-trends</a:t>
            </a:r>
            <a:r>
              <a:rPr lang="en">
                <a:solidFill>
                  <a:schemeClr val="lt1"/>
                </a:solidFill>
                <a:latin typeface="Josefin Sans Light"/>
                <a:ea typeface="Josefin Sans Light"/>
                <a:cs typeface="Josefin Sans Light"/>
                <a:sym typeface="Josefin Sans Light"/>
              </a:rPr>
              <a:t> </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u="sng">
                <a:solidFill>
                  <a:schemeClr val="lt1"/>
                </a:solidFill>
                <a:latin typeface="Josefin Sans Light"/>
                <a:ea typeface="Josefin Sans Light"/>
                <a:cs typeface="Josefin Sans Light"/>
                <a:sym typeface="Josefin Sans Light"/>
                <a:hlinkClick r:id="rId10">
                  <a:extLst>
                    <a:ext uri="{A12FA001-AC4F-418D-AE19-62706E023703}">
                      <ahyp:hlinkClr val="tx"/>
                    </a:ext>
                  </a:extLst>
                </a:hlinkClick>
              </a:rPr>
              <a:t>https://cybelangel.com/dark-web-your-guide-2025</a:t>
            </a:r>
            <a:r>
              <a:rPr lang="en">
                <a:solidFill>
                  <a:schemeClr val="lt1"/>
                </a:solidFill>
                <a:latin typeface="Josefin Sans Light"/>
                <a:ea typeface="Josefin Sans Light"/>
                <a:cs typeface="Josefin Sans Light"/>
                <a:sym typeface="Josefin Sans Light"/>
              </a:rPr>
              <a:t> </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u="sng">
                <a:solidFill>
                  <a:schemeClr val="lt1"/>
                </a:solidFill>
                <a:latin typeface="Josefin Sans Light"/>
                <a:ea typeface="Josefin Sans Light"/>
                <a:cs typeface="Josefin Sans Light"/>
                <a:sym typeface="Josefin Sans Light"/>
                <a:hlinkClick r:id="rId11">
                  <a:extLst>
                    <a:ext uri="{A12FA001-AC4F-418D-AE19-62706E023703}">
                      <ahyp:hlinkClr val="tx"/>
                    </a:ext>
                  </a:extLst>
                </a:hlinkClick>
              </a:rPr>
              <a:t>https://blog.talosintelligence.com/de-anonymizing-ransomware-domains-on</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u="sng">
                <a:solidFill>
                  <a:schemeClr val="lt1"/>
                </a:solidFill>
                <a:latin typeface="Josefin Sans Light"/>
                <a:ea typeface="Josefin Sans Light"/>
                <a:cs typeface="Josefin Sans Light"/>
                <a:sym typeface="Josefin Sans Light"/>
                <a:hlinkClick r:id="rId12">
                  <a:extLst>
                    <a:ext uri="{A12FA001-AC4F-418D-AE19-62706E023703}">
                      <ahyp:hlinkClr val="tx"/>
                    </a:ext>
                  </a:extLst>
                </a:hlinkClick>
              </a:rPr>
              <a:t>https://socradar.io/insights-from-socradars-annual-dark-web-report-2024</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u="sng">
                <a:solidFill>
                  <a:schemeClr val="lt1"/>
                </a:solidFill>
                <a:latin typeface="Josefin Sans Light"/>
                <a:ea typeface="Josefin Sans Light"/>
                <a:cs typeface="Josefin Sans Light"/>
                <a:sym typeface="Josefin Sans Light"/>
                <a:hlinkClick r:id="rId13">
                  <a:extLst>
                    <a:ext uri="{A12FA001-AC4F-418D-AE19-62706E023703}">
                      <ahyp:hlinkClr val="tx"/>
                    </a:ext>
                  </a:extLst>
                </a:hlinkClick>
              </a:rPr>
              <a:t>https://www.packetlabs.net/posts/the-price-vs-cost-of-dark-web-monitoring</a:t>
            </a:r>
            <a:r>
              <a:rPr lang="en">
                <a:solidFill>
                  <a:schemeClr val="lt1"/>
                </a:solidFill>
                <a:latin typeface="Josefin Sans Light"/>
                <a:ea typeface="Josefin Sans Light"/>
                <a:cs typeface="Josefin Sans Light"/>
                <a:sym typeface="Josefin Sans Light"/>
              </a:rPr>
              <a:t> </a:t>
            </a:r>
            <a:endParaRPr>
              <a:solidFill>
                <a:schemeClr val="lt1"/>
              </a:solidFill>
              <a:latin typeface="Josefin Sans Light"/>
              <a:ea typeface="Josefin Sans Light"/>
              <a:cs typeface="Josefin Sans Light"/>
              <a:sym typeface="Josefin Sans Light"/>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2156" name="Shape 2156"/>
        <p:cNvGrpSpPr/>
        <p:nvPr/>
      </p:nvGrpSpPr>
      <p:grpSpPr>
        <a:xfrm>
          <a:off x="0" y="0"/>
          <a:ext cx="0" cy="0"/>
          <a:chOff x="0" y="0"/>
          <a:chExt cx="0" cy="0"/>
        </a:xfrm>
      </p:grpSpPr>
      <p:pic>
        <p:nvPicPr>
          <p:cNvPr id="2157" name="Google Shape;2157;g359e0021a59_1_1"/>
          <p:cNvPicPr preferRelativeResize="0"/>
          <p:nvPr/>
        </p:nvPicPr>
        <p:blipFill>
          <a:blip r:embed="rId3">
            <a:alphaModFix/>
          </a:blip>
          <a:stretch>
            <a:fillRect/>
          </a:stretch>
        </p:blipFill>
        <p:spPr>
          <a:xfrm>
            <a:off x="5425138" y="230044"/>
            <a:ext cx="3604637" cy="4634107"/>
          </a:xfrm>
          <a:prstGeom prst="rect">
            <a:avLst/>
          </a:prstGeom>
          <a:noFill/>
          <a:ln>
            <a:noFill/>
          </a:ln>
        </p:spPr>
      </p:pic>
      <p:sp>
        <p:nvSpPr>
          <p:cNvPr id="2158" name="Google Shape;2158;g359e0021a59_1_1"/>
          <p:cNvSpPr txBox="1"/>
          <p:nvPr/>
        </p:nvSpPr>
        <p:spPr>
          <a:xfrm>
            <a:off x="2907025" y="166125"/>
            <a:ext cx="5798100" cy="9234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 sz="6000">
                <a:solidFill>
                  <a:srgbClr val="FFFFFF"/>
                </a:solidFill>
                <a:latin typeface="Teko"/>
                <a:ea typeface="Teko"/>
                <a:cs typeface="Teko"/>
                <a:sym typeface="Teko"/>
              </a:rPr>
              <a:t>TOP RANSOMWARE SITES</a:t>
            </a:r>
            <a:endParaRPr sz="700"/>
          </a:p>
        </p:txBody>
      </p:sp>
      <p:sp>
        <p:nvSpPr>
          <p:cNvPr id="2159" name="Google Shape;2159;g359e0021a59_1_1"/>
          <p:cNvSpPr txBox="1"/>
          <p:nvPr/>
        </p:nvSpPr>
        <p:spPr>
          <a:xfrm>
            <a:off x="130375" y="2185650"/>
            <a:ext cx="5745600" cy="558600"/>
          </a:xfrm>
          <a:prstGeom prst="rect">
            <a:avLst/>
          </a:prstGeom>
          <a:noFill/>
          <a:ln>
            <a:noFill/>
          </a:ln>
        </p:spPr>
        <p:txBody>
          <a:bodyPr anchorCtr="0" anchor="t" bIns="0" lIns="0" spcFirstLastPara="1" rIns="0" wrap="square" tIns="0">
            <a:spAutoFit/>
          </a:bodyPr>
          <a:lstStyle/>
          <a:p>
            <a:pPr indent="-298450" lvl="0" marL="457200" marR="0" rtl="0" algn="l">
              <a:lnSpc>
                <a:spcPct val="115000"/>
              </a:lnSpc>
              <a:spcBef>
                <a:spcPts val="0"/>
              </a:spcBef>
              <a:spcAft>
                <a:spcPts val="0"/>
              </a:spcAft>
              <a:buClr>
                <a:schemeClr val="lt1"/>
              </a:buClr>
              <a:buSzPts val="1100"/>
              <a:buFont typeface="Montserrat"/>
              <a:buChar char="●"/>
            </a:pPr>
            <a:r>
              <a:t/>
            </a:r>
            <a:endParaRPr sz="1100">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a:p>
            <a:pPr indent="0" lvl="0"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p:txBody>
      </p:sp>
      <p:pic>
        <p:nvPicPr>
          <p:cNvPr id="2160" name="Google Shape;2160;g359e0021a59_1_1"/>
          <p:cNvPicPr preferRelativeResize="0"/>
          <p:nvPr/>
        </p:nvPicPr>
        <p:blipFill>
          <a:blip r:embed="rId4">
            <a:alphaModFix/>
          </a:blip>
          <a:stretch>
            <a:fillRect/>
          </a:stretch>
        </p:blipFill>
        <p:spPr>
          <a:xfrm>
            <a:off x="-835725" y="89936"/>
            <a:ext cx="3657600" cy="1188720"/>
          </a:xfrm>
          <a:prstGeom prst="rect">
            <a:avLst/>
          </a:prstGeom>
          <a:noFill/>
          <a:ln>
            <a:noFill/>
          </a:ln>
        </p:spPr>
      </p:pic>
      <p:sp>
        <p:nvSpPr>
          <p:cNvPr id="2161" name="Google Shape;2161;g359e0021a59_1_1"/>
          <p:cNvSpPr txBox="1"/>
          <p:nvPr/>
        </p:nvSpPr>
        <p:spPr>
          <a:xfrm>
            <a:off x="130375" y="1305275"/>
            <a:ext cx="8744400" cy="2864700"/>
          </a:xfrm>
          <a:prstGeom prst="rect">
            <a:avLst/>
          </a:prstGeom>
          <a:noFill/>
          <a:ln>
            <a:noFill/>
          </a:ln>
        </p:spPr>
        <p:txBody>
          <a:bodyPr anchorCtr="0" anchor="t" bIns="17150" lIns="34300" spcFirstLastPara="1" rIns="34300" wrap="square" tIns="17150">
            <a:spAutoFit/>
          </a:bodyPr>
          <a:lstStyle/>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Play: 			k7kg3jqxang3wh7hnmaiokchk7qoebupfgoik6rha6mjpzwupwtj25yd.onion</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Fog: 			xql562evsy7njcsngacphc2erzjfecwotdkobn3m4uxu2gtqh26newid.onion</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Brain Cipher: 	vkvsgl7lhipjirmz6j5ubp3w3bwvxgcdbpi3fsbqngfynetqtw4w5hyd.onion</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Anubis:          	om6q4a6cyipxvt7ioudxt24cw4oqu4yodmqzl25mqd2hgllymrgu4aqd.onion</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RunSomeWares: 	rnsmwareartse3m4hjsumjf222pnka6gad26cqxqmbjvevhbnym5p6ad.onion</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Clop: 		       	santat7kpllt6iyvqbr7q4amdv6dzrh6paatvyrzl7ry3zm72zigf4ad.onion</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Medusa:		xfv4jzckytb4g3ckwemcny3ihv4i5p4lqzdpi624cxisu35my5fwi5qd.onion</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Sarcoma Group: 	sarcomawmawlhov7o5mdhz4eszxxlkyaoiyiy2b5iwxnds2dmb4jakad.onion</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Morpheus: 		izsp6ipui4ctgxfugbgtu65kzefrucltyfpbxplmfybl5swiadpljmyd.onion</a:t>
            </a:r>
            <a:endParaRPr>
              <a:solidFill>
                <a:schemeClr val="lt1"/>
              </a:solidFill>
              <a:latin typeface="Josefin Sans Light"/>
              <a:ea typeface="Josefin Sans Light"/>
              <a:cs typeface="Josefin Sans Light"/>
              <a:sym typeface="Josefin Sans Light"/>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2165" name="Shape 2165"/>
        <p:cNvGrpSpPr/>
        <p:nvPr/>
      </p:nvGrpSpPr>
      <p:grpSpPr>
        <a:xfrm>
          <a:off x="0" y="0"/>
          <a:ext cx="0" cy="0"/>
          <a:chOff x="0" y="0"/>
          <a:chExt cx="0" cy="0"/>
        </a:xfrm>
      </p:grpSpPr>
      <p:pic>
        <p:nvPicPr>
          <p:cNvPr id="2166" name="Google Shape;2166;g359e0021a59_1_17"/>
          <p:cNvPicPr preferRelativeResize="0"/>
          <p:nvPr/>
        </p:nvPicPr>
        <p:blipFill>
          <a:blip r:embed="rId3">
            <a:alphaModFix/>
          </a:blip>
          <a:stretch>
            <a:fillRect/>
          </a:stretch>
        </p:blipFill>
        <p:spPr>
          <a:xfrm>
            <a:off x="5425138" y="230044"/>
            <a:ext cx="3604637" cy="4634107"/>
          </a:xfrm>
          <a:prstGeom prst="rect">
            <a:avLst/>
          </a:prstGeom>
          <a:noFill/>
          <a:ln>
            <a:noFill/>
          </a:ln>
        </p:spPr>
      </p:pic>
      <p:sp>
        <p:nvSpPr>
          <p:cNvPr id="2167" name="Google Shape;2167;g359e0021a59_1_17"/>
          <p:cNvSpPr txBox="1"/>
          <p:nvPr/>
        </p:nvSpPr>
        <p:spPr>
          <a:xfrm>
            <a:off x="2907025" y="166125"/>
            <a:ext cx="1937700" cy="9234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 sz="6000">
                <a:solidFill>
                  <a:srgbClr val="FFFFFF"/>
                </a:solidFill>
                <a:latin typeface="Teko"/>
                <a:ea typeface="Teko"/>
                <a:cs typeface="Teko"/>
                <a:sym typeface="Teko"/>
              </a:rPr>
              <a:t>FOROS</a:t>
            </a:r>
            <a:endParaRPr sz="700"/>
          </a:p>
        </p:txBody>
      </p:sp>
      <p:pic>
        <p:nvPicPr>
          <p:cNvPr id="2168" name="Google Shape;2168;g359e0021a59_1_17"/>
          <p:cNvPicPr preferRelativeResize="0"/>
          <p:nvPr/>
        </p:nvPicPr>
        <p:blipFill>
          <a:blip r:embed="rId4">
            <a:alphaModFix/>
          </a:blip>
          <a:stretch>
            <a:fillRect/>
          </a:stretch>
        </p:blipFill>
        <p:spPr>
          <a:xfrm>
            <a:off x="-835725" y="89936"/>
            <a:ext cx="3657600" cy="1188720"/>
          </a:xfrm>
          <a:prstGeom prst="rect">
            <a:avLst/>
          </a:prstGeom>
          <a:noFill/>
          <a:ln>
            <a:noFill/>
          </a:ln>
        </p:spPr>
      </p:pic>
      <p:sp>
        <p:nvSpPr>
          <p:cNvPr id="2169" name="Google Shape;2169;g359e0021a59_1_17"/>
          <p:cNvSpPr txBox="1"/>
          <p:nvPr/>
        </p:nvSpPr>
        <p:spPr>
          <a:xfrm>
            <a:off x="130375" y="1305275"/>
            <a:ext cx="8744400" cy="903900"/>
          </a:xfrm>
          <a:prstGeom prst="rect">
            <a:avLst/>
          </a:prstGeom>
          <a:noFill/>
          <a:ln>
            <a:noFill/>
          </a:ln>
        </p:spPr>
        <p:txBody>
          <a:bodyPr anchorCtr="0" anchor="t" bIns="17150" lIns="34300" spcFirstLastPara="1" rIns="34300" wrap="square" tIns="17150">
            <a:spAutoFit/>
          </a:bodyPr>
          <a:lstStyle/>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Exodus Market: 	exodusyzzpcnxxvpqoyyv3g4yvcy2zbfj4u7jxb56mlcfguqvehyjeqd.onion</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Dread: 		dreadytofatroptsdj6io7l3xptbet6onoyno2yv7jicoxknyazubrad.onion</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RAMP: 		rampjcdlqvgkoz5oywutpo6ggl7g6tvddysustfl6qzhr5osr24xxqqd.onion</a:t>
            </a:r>
            <a:endParaRPr>
              <a:solidFill>
                <a:schemeClr val="lt1"/>
              </a:solidFill>
              <a:latin typeface="Josefin Sans Light"/>
              <a:ea typeface="Josefin Sans Light"/>
              <a:cs typeface="Josefin Sans Light"/>
              <a:sym typeface="Josefin Sans Light"/>
            </a:endParaRPr>
          </a:p>
        </p:txBody>
      </p:sp>
      <p:sp>
        <p:nvSpPr>
          <p:cNvPr id="2170" name="Google Shape;2170;g359e0021a59_1_17"/>
          <p:cNvSpPr txBox="1"/>
          <p:nvPr/>
        </p:nvSpPr>
        <p:spPr>
          <a:xfrm>
            <a:off x="2830825" y="2375925"/>
            <a:ext cx="3946500" cy="9234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 sz="6000">
                <a:solidFill>
                  <a:srgbClr val="FFFFFF"/>
                </a:solidFill>
                <a:latin typeface="Teko"/>
                <a:ea typeface="Teko"/>
                <a:cs typeface="Teko"/>
                <a:sym typeface="Teko"/>
              </a:rPr>
              <a:t>BUSCADORES</a:t>
            </a:r>
            <a:endParaRPr sz="700"/>
          </a:p>
        </p:txBody>
      </p:sp>
      <p:sp>
        <p:nvSpPr>
          <p:cNvPr id="2171" name="Google Shape;2171;g359e0021a59_1_17"/>
          <p:cNvSpPr txBox="1"/>
          <p:nvPr/>
        </p:nvSpPr>
        <p:spPr>
          <a:xfrm>
            <a:off x="206575" y="3438875"/>
            <a:ext cx="8744400" cy="903900"/>
          </a:xfrm>
          <a:prstGeom prst="rect">
            <a:avLst/>
          </a:prstGeom>
          <a:noFill/>
          <a:ln>
            <a:noFill/>
          </a:ln>
        </p:spPr>
        <p:txBody>
          <a:bodyPr anchorCtr="0" anchor="t" bIns="17150" lIns="34300" spcFirstLastPara="1" rIns="34300" wrap="square" tIns="17150">
            <a:spAutoFit/>
          </a:bodyPr>
          <a:lstStyle/>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Ahmia: 		juhanurmihxlp77nkq76byazcldy2hlmovfu2epvl5ankdibsot4csyd.onion</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Torch: 		xmh57jrknzkhv6y3ls3ubitzfqnkrwxhopf5aygthi7d6rplyvk3noyd.onion</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DuckDuckGo: 	duckduckgogg42xjoc72x3sjasowoarfbgcmvfimaftt6twagswzczad.onion</a:t>
            </a:r>
            <a:endParaRPr>
              <a:solidFill>
                <a:schemeClr val="lt1"/>
              </a:solidFill>
              <a:latin typeface="Josefin Sans Light"/>
              <a:ea typeface="Josefin Sans Light"/>
              <a:cs typeface="Josefin Sans Light"/>
              <a:sym typeface="Josefin Sans Light"/>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2175" name="Shape 2175"/>
        <p:cNvGrpSpPr/>
        <p:nvPr/>
      </p:nvGrpSpPr>
      <p:grpSpPr>
        <a:xfrm>
          <a:off x="0" y="0"/>
          <a:ext cx="0" cy="0"/>
          <a:chOff x="0" y="0"/>
          <a:chExt cx="0" cy="0"/>
        </a:xfrm>
      </p:grpSpPr>
      <p:pic>
        <p:nvPicPr>
          <p:cNvPr id="2176" name="Google Shape;2176;g359e0021a59_1_27"/>
          <p:cNvPicPr preferRelativeResize="0"/>
          <p:nvPr/>
        </p:nvPicPr>
        <p:blipFill>
          <a:blip r:embed="rId3">
            <a:alphaModFix/>
          </a:blip>
          <a:stretch>
            <a:fillRect/>
          </a:stretch>
        </p:blipFill>
        <p:spPr>
          <a:xfrm>
            <a:off x="5425138" y="230044"/>
            <a:ext cx="3604637" cy="4634107"/>
          </a:xfrm>
          <a:prstGeom prst="rect">
            <a:avLst/>
          </a:prstGeom>
          <a:noFill/>
          <a:ln>
            <a:noFill/>
          </a:ln>
        </p:spPr>
      </p:pic>
      <p:sp>
        <p:nvSpPr>
          <p:cNvPr id="2177" name="Google Shape;2177;g359e0021a59_1_27"/>
          <p:cNvSpPr txBox="1"/>
          <p:nvPr/>
        </p:nvSpPr>
        <p:spPr>
          <a:xfrm>
            <a:off x="2907025" y="166125"/>
            <a:ext cx="4342500" cy="9234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 sz="6000">
                <a:solidFill>
                  <a:srgbClr val="FFFFFF"/>
                </a:solidFill>
                <a:latin typeface="Teko"/>
                <a:ea typeface="Teko"/>
                <a:cs typeface="Teko"/>
                <a:sym typeface="Teko"/>
              </a:rPr>
              <a:t>OTROS SERVICIOS</a:t>
            </a:r>
            <a:endParaRPr sz="700"/>
          </a:p>
        </p:txBody>
      </p:sp>
      <p:pic>
        <p:nvPicPr>
          <p:cNvPr id="2178" name="Google Shape;2178;g359e0021a59_1_27"/>
          <p:cNvPicPr preferRelativeResize="0"/>
          <p:nvPr/>
        </p:nvPicPr>
        <p:blipFill>
          <a:blip r:embed="rId4">
            <a:alphaModFix/>
          </a:blip>
          <a:stretch>
            <a:fillRect/>
          </a:stretch>
        </p:blipFill>
        <p:spPr>
          <a:xfrm>
            <a:off x="-835725" y="89936"/>
            <a:ext cx="3657600" cy="1188720"/>
          </a:xfrm>
          <a:prstGeom prst="rect">
            <a:avLst/>
          </a:prstGeom>
          <a:noFill/>
          <a:ln>
            <a:noFill/>
          </a:ln>
        </p:spPr>
      </p:pic>
      <p:sp>
        <p:nvSpPr>
          <p:cNvPr id="2179" name="Google Shape;2179;g359e0021a59_1_27"/>
          <p:cNvSpPr txBox="1"/>
          <p:nvPr/>
        </p:nvSpPr>
        <p:spPr>
          <a:xfrm>
            <a:off x="130375" y="1305275"/>
            <a:ext cx="8744400" cy="3191700"/>
          </a:xfrm>
          <a:prstGeom prst="rect">
            <a:avLst/>
          </a:prstGeom>
          <a:noFill/>
          <a:ln>
            <a:noFill/>
          </a:ln>
        </p:spPr>
        <p:txBody>
          <a:bodyPr anchorCtr="0" anchor="t" bIns="17150" lIns="34300" spcFirstLastPara="1" rIns="34300" wrap="square" tIns="17150">
            <a:spAutoFit/>
          </a:bodyPr>
          <a:lstStyle/>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CIA: 			ciadotgov4sjwlzihbbgxnqg3xiyrg7so2r2o3lt5wz5ypk4sxyjstad.onion</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Facebook:		www.facebookwkhpilnemxj7asaniu7vnjjbiltxjqhye3mhbshg7kx5tfyd.onion</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BBC: 			www.bbcnewsd73hkzno2ini43t4gblxvycyac5aw4gnv7t2rccijh7745uqd.onion</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Wasabi Wallet:     wasabiukrxmkdgve5kynjztuovbg43uxcbcxn6y2okcrsg7gb6jdmbad.onion</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Onion Mail: 	pflujznptk5lmuf6xwadfqy6nffykdvahfbljh7liljailjbxrgvhfid.onion</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Proton Mail:       	protonmailrmez3lotccipshtkleegetolb73fuirgj7r4o4vfu7ozyd.onion</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RiseUp:		vww6ybal4bd7szmgncyruucpgfkqahzddi37ktceo3ah7ngmcopnpyyd.onion</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ZeroBin: 		zerobinftagjpeeebbvyzjcqyjpmjvynj5qlexwyxe7l3vqejxnqv5qd.onion</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Secure Drop	sdolvtfhatvsysc6l34d65ymdwxcujausv7k5jk4cy5ttzhjoi6fzvyd.onion</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rPr lang="en">
                <a:solidFill>
                  <a:schemeClr val="lt1"/>
                </a:solidFill>
                <a:latin typeface="Josefin Sans Light"/>
                <a:ea typeface="Josefin Sans Light"/>
                <a:cs typeface="Josefin Sans Light"/>
                <a:sym typeface="Josefin Sans Light"/>
              </a:rPr>
              <a:t>Impreza:		portal.imprezareshna326gqgmbdzwmnad2wnjmeowh45bs2buxarh5qummjad.onion</a:t>
            </a:r>
            <a:endParaRPr>
              <a:solidFill>
                <a:schemeClr val="lt1"/>
              </a:solidFill>
              <a:latin typeface="Josefin Sans Light"/>
              <a:ea typeface="Josefin Sans Light"/>
              <a:cs typeface="Josefin Sans Light"/>
              <a:sym typeface="Josefin Sans Light"/>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3" name="Shape 2183"/>
        <p:cNvGrpSpPr/>
        <p:nvPr/>
      </p:nvGrpSpPr>
      <p:grpSpPr>
        <a:xfrm>
          <a:off x="0" y="0"/>
          <a:ext cx="0" cy="0"/>
          <a:chOff x="0" y="0"/>
          <a:chExt cx="0" cy="0"/>
        </a:xfrm>
      </p:grpSpPr>
      <p:grpSp>
        <p:nvGrpSpPr>
          <p:cNvPr id="2184" name="Google Shape;2184;g35251cc313b_0_461"/>
          <p:cNvGrpSpPr/>
          <p:nvPr/>
        </p:nvGrpSpPr>
        <p:grpSpPr>
          <a:xfrm>
            <a:off x="0" y="0"/>
            <a:ext cx="9144000" cy="5143500"/>
            <a:chOff x="0" y="0"/>
            <a:chExt cx="24384000" cy="13716000"/>
          </a:xfrm>
        </p:grpSpPr>
        <p:sp>
          <p:nvSpPr>
            <p:cNvPr id="2185" name="Google Shape;2185;g35251cc313b_0_461"/>
            <p:cNvSpPr/>
            <p:nvPr/>
          </p:nvSpPr>
          <p:spPr>
            <a:xfrm rot="5400000">
              <a:off x="8503696" y="-8503696"/>
              <a:ext cx="7376608" cy="24384000"/>
            </a:xfrm>
            <a:custGeom>
              <a:rect b="b" l="l" r="r" t="t"/>
              <a:pathLst>
                <a:path extrusionOk="0" h="24384000" w="7376608">
                  <a:moveTo>
                    <a:pt x="0" y="0"/>
                  </a:moveTo>
                  <a:lnTo>
                    <a:pt x="7376608" y="0"/>
                  </a:lnTo>
                  <a:lnTo>
                    <a:pt x="7376608" y="24384000"/>
                  </a:lnTo>
                  <a:lnTo>
                    <a:pt x="0" y="24384000"/>
                  </a:lnTo>
                  <a:lnTo>
                    <a:pt x="0" y="0"/>
                  </a:lnTo>
                  <a:close/>
                </a:path>
              </a:pathLst>
            </a:custGeom>
            <a:blipFill rotWithShape="1">
              <a:blip r:embed="rId3">
                <a:alphaModFix/>
              </a:blip>
              <a:stretch>
                <a:fillRect b="0" l="-25549" r="-205008" t="0"/>
              </a:stretch>
            </a:blipFill>
            <a:ln>
              <a:noFill/>
            </a:ln>
          </p:spPr>
        </p:sp>
        <p:sp>
          <p:nvSpPr>
            <p:cNvPr id="2186" name="Google Shape;2186;g35251cc313b_0_461"/>
            <p:cNvSpPr/>
            <p:nvPr/>
          </p:nvSpPr>
          <p:spPr>
            <a:xfrm flipH="1" rot="5400000">
              <a:off x="9022304" y="-1645696"/>
              <a:ext cx="6339392" cy="24384000"/>
            </a:xfrm>
            <a:custGeom>
              <a:rect b="b" l="l" r="r" t="t"/>
              <a:pathLst>
                <a:path extrusionOk="0" h="24384000" w="6339392">
                  <a:moveTo>
                    <a:pt x="0" y="24384000"/>
                  </a:moveTo>
                  <a:lnTo>
                    <a:pt x="6339392" y="24384000"/>
                  </a:lnTo>
                  <a:lnTo>
                    <a:pt x="6339392" y="0"/>
                  </a:lnTo>
                  <a:lnTo>
                    <a:pt x="0" y="0"/>
                  </a:lnTo>
                  <a:lnTo>
                    <a:pt x="0" y="24384000"/>
                  </a:lnTo>
                  <a:close/>
                </a:path>
              </a:pathLst>
            </a:custGeom>
            <a:blipFill rotWithShape="1">
              <a:blip r:embed="rId3">
                <a:alphaModFix/>
              </a:blip>
              <a:stretch>
                <a:fillRect b="0" l="-29732" r="-254898" t="0"/>
              </a:stretch>
            </a:blipFill>
            <a:ln>
              <a:noFill/>
            </a:ln>
          </p:spPr>
        </p:sp>
      </p:grpSp>
      <p:grpSp>
        <p:nvGrpSpPr>
          <p:cNvPr id="2187" name="Google Shape;2187;g35251cc313b_0_461"/>
          <p:cNvGrpSpPr/>
          <p:nvPr/>
        </p:nvGrpSpPr>
        <p:grpSpPr>
          <a:xfrm>
            <a:off x="385139" y="399013"/>
            <a:ext cx="8385817" cy="4387149"/>
            <a:chOff x="0" y="-47625"/>
            <a:chExt cx="4417075" cy="2310850"/>
          </a:xfrm>
        </p:grpSpPr>
        <p:sp>
          <p:nvSpPr>
            <p:cNvPr id="2188" name="Google Shape;2188;g35251cc313b_0_461"/>
            <p:cNvSpPr/>
            <p:nvPr/>
          </p:nvSpPr>
          <p:spPr>
            <a:xfrm>
              <a:off x="0" y="0"/>
              <a:ext cx="4417075" cy="2263225"/>
            </a:xfrm>
            <a:custGeom>
              <a:rect b="b" l="l" r="r" t="t"/>
              <a:pathLst>
                <a:path extrusionOk="0" h="2263225" w="4417075">
                  <a:moveTo>
                    <a:pt x="0" y="0"/>
                  </a:moveTo>
                  <a:lnTo>
                    <a:pt x="4417075" y="0"/>
                  </a:lnTo>
                  <a:lnTo>
                    <a:pt x="4417075" y="2263225"/>
                  </a:lnTo>
                  <a:lnTo>
                    <a:pt x="0" y="2263225"/>
                  </a:lnTo>
                  <a:close/>
                </a:path>
              </a:pathLst>
            </a:custGeom>
            <a:solidFill>
              <a:srgbClr val="0F1A38"/>
            </a:solidFill>
            <a:ln>
              <a:noFill/>
            </a:ln>
          </p:spPr>
        </p:sp>
        <p:sp>
          <p:nvSpPr>
            <p:cNvPr id="2189" name="Google Shape;2189;g35251cc313b_0_461"/>
            <p:cNvSpPr txBox="1"/>
            <p:nvPr/>
          </p:nvSpPr>
          <p:spPr>
            <a:xfrm>
              <a:off x="0" y="-47625"/>
              <a:ext cx="812700" cy="8604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sz="900">
                <a:solidFill>
                  <a:schemeClr val="dk1"/>
                </a:solidFill>
                <a:latin typeface="Calibri"/>
                <a:ea typeface="Calibri"/>
                <a:cs typeface="Calibri"/>
                <a:sym typeface="Calibri"/>
              </a:endParaRPr>
            </a:p>
          </p:txBody>
        </p:sp>
      </p:grpSp>
      <p:grpSp>
        <p:nvGrpSpPr>
          <p:cNvPr id="2190" name="Google Shape;2190;g35251cc313b_0_461"/>
          <p:cNvGrpSpPr/>
          <p:nvPr/>
        </p:nvGrpSpPr>
        <p:grpSpPr>
          <a:xfrm>
            <a:off x="646964" y="644696"/>
            <a:ext cx="7828924" cy="3894824"/>
            <a:chOff x="0" y="-47625"/>
            <a:chExt cx="4123742" cy="2051527"/>
          </a:xfrm>
        </p:grpSpPr>
        <p:sp>
          <p:nvSpPr>
            <p:cNvPr id="2191" name="Google Shape;2191;g35251cc313b_0_461"/>
            <p:cNvSpPr/>
            <p:nvPr/>
          </p:nvSpPr>
          <p:spPr>
            <a:xfrm>
              <a:off x="0" y="0"/>
              <a:ext cx="4123742" cy="2003902"/>
            </a:xfrm>
            <a:custGeom>
              <a:rect b="b" l="l" r="r" t="t"/>
              <a:pathLst>
                <a:path extrusionOk="0" h="2003902" w="4123742">
                  <a:moveTo>
                    <a:pt x="0" y="0"/>
                  </a:moveTo>
                  <a:lnTo>
                    <a:pt x="4123742" y="0"/>
                  </a:lnTo>
                  <a:lnTo>
                    <a:pt x="4123742" y="2003902"/>
                  </a:lnTo>
                  <a:lnTo>
                    <a:pt x="0" y="2003902"/>
                  </a:lnTo>
                  <a:close/>
                </a:path>
              </a:pathLst>
            </a:custGeom>
            <a:solidFill>
              <a:srgbClr val="000000">
                <a:alpha val="0"/>
              </a:srgbClr>
            </a:solidFill>
            <a:ln cap="sq" cmpd="sng" w="38100">
              <a:solidFill>
                <a:srgbClr val="71CBEF"/>
              </a:solidFill>
              <a:prstDash val="solid"/>
              <a:miter lim="8000"/>
              <a:headEnd len="sm" w="sm" type="none"/>
              <a:tailEnd len="sm" w="sm" type="none"/>
            </a:ln>
          </p:spPr>
        </p:sp>
        <p:sp>
          <p:nvSpPr>
            <p:cNvPr id="2192" name="Google Shape;2192;g35251cc313b_0_461"/>
            <p:cNvSpPr txBox="1"/>
            <p:nvPr/>
          </p:nvSpPr>
          <p:spPr>
            <a:xfrm>
              <a:off x="0" y="-47625"/>
              <a:ext cx="812700" cy="8604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sz="900">
                <a:solidFill>
                  <a:schemeClr val="dk1"/>
                </a:solidFill>
                <a:latin typeface="Calibri"/>
                <a:ea typeface="Calibri"/>
                <a:cs typeface="Calibri"/>
                <a:sym typeface="Calibri"/>
              </a:endParaRPr>
            </a:p>
          </p:txBody>
        </p:sp>
      </p:grpSp>
      <p:sp>
        <p:nvSpPr>
          <p:cNvPr id="2193" name="Google Shape;2193;g35251cc313b_0_461"/>
          <p:cNvSpPr txBox="1"/>
          <p:nvPr/>
        </p:nvSpPr>
        <p:spPr>
          <a:xfrm>
            <a:off x="1586123" y="1779025"/>
            <a:ext cx="6163500" cy="692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 sz="4500">
                <a:solidFill>
                  <a:srgbClr val="FFFFFF"/>
                </a:solidFill>
                <a:latin typeface="Archivo Black"/>
                <a:ea typeface="Archivo Black"/>
                <a:cs typeface="Archivo Black"/>
                <a:sym typeface="Archivo Black"/>
              </a:rPr>
              <a:t>Preguntas? Dudas?</a:t>
            </a:r>
            <a:endParaRPr sz="700"/>
          </a:p>
        </p:txBody>
      </p:sp>
      <p:sp>
        <p:nvSpPr>
          <p:cNvPr id="2194" name="Google Shape;2194;g35251cc313b_0_461"/>
          <p:cNvSpPr txBox="1"/>
          <p:nvPr/>
        </p:nvSpPr>
        <p:spPr>
          <a:xfrm>
            <a:off x="2851909" y="2692669"/>
            <a:ext cx="3440400" cy="2772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lang="en" sz="1800">
                <a:solidFill>
                  <a:srgbClr val="FFFFFF"/>
                </a:solidFill>
              </a:rPr>
              <a:t>May the force be with you!!! :)</a:t>
            </a:r>
            <a:endParaRPr sz="700"/>
          </a:p>
        </p:txBody>
      </p:sp>
      <p:sp>
        <p:nvSpPr>
          <p:cNvPr id="2195" name="Google Shape;2195;g35251cc313b_0_461"/>
          <p:cNvSpPr/>
          <p:nvPr/>
        </p:nvSpPr>
        <p:spPr>
          <a:xfrm>
            <a:off x="2179240" y="1509893"/>
            <a:ext cx="737797" cy="391033"/>
          </a:xfrm>
          <a:custGeom>
            <a:rect b="b" l="l" r="r" t="t"/>
            <a:pathLst>
              <a:path extrusionOk="0" h="782066" w="1475595">
                <a:moveTo>
                  <a:pt x="0" y="0"/>
                </a:moveTo>
                <a:lnTo>
                  <a:pt x="1475595" y="0"/>
                </a:lnTo>
                <a:lnTo>
                  <a:pt x="1475595" y="782066"/>
                </a:lnTo>
                <a:lnTo>
                  <a:pt x="0" y="782066"/>
                </a:lnTo>
                <a:lnTo>
                  <a:pt x="0" y="0"/>
                </a:lnTo>
                <a:close/>
              </a:path>
            </a:pathLst>
          </a:custGeom>
          <a:blipFill rotWithShape="1">
            <a:blip r:embed="rId4">
              <a:alphaModFix/>
            </a:blip>
            <a:stretch>
              <a:fillRect b="0" l="0" r="0" t="0"/>
            </a:stretch>
          </a:blipFill>
          <a:ln>
            <a:noFill/>
          </a:ln>
        </p:spPr>
      </p:sp>
      <p:sp>
        <p:nvSpPr>
          <p:cNvPr id="2196" name="Google Shape;2196;g35251cc313b_0_461"/>
          <p:cNvSpPr/>
          <p:nvPr/>
        </p:nvSpPr>
        <p:spPr>
          <a:xfrm>
            <a:off x="5787185" y="3360044"/>
            <a:ext cx="1194729" cy="633206"/>
          </a:xfrm>
          <a:custGeom>
            <a:rect b="b" l="l" r="r" t="t"/>
            <a:pathLst>
              <a:path extrusionOk="0" h="1266412" w="2389457">
                <a:moveTo>
                  <a:pt x="0" y="0"/>
                </a:moveTo>
                <a:lnTo>
                  <a:pt x="2389456" y="0"/>
                </a:lnTo>
                <a:lnTo>
                  <a:pt x="2389456" y="1266412"/>
                </a:lnTo>
                <a:lnTo>
                  <a:pt x="0" y="1266412"/>
                </a:lnTo>
                <a:lnTo>
                  <a:pt x="0" y="0"/>
                </a:lnTo>
                <a:close/>
              </a:path>
            </a:pathLst>
          </a:custGeom>
          <a:blipFill rotWithShape="1">
            <a:blip r:embed="rId4">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194"/>
                                        </p:tgtEl>
                                        <p:attrNameLst>
                                          <p:attrName>style.visibility</p:attrName>
                                        </p:attrNameLst>
                                      </p:cBhvr>
                                      <p:to>
                                        <p:strVal val="visible"/>
                                      </p:to>
                                    </p:set>
                                    <p:anim calcmode="lin" valueType="num">
                                      <p:cBhvr additive="base">
                                        <p:cTn dur="1000"/>
                                        <p:tgtEl>
                                          <p:spTgt spid="219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2200" name="Shape 2200"/>
        <p:cNvGrpSpPr/>
        <p:nvPr/>
      </p:nvGrpSpPr>
      <p:grpSpPr>
        <a:xfrm>
          <a:off x="0" y="0"/>
          <a:ext cx="0" cy="0"/>
          <a:chOff x="0" y="0"/>
          <a:chExt cx="0" cy="0"/>
        </a:xfrm>
      </p:grpSpPr>
      <p:sp>
        <p:nvSpPr>
          <p:cNvPr id="2201" name="Google Shape;2201;g3bfa75a5e81_0_0"/>
          <p:cNvSpPr txBox="1"/>
          <p:nvPr/>
        </p:nvSpPr>
        <p:spPr>
          <a:xfrm>
            <a:off x="130375" y="2185650"/>
            <a:ext cx="5745600" cy="558600"/>
          </a:xfrm>
          <a:prstGeom prst="rect">
            <a:avLst/>
          </a:prstGeom>
          <a:noFill/>
          <a:ln>
            <a:noFill/>
          </a:ln>
        </p:spPr>
        <p:txBody>
          <a:bodyPr anchorCtr="0" anchor="t" bIns="0" lIns="0" spcFirstLastPara="1" rIns="0" wrap="square" tIns="0">
            <a:spAutoFit/>
          </a:bodyPr>
          <a:lstStyle/>
          <a:p>
            <a:pPr indent="-298450" lvl="0" marL="457200" marR="0" rtl="0" algn="l">
              <a:lnSpc>
                <a:spcPct val="115000"/>
              </a:lnSpc>
              <a:spcBef>
                <a:spcPts val="0"/>
              </a:spcBef>
              <a:spcAft>
                <a:spcPts val="0"/>
              </a:spcAft>
              <a:buClr>
                <a:schemeClr val="lt1"/>
              </a:buClr>
              <a:buSzPts val="1100"/>
              <a:buFont typeface="Montserrat"/>
              <a:buChar char="●"/>
            </a:pPr>
            <a:r>
              <a:t/>
            </a:r>
            <a:endParaRPr sz="1100">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a:p>
            <a:pPr indent="0" lvl="0"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p:txBody>
      </p:sp>
      <p:pic>
        <p:nvPicPr>
          <p:cNvPr id="2202" name="Google Shape;2202;g3bfa75a5e81_0_0"/>
          <p:cNvPicPr preferRelativeResize="0"/>
          <p:nvPr/>
        </p:nvPicPr>
        <p:blipFill>
          <a:blip r:embed="rId3">
            <a:alphaModFix/>
          </a:blip>
          <a:stretch>
            <a:fillRect/>
          </a:stretch>
        </p:blipFill>
        <p:spPr>
          <a:xfrm>
            <a:off x="-835725" y="89936"/>
            <a:ext cx="3657600" cy="1188720"/>
          </a:xfrm>
          <a:prstGeom prst="rect">
            <a:avLst/>
          </a:prstGeom>
          <a:noFill/>
          <a:ln>
            <a:noFill/>
          </a:ln>
        </p:spPr>
      </p:pic>
      <p:pic>
        <p:nvPicPr>
          <p:cNvPr id="2203" name="Google Shape;2203;g3bfa75a5e81_0_0"/>
          <p:cNvPicPr preferRelativeResize="0"/>
          <p:nvPr/>
        </p:nvPicPr>
        <p:blipFill>
          <a:blip r:embed="rId4">
            <a:alphaModFix/>
          </a:blip>
          <a:stretch>
            <a:fillRect/>
          </a:stretch>
        </p:blipFill>
        <p:spPr>
          <a:xfrm>
            <a:off x="1711875" y="1679175"/>
            <a:ext cx="4551209" cy="2094449"/>
          </a:xfrm>
          <a:prstGeom prst="rect">
            <a:avLst/>
          </a:prstGeom>
          <a:noFill/>
          <a:ln>
            <a:noFill/>
          </a:ln>
        </p:spPr>
      </p:pic>
      <p:pic>
        <p:nvPicPr>
          <p:cNvPr id="2204" name="Google Shape;2204;g3bfa75a5e81_0_0"/>
          <p:cNvPicPr preferRelativeResize="0"/>
          <p:nvPr/>
        </p:nvPicPr>
        <p:blipFill>
          <a:blip r:embed="rId5">
            <a:alphaModFix/>
          </a:blip>
          <a:stretch>
            <a:fillRect/>
          </a:stretch>
        </p:blipFill>
        <p:spPr>
          <a:xfrm>
            <a:off x="3886900" y="874166"/>
            <a:ext cx="9144002" cy="5040569"/>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2208" name="Shape 2208"/>
        <p:cNvGrpSpPr/>
        <p:nvPr/>
      </p:nvGrpSpPr>
      <p:grpSpPr>
        <a:xfrm>
          <a:off x="0" y="0"/>
          <a:ext cx="0" cy="0"/>
          <a:chOff x="0" y="0"/>
          <a:chExt cx="0" cy="0"/>
        </a:xfrm>
      </p:grpSpPr>
      <p:sp>
        <p:nvSpPr>
          <p:cNvPr id="2209" name="Google Shape;2209;g3bfa75a5e81_0_10"/>
          <p:cNvSpPr txBox="1"/>
          <p:nvPr/>
        </p:nvSpPr>
        <p:spPr>
          <a:xfrm>
            <a:off x="130375" y="2185650"/>
            <a:ext cx="5745600" cy="558600"/>
          </a:xfrm>
          <a:prstGeom prst="rect">
            <a:avLst/>
          </a:prstGeom>
          <a:noFill/>
          <a:ln>
            <a:noFill/>
          </a:ln>
        </p:spPr>
        <p:txBody>
          <a:bodyPr anchorCtr="0" anchor="t" bIns="0" lIns="0" spcFirstLastPara="1" rIns="0" wrap="square" tIns="0">
            <a:spAutoFit/>
          </a:bodyPr>
          <a:lstStyle/>
          <a:p>
            <a:pPr indent="-298450" lvl="0" marL="457200" marR="0" rtl="0" algn="l">
              <a:lnSpc>
                <a:spcPct val="115000"/>
              </a:lnSpc>
              <a:spcBef>
                <a:spcPts val="0"/>
              </a:spcBef>
              <a:spcAft>
                <a:spcPts val="0"/>
              </a:spcAft>
              <a:buClr>
                <a:schemeClr val="lt1"/>
              </a:buClr>
              <a:buSzPts val="1100"/>
              <a:buFont typeface="Montserrat"/>
              <a:buChar char="●"/>
            </a:pPr>
            <a:r>
              <a:t/>
            </a:r>
            <a:endParaRPr sz="1100">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a:p>
            <a:pPr indent="0" lvl="0"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p:txBody>
      </p:sp>
      <p:pic>
        <p:nvPicPr>
          <p:cNvPr id="2210" name="Google Shape;2210;g3bfa75a5e81_0_10"/>
          <p:cNvPicPr preferRelativeResize="0"/>
          <p:nvPr/>
        </p:nvPicPr>
        <p:blipFill>
          <a:blip r:embed="rId3">
            <a:alphaModFix/>
          </a:blip>
          <a:stretch>
            <a:fillRect/>
          </a:stretch>
        </p:blipFill>
        <p:spPr>
          <a:xfrm>
            <a:off x="-835725" y="89936"/>
            <a:ext cx="3657600" cy="1188720"/>
          </a:xfrm>
          <a:prstGeom prst="rect">
            <a:avLst/>
          </a:prstGeom>
          <a:noFill/>
          <a:ln>
            <a:noFill/>
          </a:ln>
        </p:spPr>
      </p:pic>
      <p:pic>
        <p:nvPicPr>
          <p:cNvPr id="2211" name="Google Shape;2211;g3bfa75a5e81_0_10"/>
          <p:cNvPicPr preferRelativeResize="0"/>
          <p:nvPr/>
        </p:nvPicPr>
        <p:blipFill>
          <a:blip r:embed="rId4">
            <a:alphaModFix/>
          </a:blip>
          <a:stretch>
            <a:fillRect/>
          </a:stretch>
        </p:blipFill>
        <p:spPr>
          <a:xfrm>
            <a:off x="152400" y="2896650"/>
            <a:ext cx="4117866" cy="2094451"/>
          </a:xfrm>
          <a:prstGeom prst="rect">
            <a:avLst/>
          </a:prstGeom>
          <a:noFill/>
          <a:ln>
            <a:noFill/>
          </a:ln>
        </p:spPr>
      </p:pic>
      <p:pic>
        <p:nvPicPr>
          <p:cNvPr id="2212" name="Google Shape;2212;g3bfa75a5e81_0_10"/>
          <p:cNvPicPr preferRelativeResize="0"/>
          <p:nvPr/>
        </p:nvPicPr>
        <p:blipFill>
          <a:blip r:embed="rId5">
            <a:alphaModFix/>
          </a:blip>
          <a:stretch>
            <a:fillRect/>
          </a:stretch>
        </p:blipFill>
        <p:spPr>
          <a:xfrm>
            <a:off x="4422666" y="2896650"/>
            <a:ext cx="3006052" cy="2094449"/>
          </a:xfrm>
          <a:prstGeom prst="rect">
            <a:avLst/>
          </a:prstGeom>
          <a:noFill/>
          <a:ln>
            <a:noFill/>
          </a:ln>
        </p:spPr>
      </p:pic>
      <p:pic>
        <p:nvPicPr>
          <p:cNvPr id="2213" name="Google Shape;2213;g3bfa75a5e81_0_10"/>
          <p:cNvPicPr preferRelativeResize="0"/>
          <p:nvPr/>
        </p:nvPicPr>
        <p:blipFill>
          <a:blip r:embed="rId6">
            <a:alphaModFix/>
          </a:blip>
          <a:stretch>
            <a:fillRect/>
          </a:stretch>
        </p:blipFill>
        <p:spPr>
          <a:xfrm>
            <a:off x="2563000" y="754300"/>
            <a:ext cx="4865737" cy="1880849"/>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2217" name="Shape 2217"/>
        <p:cNvGrpSpPr/>
        <p:nvPr/>
      </p:nvGrpSpPr>
      <p:grpSpPr>
        <a:xfrm>
          <a:off x="0" y="0"/>
          <a:ext cx="0" cy="0"/>
          <a:chOff x="0" y="0"/>
          <a:chExt cx="0" cy="0"/>
        </a:xfrm>
      </p:grpSpPr>
      <p:sp>
        <p:nvSpPr>
          <p:cNvPr id="2218" name="Google Shape;2218;g3bfa75a5e81_0_20"/>
          <p:cNvSpPr txBox="1"/>
          <p:nvPr/>
        </p:nvSpPr>
        <p:spPr>
          <a:xfrm>
            <a:off x="130375" y="2185650"/>
            <a:ext cx="5745600" cy="558600"/>
          </a:xfrm>
          <a:prstGeom prst="rect">
            <a:avLst/>
          </a:prstGeom>
          <a:noFill/>
          <a:ln>
            <a:noFill/>
          </a:ln>
        </p:spPr>
        <p:txBody>
          <a:bodyPr anchorCtr="0" anchor="t" bIns="0" lIns="0" spcFirstLastPara="1" rIns="0" wrap="square" tIns="0">
            <a:spAutoFit/>
          </a:bodyPr>
          <a:lstStyle/>
          <a:p>
            <a:pPr indent="-298450" lvl="0" marL="457200" marR="0" rtl="0" algn="l">
              <a:lnSpc>
                <a:spcPct val="115000"/>
              </a:lnSpc>
              <a:spcBef>
                <a:spcPts val="0"/>
              </a:spcBef>
              <a:spcAft>
                <a:spcPts val="0"/>
              </a:spcAft>
              <a:buClr>
                <a:schemeClr val="lt1"/>
              </a:buClr>
              <a:buSzPts val="1100"/>
              <a:buFont typeface="Montserrat"/>
              <a:buChar char="●"/>
            </a:pPr>
            <a:r>
              <a:t/>
            </a:r>
            <a:endParaRPr sz="1100">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a:p>
            <a:pPr indent="0" lvl="0"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p:txBody>
      </p:sp>
      <p:pic>
        <p:nvPicPr>
          <p:cNvPr id="2219" name="Google Shape;2219;g3bfa75a5e81_0_20"/>
          <p:cNvPicPr preferRelativeResize="0"/>
          <p:nvPr/>
        </p:nvPicPr>
        <p:blipFill>
          <a:blip r:embed="rId3">
            <a:alphaModFix/>
          </a:blip>
          <a:stretch>
            <a:fillRect/>
          </a:stretch>
        </p:blipFill>
        <p:spPr>
          <a:xfrm>
            <a:off x="-835725" y="89936"/>
            <a:ext cx="3657600" cy="1188720"/>
          </a:xfrm>
          <a:prstGeom prst="rect">
            <a:avLst/>
          </a:prstGeom>
          <a:noFill/>
          <a:ln>
            <a:noFill/>
          </a:ln>
        </p:spPr>
      </p:pic>
      <p:pic>
        <p:nvPicPr>
          <p:cNvPr id="2220" name="Google Shape;2220;g3bfa75a5e81_0_20"/>
          <p:cNvPicPr preferRelativeResize="0"/>
          <p:nvPr/>
        </p:nvPicPr>
        <p:blipFill>
          <a:blip r:embed="rId4">
            <a:alphaModFix/>
          </a:blip>
          <a:stretch>
            <a:fillRect/>
          </a:stretch>
        </p:blipFill>
        <p:spPr>
          <a:xfrm>
            <a:off x="1561400" y="2021175"/>
            <a:ext cx="5037321" cy="2094450"/>
          </a:xfrm>
          <a:prstGeom prst="rect">
            <a:avLst/>
          </a:prstGeom>
          <a:noFill/>
          <a:ln>
            <a:noFill/>
          </a:ln>
        </p:spPr>
      </p:pic>
      <p:pic>
        <p:nvPicPr>
          <p:cNvPr id="2221" name="Google Shape;2221;g3bfa75a5e81_0_20"/>
          <p:cNvPicPr preferRelativeResize="0"/>
          <p:nvPr/>
        </p:nvPicPr>
        <p:blipFill>
          <a:blip r:embed="rId5">
            <a:alphaModFix/>
          </a:blip>
          <a:stretch>
            <a:fillRect/>
          </a:stretch>
        </p:blipFill>
        <p:spPr>
          <a:xfrm>
            <a:off x="2974275" y="152400"/>
            <a:ext cx="4891813" cy="1716376"/>
          </a:xfrm>
          <a:prstGeom prst="rect">
            <a:avLst/>
          </a:prstGeom>
          <a:noFill/>
          <a:ln>
            <a:noFill/>
          </a:ln>
        </p:spPr>
      </p:pic>
      <p:pic>
        <p:nvPicPr>
          <p:cNvPr id="2222" name="Google Shape;2222;g3bfa75a5e81_0_20"/>
          <p:cNvPicPr preferRelativeResize="0"/>
          <p:nvPr/>
        </p:nvPicPr>
        <p:blipFill>
          <a:blip r:embed="rId6">
            <a:alphaModFix/>
          </a:blip>
          <a:stretch>
            <a:fillRect/>
          </a:stretch>
        </p:blipFill>
        <p:spPr>
          <a:xfrm>
            <a:off x="3998275" y="2021186"/>
            <a:ext cx="9144001" cy="3514828"/>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2226" name="Shape 2226"/>
        <p:cNvGrpSpPr/>
        <p:nvPr/>
      </p:nvGrpSpPr>
      <p:grpSpPr>
        <a:xfrm>
          <a:off x="0" y="0"/>
          <a:ext cx="0" cy="0"/>
          <a:chOff x="0" y="0"/>
          <a:chExt cx="0" cy="0"/>
        </a:xfrm>
      </p:grpSpPr>
      <p:sp>
        <p:nvSpPr>
          <p:cNvPr id="2227" name="Google Shape;2227;g3bfa75a5e81_0_31"/>
          <p:cNvSpPr txBox="1"/>
          <p:nvPr/>
        </p:nvSpPr>
        <p:spPr>
          <a:xfrm>
            <a:off x="130375" y="2185650"/>
            <a:ext cx="5745600" cy="558600"/>
          </a:xfrm>
          <a:prstGeom prst="rect">
            <a:avLst/>
          </a:prstGeom>
          <a:noFill/>
          <a:ln>
            <a:noFill/>
          </a:ln>
        </p:spPr>
        <p:txBody>
          <a:bodyPr anchorCtr="0" anchor="t" bIns="0" lIns="0" spcFirstLastPara="1" rIns="0" wrap="square" tIns="0">
            <a:spAutoFit/>
          </a:bodyPr>
          <a:lstStyle/>
          <a:p>
            <a:pPr indent="-298450" lvl="0" marL="457200" marR="0" rtl="0" algn="l">
              <a:lnSpc>
                <a:spcPct val="115000"/>
              </a:lnSpc>
              <a:spcBef>
                <a:spcPts val="0"/>
              </a:spcBef>
              <a:spcAft>
                <a:spcPts val="0"/>
              </a:spcAft>
              <a:buClr>
                <a:schemeClr val="lt1"/>
              </a:buClr>
              <a:buSzPts val="1100"/>
              <a:buFont typeface="Montserrat"/>
              <a:buChar char="●"/>
            </a:pPr>
            <a:r>
              <a:rPr lang="en" sz="1100">
                <a:solidFill>
                  <a:schemeClr val="lt1"/>
                </a:solidFill>
                <a:latin typeface="Montserrat"/>
                <a:ea typeface="Montserrat"/>
                <a:cs typeface="Montserrat"/>
                <a:sym typeface="Montserrat"/>
              </a:rPr>
              <a:t>https://www.onionlinkhub.com/</a:t>
            </a:r>
            <a:endParaRPr sz="1100">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a:p>
            <a:pPr indent="0" lvl="0"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p:txBody>
      </p:sp>
      <p:pic>
        <p:nvPicPr>
          <p:cNvPr id="2228" name="Google Shape;2228;g3bfa75a5e81_0_31"/>
          <p:cNvPicPr preferRelativeResize="0"/>
          <p:nvPr/>
        </p:nvPicPr>
        <p:blipFill>
          <a:blip r:embed="rId3">
            <a:alphaModFix/>
          </a:blip>
          <a:stretch>
            <a:fillRect/>
          </a:stretch>
        </p:blipFill>
        <p:spPr>
          <a:xfrm>
            <a:off x="-835725" y="89936"/>
            <a:ext cx="3657600" cy="1188720"/>
          </a:xfrm>
          <a:prstGeom prst="rect">
            <a:avLst/>
          </a:prstGeom>
          <a:noFill/>
          <a:ln>
            <a:noFill/>
          </a:ln>
        </p:spPr>
      </p:pic>
      <p:pic>
        <p:nvPicPr>
          <p:cNvPr id="2229" name="Google Shape;2229;g3bfa75a5e81_0_31"/>
          <p:cNvPicPr preferRelativeResize="0"/>
          <p:nvPr/>
        </p:nvPicPr>
        <p:blipFill>
          <a:blip r:embed="rId4">
            <a:alphaModFix/>
          </a:blip>
          <a:stretch>
            <a:fillRect/>
          </a:stretch>
        </p:blipFill>
        <p:spPr>
          <a:xfrm>
            <a:off x="152400" y="2896650"/>
            <a:ext cx="3164123" cy="2094450"/>
          </a:xfrm>
          <a:prstGeom prst="rect">
            <a:avLst/>
          </a:prstGeom>
          <a:noFill/>
          <a:ln>
            <a:noFill/>
          </a:ln>
        </p:spPr>
      </p:pic>
      <p:pic>
        <p:nvPicPr>
          <p:cNvPr id="2230" name="Google Shape;2230;g3bfa75a5e81_0_31"/>
          <p:cNvPicPr preferRelativeResize="0"/>
          <p:nvPr/>
        </p:nvPicPr>
        <p:blipFill>
          <a:blip r:embed="rId5">
            <a:alphaModFix/>
          </a:blip>
          <a:stretch>
            <a:fillRect/>
          </a:stretch>
        </p:blipFill>
        <p:spPr>
          <a:xfrm>
            <a:off x="6028375" y="152400"/>
            <a:ext cx="2963226" cy="2601784"/>
          </a:xfrm>
          <a:prstGeom prst="rect">
            <a:avLst/>
          </a:prstGeom>
          <a:noFill/>
          <a:ln>
            <a:noFill/>
          </a:ln>
        </p:spPr>
      </p:pic>
      <p:pic>
        <p:nvPicPr>
          <p:cNvPr id="2231" name="Google Shape;2231;g3bfa75a5e81_0_31"/>
          <p:cNvPicPr preferRelativeResize="0"/>
          <p:nvPr/>
        </p:nvPicPr>
        <p:blipFill>
          <a:blip r:embed="rId6">
            <a:alphaModFix/>
          </a:blip>
          <a:stretch>
            <a:fillRect/>
          </a:stretch>
        </p:blipFill>
        <p:spPr>
          <a:xfrm>
            <a:off x="3468923" y="2906584"/>
            <a:ext cx="4224561" cy="2084518"/>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2235" name="Shape 2235"/>
        <p:cNvGrpSpPr/>
        <p:nvPr/>
      </p:nvGrpSpPr>
      <p:grpSpPr>
        <a:xfrm>
          <a:off x="0" y="0"/>
          <a:ext cx="0" cy="0"/>
          <a:chOff x="0" y="0"/>
          <a:chExt cx="0" cy="0"/>
        </a:xfrm>
      </p:grpSpPr>
      <p:sp>
        <p:nvSpPr>
          <p:cNvPr id="2236" name="Google Shape;2236;g3bfa75a5e81_0_43"/>
          <p:cNvSpPr txBox="1"/>
          <p:nvPr/>
        </p:nvSpPr>
        <p:spPr>
          <a:xfrm>
            <a:off x="130375" y="2185650"/>
            <a:ext cx="5745600" cy="558600"/>
          </a:xfrm>
          <a:prstGeom prst="rect">
            <a:avLst/>
          </a:prstGeom>
          <a:noFill/>
          <a:ln>
            <a:noFill/>
          </a:ln>
        </p:spPr>
        <p:txBody>
          <a:bodyPr anchorCtr="0" anchor="t" bIns="0" lIns="0" spcFirstLastPara="1" rIns="0" wrap="square" tIns="0">
            <a:spAutoFit/>
          </a:bodyPr>
          <a:lstStyle/>
          <a:p>
            <a:pPr indent="-298450" lvl="0" marL="457200" marR="0" rtl="0" algn="l">
              <a:lnSpc>
                <a:spcPct val="115000"/>
              </a:lnSpc>
              <a:spcBef>
                <a:spcPts val="0"/>
              </a:spcBef>
              <a:spcAft>
                <a:spcPts val="0"/>
              </a:spcAft>
              <a:buClr>
                <a:schemeClr val="lt1"/>
              </a:buClr>
              <a:buSzPts val="1100"/>
              <a:buFont typeface="Montserrat"/>
              <a:buChar char="●"/>
            </a:pPr>
            <a:r>
              <a:rPr lang="en" sz="1100">
                <a:solidFill>
                  <a:schemeClr val="lt1"/>
                </a:solidFill>
                <a:latin typeface="Montserrat"/>
                <a:ea typeface="Montserrat"/>
                <a:cs typeface="Montserrat"/>
                <a:sym typeface="Montserrat"/>
              </a:rPr>
              <a:t>https://www.onionlinkhub.com/</a:t>
            </a:r>
            <a:endParaRPr sz="1100">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a:p>
            <a:pPr indent="0" lvl="0" marL="0" marR="0" rtl="0" algn="l">
              <a:lnSpc>
                <a:spcPct val="115000"/>
              </a:lnSpc>
              <a:spcBef>
                <a:spcPts val="0"/>
              </a:spcBef>
              <a:spcAft>
                <a:spcPts val="0"/>
              </a:spcAft>
              <a:buNone/>
            </a:pPr>
            <a:r>
              <a:t/>
            </a:r>
            <a:endParaRPr sz="1100">
              <a:solidFill>
                <a:srgbClr val="FFFFFF"/>
              </a:solidFill>
              <a:latin typeface="Montserrat"/>
              <a:ea typeface="Montserrat"/>
              <a:cs typeface="Montserrat"/>
              <a:sym typeface="Montserrat"/>
            </a:endParaRPr>
          </a:p>
        </p:txBody>
      </p:sp>
      <p:pic>
        <p:nvPicPr>
          <p:cNvPr id="2237" name="Google Shape;2237;g3bfa75a5e81_0_43"/>
          <p:cNvPicPr preferRelativeResize="0"/>
          <p:nvPr/>
        </p:nvPicPr>
        <p:blipFill>
          <a:blip r:embed="rId3">
            <a:alphaModFix/>
          </a:blip>
          <a:stretch>
            <a:fillRect/>
          </a:stretch>
        </p:blipFill>
        <p:spPr>
          <a:xfrm>
            <a:off x="-835725" y="89936"/>
            <a:ext cx="3657600" cy="1188720"/>
          </a:xfrm>
          <a:prstGeom prst="rect">
            <a:avLst/>
          </a:prstGeom>
          <a:noFill/>
          <a:ln>
            <a:noFill/>
          </a:ln>
        </p:spPr>
      </p:pic>
      <p:pic>
        <p:nvPicPr>
          <p:cNvPr id="2238" name="Google Shape;2238;g3bfa75a5e81_0_43"/>
          <p:cNvPicPr preferRelativeResize="0"/>
          <p:nvPr/>
        </p:nvPicPr>
        <p:blipFill>
          <a:blip r:embed="rId4">
            <a:alphaModFix/>
          </a:blip>
          <a:stretch>
            <a:fillRect/>
          </a:stretch>
        </p:blipFill>
        <p:spPr>
          <a:xfrm>
            <a:off x="3468923" y="2906584"/>
            <a:ext cx="4224561" cy="2084518"/>
          </a:xfrm>
          <a:prstGeom prst="rect">
            <a:avLst/>
          </a:prstGeom>
          <a:noFill/>
          <a:ln>
            <a:noFill/>
          </a:ln>
        </p:spPr>
      </p:pic>
      <p:pic>
        <p:nvPicPr>
          <p:cNvPr id="2239" name="Google Shape;2239;g3bfa75a5e81_0_43"/>
          <p:cNvPicPr preferRelativeResize="0"/>
          <p:nvPr/>
        </p:nvPicPr>
        <p:blipFill>
          <a:blip r:embed="rId5">
            <a:alphaModFix/>
          </a:blip>
          <a:stretch>
            <a:fillRect/>
          </a:stretch>
        </p:blipFill>
        <p:spPr>
          <a:xfrm>
            <a:off x="2974275" y="152400"/>
            <a:ext cx="4706292" cy="188085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2243" name="Shape 2243"/>
        <p:cNvGrpSpPr/>
        <p:nvPr/>
      </p:nvGrpSpPr>
      <p:grpSpPr>
        <a:xfrm>
          <a:off x="0" y="0"/>
          <a:ext cx="0" cy="0"/>
          <a:chOff x="0" y="0"/>
          <a:chExt cx="0" cy="0"/>
        </a:xfrm>
      </p:grpSpPr>
      <p:pic>
        <p:nvPicPr>
          <p:cNvPr id="2244" name="Google Shape;2244;g3bfa75a5e81_0_52"/>
          <p:cNvPicPr preferRelativeResize="0"/>
          <p:nvPr/>
        </p:nvPicPr>
        <p:blipFill>
          <a:blip r:embed="rId3">
            <a:alphaModFix/>
          </a:blip>
          <a:stretch>
            <a:fillRect/>
          </a:stretch>
        </p:blipFill>
        <p:spPr>
          <a:xfrm>
            <a:off x="-835725" y="89936"/>
            <a:ext cx="3657600" cy="1188720"/>
          </a:xfrm>
          <a:prstGeom prst="rect">
            <a:avLst/>
          </a:prstGeom>
          <a:noFill/>
          <a:ln>
            <a:noFill/>
          </a:ln>
        </p:spPr>
      </p:pic>
      <p:pic>
        <p:nvPicPr>
          <p:cNvPr id="2245" name="Google Shape;2245;g3bfa75a5e81_0_52"/>
          <p:cNvPicPr preferRelativeResize="0"/>
          <p:nvPr/>
        </p:nvPicPr>
        <p:blipFill>
          <a:blip r:embed="rId4">
            <a:alphaModFix/>
          </a:blip>
          <a:stretch>
            <a:fillRect/>
          </a:stretch>
        </p:blipFill>
        <p:spPr>
          <a:xfrm>
            <a:off x="152400" y="1431056"/>
            <a:ext cx="6723548" cy="3560044"/>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2249" name="Shape 2249"/>
        <p:cNvGrpSpPr/>
        <p:nvPr/>
      </p:nvGrpSpPr>
      <p:grpSpPr>
        <a:xfrm>
          <a:off x="0" y="0"/>
          <a:ext cx="0" cy="0"/>
          <a:chOff x="0" y="0"/>
          <a:chExt cx="0" cy="0"/>
        </a:xfrm>
      </p:grpSpPr>
      <p:pic>
        <p:nvPicPr>
          <p:cNvPr id="2250" name="Google Shape;2250;g3bfa75a5e81_0_112"/>
          <p:cNvPicPr preferRelativeResize="0"/>
          <p:nvPr/>
        </p:nvPicPr>
        <p:blipFill>
          <a:blip r:embed="rId3">
            <a:alphaModFix/>
          </a:blip>
          <a:stretch>
            <a:fillRect/>
          </a:stretch>
        </p:blipFill>
        <p:spPr>
          <a:xfrm>
            <a:off x="-835725" y="89936"/>
            <a:ext cx="3657600" cy="1188720"/>
          </a:xfrm>
          <a:prstGeom prst="rect">
            <a:avLst/>
          </a:prstGeom>
          <a:noFill/>
          <a:ln>
            <a:noFill/>
          </a:ln>
        </p:spPr>
      </p:pic>
      <p:sp>
        <p:nvSpPr>
          <p:cNvPr id="2251" name="Google Shape;2251;g3bfa75a5e81_0_112"/>
          <p:cNvSpPr txBox="1"/>
          <p:nvPr/>
        </p:nvSpPr>
        <p:spPr>
          <a:xfrm>
            <a:off x="130375" y="552354"/>
            <a:ext cx="8744400" cy="2740800"/>
          </a:xfrm>
          <a:prstGeom prst="rect">
            <a:avLst/>
          </a:prstGeom>
          <a:noFill/>
          <a:ln>
            <a:noFill/>
          </a:ln>
        </p:spPr>
        <p:txBody>
          <a:bodyPr anchorCtr="0" anchor="t" bIns="17150" lIns="34300" spcFirstLastPara="1" rIns="34300" wrap="square" tIns="17150">
            <a:spAutoFit/>
          </a:bodyPr>
          <a:lstStyle/>
          <a:p>
            <a:pPr indent="0" lvl="0" marL="0" rtl="0" algn="l">
              <a:lnSpc>
                <a:spcPct val="110000"/>
              </a:lnSpc>
              <a:spcBef>
                <a:spcPts val="700"/>
              </a:spcBef>
              <a:spcAft>
                <a:spcPts val="0"/>
              </a:spcAft>
              <a:buSzPts val="1100"/>
              <a:buNone/>
            </a:pPr>
            <a:r>
              <a:rPr lang="en">
                <a:solidFill>
                  <a:schemeClr val="lt1"/>
                </a:solidFill>
                <a:latin typeface="Josefin Sans Light"/>
                <a:ea typeface="Josefin Sans Light"/>
                <a:cs typeface="Josefin Sans Light"/>
                <a:sym typeface="Josefin Sans Light"/>
              </a:rPr>
              <a:t>Ross Ulbricht, también conocido por el seudónimo de "Dread Pirate Roberts", fue el fundador del mercado más prominente de la darknet, Silk Road. </a:t>
            </a:r>
            <a:r>
              <a:rPr lang="en" sz="1350">
                <a:solidFill>
                  <a:schemeClr val="dk1"/>
                </a:solidFill>
                <a:highlight>
                  <a:srgbClr val="FFFFFF"/>
                </a:highlight>
              </a:rPr>
              <a:t>El error más evidente de Ulbricht fue usar una dirección de correo electrónico que incluía su nombre real (rossulbricht@gmail.com) en diferentes publicaciones y foros en línea que abordaban el lanzamiento y el funcionamiento de Silk Road. Esto no solo constituyó una violación de los principios básicos de seguridad operativa, sino que el hecho de que usara esta dirección de correo electrónico personal socavó el anonimato que intentaba mantener en torno a sus actividades en línea. El peor resultado de semejante error fue la brecha de seguridad. Las operaciones de Silk Road se integraron en su verdadera identidad, de modo que los agentes federales apenas pudieron verificarla, y así, se pudo rastrear fácilmente a Ulbricht hasta él. En mayo de 2015, Ross Ulbricht fue condenado a cadena perpetua sin posibilidad de libertad condicional.</a:t>
            </a:r>
            <a:endParaRPr>
              <a:solidFill>
                <a:schemeClr val="lt1"/>
              </a:solidFill>
              <a:latin typeface="Josefin Sans Light"/>
              <a:ea typeface="Josefin Sans Light"/>
              <a:cs typeface="Josefin Sans Light"/>
              <a:sym typeface="Josefin Sans Light"/>
            </a:endParaRPr>
          </a:p>
          <a:p>
            <a:pPr indent="0" lvl="0" marL="0" rtl="0" algn="l">
              <a:lnSpc>
                <a:spcPct val="110000"/>
              </a:lnSpc>
              <a:spcBef>
                <a:spcPts val="700"/>
              </a:spcBef>
              <a:spcAft>
                <a:spcPts val="0"/>
              </a:spcAft>
              <a:buSzPts val="1100"/>
              <a:buNone/>
            </a:pPr>
            <a:r>
              <a:t/>
            </a:r>
            <a:endParaRPr>
              <a:solidFill>
                <a:schemeClr val="lt1"/>
              </a:solidFill>
              <a:latin typeface="Josefin Sans Light"/>
              <a:ea typeface="Josefin Sans Light"/>
              <a:cs typeface="Josefin Sans Light"/>
              <a:sym typeface="Josefin Sans Light"/>
            </a:endParaRPr>
          </a:p>
          <a:p>
            <a:pPr indent="0" lvl="0" marL="0" marR="0" rtl="0" algn="l">
              <a:lnSpc>
                <a:spcPct val="110000"/>
              </a:lnSpc>
              <a:spcBef>
                <a:spcPts val="700"/>
              </a:spcBef>
              <a:spcAft>
                <a:spcPts val="0"/>
              </a:spcAft>
              <a:buNone/>
            </a:pPr>
            <a:r>
              <a:t/>
            </a:r>
            <a:endParaRPr>
              <a:solidFill>
                <a:schemeClr val="lt1"/>
              </a:solidFill>
              <a:latin typeface="Josefin Sans Light"/>
              <a:ea typeface="Josefin Sans Light"/>
              <a:cs typeface="Josefin Sans Light"/>
              <a:sym typeface="Josefin Sans Light"/>
            </a:endParaRPr>
          </a:p>
        </p:txBody>
      </p:sp>
      <p:pic>
        <p:nvPicPr>
          <p:cNvPr id="2252" name="Google Shape;2252;g3bfa75a5e81_0_112"/>
          <p:cNvPicPr preferRelativeResize="0"/>
          <p:nvPr/>
        </p:nvPicPr>
        <p:blipFill>
          <a:blip r:embed="rId4">
            <a:alphaModFix/>
          </a:blip>
          <a:stretch>
            <a:fillRect/>
          </a:stretch>
        </p:blipFill>
        <p:spPr>
          <a:xfrm>
            <a:off x="2925550" y="3093924"/>
            <a:ext cx="5172951" cy="1999626"/>
          </a:xfrm>
          <a:prstGeom prst="rect">
            <a:avLst/>
          </a:prstGeom>
          <a:noFill/>
          <a:ln>
            <a:noFill/>
          </a:ln>
        </p:spPr>
      </p:pic>
      <p:pic>
        <p:nvPicPr>
          <p:cNvPr id="2253" name="Google Shape;2253;g3bfa75a5e81_0_112"/>
          <p:cNvPicPr preferRelativeResize="0"/>
          <p:nvPr/>
        </p:nvPicPr>
        <p:blipFill>
          <a:blip r:embed="rId5">
            <a:alphaModFix/>
          </a:blip>
          <a:stretch>
            <a:fillRect/>
          </a:stretch>
        </p:blipFill>
        <p:spPr>
          <a:xfrm>
            <a:off x="1034144" y="2571750"/>
            <a:ext cx="2794200" cy="2127925"/>
          </a:xfrm>
          <a:prstGeom prst="rect">
            <a:avLst/>
          </a:prstGeom>
          <a:noFill/>
          <a:ln>
            <a:noFill/>
          </a:ln>
        </p:spPr>
      </p:pic>
      <p:pic>
        <p:nvPicPr>
          <p:cNvPr id="2254" name="Google Shape;2254;g3bfa75a5e81_0_112"/>
          <p:cNvPicPr preferRelativeResize="0"/>
          <p:nvPr/>
        </p:nvPicPr>
        <p:blipFill>
          <a:blip r:embed="rId6">
            <a:alphaModFix/>
          </a:blip>
          <a:stretch>
            <a:fillRect/>
          </a:stretch>
        </p:blipFill>
        <p:spPr>
          <a:xfrm>
            <a:off x="5999919" y="61894"/>
            <a:ext cx="3259399" cy="19157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447">
      <a:dk1>
        <a:srgbClr val="000000"/>
      </a:dk1>
      <a:lt1>
        <a:srgbClr val="FFFFFF"/>
      </a:lt1>
      <a:dk2>
        <a:srgbClr val="262626"/>
      </a:dk2>
      <a:lt2>
        <a:srgbClr val="FFFFFF"/>
      </a:lt2>
      <a:accent1>
        <a:srgbClr val="080C39"/>
      </a:accent1>
      <a:accent2>
        <a:srgbClr val="18297E"/>
      </a:accent2>
      <a:accent3>
        <a:srgbClr val="41258C"/>
      </a:accent3>
      <a:accent4>
        <a:srgbClr val="320175"/>
      </a:accent4>
      <a:accent5>
        <a:srgbClr val="2993FF"/>
      </a:accent5>
      <a:accent6>
        <a:srgbClr val="7F739A"/>
      </a:accent6>
      <a:hlink>
        <a:srgbClr val="FFFFFF"/>
      </a:hlink>
      <a:folHlink>
        <a:srgbClr val="59595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Introduction to Cyber Crime Slides   ">
  <a:themeElements>
    <a:clrScheme name="Office">
      <a:dk1>
        <a:srgbClr val="000000"/>
      </a:dk1>
      <a:lt1>
        <a:srgbClr val="FFFFFF"/>
      </a:lt1>
      <a:dk2>
        <a:srgbClr val="0F1A38"/>
      </a:dk2>
      <a:lt2>
        <a:srgbClr val="5CE1E6"/>
      </a:lt2>
      <a:accent1>
        <a:srgbClr val="06D59F"/>
      </a:accent1>
      <a:accent2>
        <a:srgbClr val="888888"/>
      </a:accent2>
      <a:accent3>
        <a:srgbClr val="FFFFFF"/>
      </a:accent3>
      <a:accent4>
        <a:srgbClr val="0F1A38"/>
      </a:accent4>
      <a:accent5>
        <a:srgbClr val="5CE1E6"/>
      </a:accent5>
      <a:accent6>
        <a:srgbClr val="06D59F"/>
      </a:accent6>
      <a:hlink>
        <a:srgbClr val="888888"/>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Google GBO Template">
  <a:themeElements>
    <a:clrScheme name="Google Colours">
      <a:dk1>
        <a:srgbClr val="3C4043"/>
      </a:dk1>
      <a:lt1>
        <a:srgbClr val="5F6368"/>
      </a:lt1>
      <a:dk2>
        <a:srgbClr val="BDC1C6"/>
      </a:dk2>
      <a:lt2>
        <a:srgbClr val="F8F9FA"/>
      </a:lt2>
      <a:accent1>
        <a:srgbClr val="4285F4"/>
      </a:accent1>
      <a:accent2>
        <a:srgbClr val="EA4335"/>
      </a:accent2>
      <a:accent3>
        <a:srgbClr val="FBBC05"/>
      </a:accent3>
      <a:accent4>
        <a:srgbClr val="34A853"/>
      </a:accent4>
      <a:accent5>
        <a:srgbClr val="185ABC"/>
      </a:accent5>
      <a:accent6>
        <a:srgbClr val="B31412"/>
      </a:accent6>
      <a:hlink>
        <a:srgbClr val="1A73E8"/>
      </a:hlink>
      <a:folHlink>
        <a:srgbClr val="7B1FA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Cyber-Futuristic AI Technology Thesis Defense">
  <a:themeElements>
    <a:clrScheme name="Office">
      <a:dk1>
        <a:srgbClr val="0F1A38"/>
      </a:dk1>
      <a:lt1>
        <a:srgbClr val="FFFFFF"/>
      </a:lt1>
      <a:dk2>
        <a:srgbClr val="2D5B8F"/>
      </a:dk2>
      <a:lt2>
        <a:srgbClr val="71CBEF"/>
      </a:lt2>
      <a:accent1>
        <a:srgbClr val="0F1A38"/>
      </a:accent1>
      <a:accent2>
        <a:srgbClr val="2D5B8F"/>
      </a:accent2>
      <a:accent3>
        <a:srgbClr val="71CBEF"/>
      </a:accent3>
      <a:accent4>
        <a:srgbClr val="888888"/>
      </a:accent4>
      <a:accent5>
        <a:srgbClr val="FFFFFF"/>
      </a:accent5>
      <a:accent6>
        <a:srgbClr val="2D5B8F"/>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Ninacor template">
  <a:themeElements>
    <a:clrScheme name="Custom 347">
      <a:dk1>
        <a:srgbClr val="000000"/>
      </a:dk1>
      <a:lt1>
        <a:srgbClr val="FFFFFF"/>
      </a:lt1>
      <a:dk2>
        <a:srgbClr val="9199AA"/>
      </a:dk2>
      <a:lt2>
        <a:srgbClr val="E4E7EC"/>
      </a:lt2>
      <a:accent1>
        <a:srgbClr val="002988"/>
      </a:accent1>
      <a:accent2>
        <a:srgbClr val="004CF8"/>
      </a:accent2>
      <a:accent3>
        <a:srgbClr val="7DFFB1"/>
      </a:accent3>
      <a:accent4>
        <a:srgbClr val="E0FF7D"/>
      </a:accent4>
      <a:accent5>
        <a:srgbClr val="FFF16B"/>
      </a:accent5>
      <a:accent6>
        <a:srgbClr val="FFFFFF"/>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Aliena template">
  <a:themeElements>
    <a:clrScheme name="Custom 347">
      <a:dk1>
        <a:srgbClr val="050060"/>
      </a:dk1>
      <a:lt1>
        <a:srgbClr val="FFFFFF"/>
      </a:lt1>
      <a:dk2>
        <a:srgbClr val="585963"/>
      </a:dk2>
      <a:lt2>
        <a:srgbClr val="F3F3F3"/>
      </a:lt2>
      <a:accent1>
        <a:srgbClr val="0A2F9E"/>
      </a:accent1>
      <a:accent2>
        <a:srgbClr val="3544FF"/>
      </a:accent2>
      <a:accent3>
        <a:srgbClr val="24D6FF"/>
      </a:accent3>
      <a:accent4>
        <a:srgbClr val="00FFFF"/>
      </a:accent4>
      <a:accent5>
        <a:srgbClr val="A458FF"/>
      </a:accent5>
      <a:accent6>
        <a:srgbClr val="D392FF"/>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